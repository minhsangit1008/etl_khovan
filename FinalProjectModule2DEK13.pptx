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notesMasterIdLst>
    <p:notesMasterId r:id="rId18"/>
  </p:notesMasterIdLst>
  <p:sldIdLst>
    <p:sldId id="331" r:id="rId4"/>
    <p:sldId id="306" r:id="rId5"/>
    <p:sldId id="297" r:id="rId6"/>
    <p:sldId id="293" r:id="rId7"/>
    <p:sldId id="294" r:id="rId8"/>
    <p:sldId id="300" r:id="rId9"/>
    <p:sldId id="310" r:id="rId10"/>
    <p:sldId id="316" r:id="rId11"/>
    <p:sldId id="332" r:id="rId12"/>
    <p:sldId id="333" r:id="rId13"/>
    <p:sldId id="334" r:id="rId14"/>
    <p:sldId id="335" r:id="rId15"/>
    <p:sldId id="336" r:id="rId16"/>
    <p:sldId id="33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ppt.com" initials="W" lastIdx="1" clrIdx="0">
    <p:extLst>
      <p:ext uri="{19B8F6BF-5375-455C-9EA6-DF929625EA0E}">
        <p15:presenceInfo xmlns:p15="http://schemas.microsoft.com/office/powerpoint/2012/main" userId="Allppt.c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6" autoAdjust="0"/>
    <p:restoredTop sz="96196" autoAdjust="0"/>
  </p:normalViewPr>
  <p:slideViewPr>
    <p:cSldViewPr snapToGrid="0" showGuides="1">
      <p:cViewPr varScale="1">
        <p:scale>
          <a:sx n="78" d="100"/>
          <a:sy n="78" d="100"/>
        </p:scale>
        <p:origin x="883" y="7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E039B-25E4-4A34-A592-8263535629BC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A6995-277D-4C47-B075-AD85F466D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1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A6995-277D-4C47-B075-AD85F466DE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01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AAB0D72-EF64-4427-BF41-BE766B3F0590}"/>
              </a:ext>
            </a:extLst>
          </p:cNvPr>
          <p:cNvSpPr>
            <a:spLocks/>
          </p:cNvSpPr>
          <p:nvPr userDrawn="1"/>
        </p:nvSpPr>
        <p:spPr bwMode="auto">
          <a:xfrm>
            <a:off x="-8316" y="1423107"/>
            <a:ext cx="12208633" cy="5434893"/>
          </a:xfrm>
          <a:custGeom>
            <a:avLst/>
            <a:gdLst>
              <a:gd name="connsiteX0" fmla="*/ 7143321 w 12208633"/>
              <a:gd name="connsiteY0" fmla="*/ 892474 h 5434893"/>
              <a:gd name="connsiteX1" fmla="*/ 7143335 w 12208633"/>
              <a:gd name="connsiteY1" fmla="*/ 895416 h 5434893"/>
              <a:gd name="connsiteX2" fmla="*/ 7147277 w 12208633"/>
              <a:gd name="connsiteY2" fmla="*/ 895507 h 5434893"/>
              <a:gd name="connsiteX3" fmla="*/ 7147099 w 12208633"/>
              <a:gd name="connsiteY3" fmla="*/ 892474 h 5434893"/>
              <a:gd name="connsiteX4" fmla="*/ 6355163 w 12208633"/>
              <a:gd name="connsiteY4" fmla="*/ 727493 h 5434893"/>
              <a:gd name="connsiteX5" fmla="*/ 6355358 w 12208633"/>
              <a:gd name="connsiteY5" fmla="*/ 727687 h 5434893"/>
              <a:gd name="connsiteX6" fmla="*/ 6354969 w 12208633"/>
              <a:gd name="connsiteY6" fmla="*/ 727687 h 5434893"/>
              <a:gd name="connsiteX7" fmla="*/ 6354969 w 12208633"/>
              <a:gd name="connsiteY7" fmla="*/ 728075 h 5434893"/>
              <a:gd name="connsiteX8" fmla="*/ 6355358 w 12208633"/>
              <a:gd name="connsiteY8" fmla="*/ 727687 h 5434893"/>
              <a:gd name="connsiteX9" fmla="*/ 6355552 w 12208633"/>
              <a:gd name="connsiteY9" fmla="*/ 727493 h 5434893"/>
              <a:gd name="connsiteX10" fmla="*/ 6355163 w 12208633"/>
              <a:gd name="connsiteY10" fmla="*/ 727493 h 5434893"/>
              <a:gd name="connsiteX11" fmla="*/ 8604691 w 12208633"/>
              <a:gd name="connsiteY11" fmla="*/ 725788 h 5434893"/>
              <a:gd name="connsiteX12" fmla="*/ 8591193 w 12208633"/>
              <a:gd name="connsiteY12" fmla="*/ 738248 h 5434893"/>
              <a:gd name="connsiteX13" fmla="*/ 8590674 w 12208633"/>
              <a:gd name="connsiteY13" fmla="*/ 889843 h 5434893"/>
              <a:gd name="connsiteX14" fmla="*/ 8603653 w 12208633"/>
              <a:gd name="connsiteY14" fmla="*/ 903341 h 5434893"/>
              <a:gd name="connsiteX15" fmla="*/ 8616632 w 12208633"/>
              <a:gd name="connsiteY15" fmla="*/ 889843 h 5434893"/>
              <a:gd name="connsiteX16" fmla="*/ 8616632 w 12208633"/>
              <a:gd name="connsiteY16" fmla="*/ 815603 h 5434893"/>
              <a:gd name="connsiteX17" fmla="*/ 8616632 w 12208633"/>
              <a:gd name="connsiteY17" fmla="*/ 738767 h 5434893"/>
              <a:gd name="connsiteX18" fmla="*/ 8604691 w 12208633"/>
              <a:gd name="connsiteY18" fmla="*/ 725788 h 5434893"/>
              <a:gd name="connsiteX19" fmla="*/ 8744865 w 12208633"/>
              <a:gd name="connsiteY19" fmla="*/ 683217 h 5434893"/>
              <a:gd name="connsiteX20" fmla="*/ 8735001 w 12208633"/>
              <a:gd name="connsiteY20" fmla="*/ 694119 h 5434893"/>
              <a:gd name="connsiteX21" fmla="*/ 8735520 w 12208633"/>
              <a:gd name="connsiteY21" fmla="*/ 892439 h 5434893"/>
              <a:gd name="connsiteX22" fmla="*/ 8746422 w 12208633"/>
              <a:gd name="connsiteY22" fmla="*/ 903341 h 5434893"/>
              <a:gd name="connsiteX23" fmla="*/ 8787436 w 12208633"/>
              <a:gd name="connsiteY23" fmla="*/ 903341 h 5434893"/>
              <a:gd name="connsiteX24" fmla="*/ 8801454 w 12208633"/>
              <a:gd name="connsiteY24" fmla="*/ 889324 h 5434893"/>
              <a:gd name="connsiteX25" fmla="*/ 8801454 w 12208633"/>
              <a:gd name="connsiteY25" fmla="*/ 818718 h 5434893"/>
              <a:gd name="connsiteX26" fmla="*/ 8807164 w 12208633"/>
              <a:gd name="connsiteY26" fmla="*/ 805739 h 5434893"/>
              <a:gd name="connsiteX27" fmla="*/ 8822739 w 12208633"/>
              <a:gd name="connsiteY27" fmla="*/ 781857 h 5434893"/>
              <a:gd name="connsiteX28" fmla="*/ 8811317 w 12208633"/>
              <a:gd name="connsiteY28" fmla="*/ 771474 h 5434893"/>
              <a:gd name="connsiteX29" fmla="*/ 8773938 w 12208633"/>
              <a:gd name="connsiteY29" fmla="*/ 771474 h 5434893"/>
              <a:gd name="connsiteX30" fmla="*/ 8756286 w 12208633"/>
              <a:gd name="connsiteY30" fmla="*/ 754342 h 5434893"/>
              <a:gd name="connsiteX31" fmla="*/ 8756286 w 12208633"/>
              <a:gd name="connsiteY31" fmla="*/ 725269 h 5434893"/>
              <a:gd name="connsiteX32" fmla="*/ 8755767 w 12208633"/>
              <a:gd name="connsiteY32" fmla="*/ 725269 h 5434893"/>
              <a:gd name="connsiteX33" fmla="*/ 8755767 w 12208633"/>
              <a:gd name="connsiteY33" fmla="*/ 694638 h 5434893"/>
              <a:gd name="connsiteX34" fmla="*/ 8744865 w 12208633"/>
              <a:gd name="connsiteY34" fmla="*/ 683217 h 5434893"/>
              <a:gd name="connsiteX35" fmla="*/ 5999516 w 12208633"/>
              <a:gd name="connsiteY35" fmla="*/ 672943 h 5434893"/>
              <a:gd name="connsiteX36" fmla="*/ 5999516 w 12208633"/>
              <a:gd name="connsiteY36" fmla="*/ 672950 h 5434893"/>
              <a:gd name="connsiteX37" fmla="*/ 6106191 w 12208633"/>
              <a:gd name="connsiteY37" fmla="*/ 672950 h 5434893"/>
              <a:gd name="connsiteX38" fmla="*/ 6106226 w 12208633"/>
              <a:gd name="connsiteY38" fmla="*/ 672943 h 5434893"/>
              <a:gd name="connsiteX39" fmla="*/ 6103287 w 12208633"/>
              <a:gd name="connsiteY39" fmla="*/ 672943 h 5434893"/>
              <a:gd name="connsiteX40" fmla="*/ 6095614 w 12208633"/>
              <a:gd name="connsiteY40" fmla="*/ 672943 h 5434893"/>
              <a:gd name="connsiteX41" fmla="*/ 5844017 w 12208633"/>
              <a:gd name="connsiteY41" fmla="*/ 672943 h 5434893"/>
              <a:gd name="connsiteX42" fmla="*/ 5844017 w 12208633"/>
              <a:gd name="connsiteY42" fmla="*/ 672950 h 5434893"/>
              <a:gd name="connsiteX43" fmla="*/ 5950885 w 12208633"/>
              <a:gd name="connsiteY43" fmla="*/ 672950 h 5434893"/>
              <a:gd name="connsiteX44" fmla="*/ 5950920 w 12208633"/>
              <a:gd name="connsiteY44" fmla="*/ 672943 h 5434893"/>
              <a:gd name="connsiteX45" fmla="*/ 5947738 w 12208633"/>
              <a:gd name="connsiteY45" fmla="*/ 672943 h 5434893"/>
              <a:gd name="connsiteX46" fmla="*/ 5940066 w 12208633"/>
              <a:gd name="connsiteY46" fmla="*/ 672943 h 5434893"/>
              <a:gd name="connsiteX47" fmla="*/ 2661207 w 12208633"/>
              <a:gd name="connsiteY47" fmla="*/ 578320 h 5434893"/>
              <a:gd name="connsiteX48" fmla="*/ 2649387 w 12208633"/>
              <a:gd name="connsiteY48" fmla="*/ 591167 h 5434893"/>
              <a:gd name="connsiteX49" fmla="*/ 2649387 w 12208633"/>
              <a:gd name="connsiteY49" fmla="*/ 660718 h 5434893"/>
              <a:gd name="connsiteX50" fmla="*/ 2661207 w 12208633"/>
              <a:gd name="connsiteY50" fmla="*/ 660966 h 5434893"/>
              <a:gd name="connsiteX51" fmla="*/ 2661207 w 12208633"/>
              <a:gd name="connsiteY51" fmla="*/ 612643 h 5434893"/>
              <a:gd name="connsiteX52" fmla="*/ 2521154 w 12208633"/>
              <a:gd name="connsiteY52" fmla="*/ 535617 h 5434893"/>
              <a:gd name="connsiteX53" fmla="*/ 2510252 w 12208633"/>
              <a:gd name="connsiteY53" fmla="*/ 547038 h 5434893"/>
              <a:gd name="connsiteX54" fmla="*/ 2510252 w 12208633"/>
              <a:gd name="connsiteY54" fmla="*/ 577669 h 5434893"/>
              <a:gd name="connsiteX55" fmla="*/ 2509733 w 12208633"/>
              <a:gd name="connsiteY55" fmla="*/ 577669 h 5434893"/>
              <a:gd name="connsiteX56" fmla="*/ 2509733 w 12208633"/>
              <a:gd name="connsiteY56" fmla="*/ 606742 h 5434893"/>
              <a:gd name="connsiteX57" fmla="*/ 2492081 w 12208633"/>
              <a:gd name="connsiteY57" fmla="*/ 623874 h 5434893"/>
              <a:gd name="connsiteX58" fmla="*/ 2454702 w 12208633"/>
              <a:gd name="connsiteY58" fmla="*/ 623874 h 5434893"/>
              <a:gd name="connsiteX59" fmla="*/ 2443280 w 12208633"/>
              <a:gd name="connsiteY59" fmla="*/ 634257 h 5434893"/>
              <a:gd name="connsiteX60" fmla="*/ 2458855 w 12208633"/>
              <a:gd name="connsiteY60" fmla="*/ 658139 h 5434893"/>
              <a:gd name="connsiteX61" fmla="*/ 2464565 w 12208633"/>
              <a:gd name="connsiteY61" fmla="*/ 671118 h 5434893"/>
              <a:gd name="connsiteX62" fmla="*/ 2464565 w 12208633"/>
              <a:gd name="connsiteY62" fmla="*/ 735104 h 5434893"/>
              <a:gd name="connsiteX63" fmla="*/ 2530525 w 12208633"/>
              <a:gd name="connsiteY63" fmla="*/ 735104 h 5434893"/>
              <a:gd name="connsiteX64" fmla="*/ 2531018 w 12208633"/>
              <a:gd name="connsiteY64" fmla="*/ 546519 h 5434893"/>
              <a:gd name="connsiteX65" fmla="*/ 2521154 w 12208633"/>
              <a:gd name="connsiteY65" fmla="*/ 535617 h 5434893"/>
              <a:gd name="connsiteX66" fmla="*/ 8701774 w 12208633"/>
              <a:gd name="connsiteY66" fmla="*/ 534218 h 5434893"/>
              <a:gd name="connsiteX67" fmla="*/ 8688276 w 12208633"/>
              <a:gd name="connsiteY67" fmla="*/ 540967 h 5434893"/>
              <a:gd name="connsiteX68" fmla="*/ 8695025 w 12208633"/>
              <a:gd name="connsiteY68" fmla="*/ 567963 h 5434893"/>
              <a:gd name="connsiteX69" fmla="*/ 8735520 w 12208633"/>
              <a:gd name="connsiteY69" fmla="*/ 637012 h 5434893"/>
              <a:gd name="connsiteX70" fmla="*/ 8760440 w 12208633"/>
              <a:gd name="connsiteY70" fmla="*/ 664008 h 5434893"/>
              <a:gd name="connsiteX71" fmla="*/ 8767189 w 12208633"/>
              <a:gd name="connsiteY71" fmla="*/ 664527 h 5434893"/>
              <a:gd name="connsiteX72" fmla="*/ 8776534 w 12208633"/>
              <a:gd name="connsiteY72" fmla="*/ 675429 h 5434893"/>
              <a:gd name="connsiteX73" fmla="*/ 8776014 w 12208633"/>
              <a:gd name="connsiteY73" fmla="*/ 724750 h 5434893"/>
              <a:gd name="connsiteX74" fmla="*/ 8799896 w 12208633"/>
              <a:gd name="connsiteY74" fmla="*/ 750708 h 5434893"/>
              <a:gd name="connsiteX75" fmla="*/ 8804049 w 12208633"/>
              <a:gd name="connsiteY75" fmla="*/ 751227 h 5434893"/>
              <a:gd name="connsiteX76" fmla="*/ 8822739 w 12208633"/>
              <a:gd name="connsiteY76" fmla="*/ 740324 h 5434893"/>
              <a:gd name="connsiteX77" fmla="*/ 8806645 w 12208633"/>
              <a:gd name="connsiteY77" fmla="*/ 712809 h 5434893"/>
              <a:gd name="connsiteX78" fmla="*/ 8785359 w 12208633"/>
              <a:gd name="connsiteY78" fmla="*/ 691004 h 5434893"/>
              <a:gd name="connsiteX79" fmla="*/ 8785359 w 12208633"/>
              <a:gd name="connsiteY79" fmla="*/ 620399 h 5434893"/>
              <a:gd name="connsiteX80" fmla="*/ 8784840 w 12208633"/>
              <a:gd name="connsiteY80" fmla="*/ 620399 h 5434893"/>
              <a:gd name="connsiteX81" fmla="*/ 8784840 w 12208633"/>
              <a:gd name="connsiteY81" fmla="*/ 548755 h 5434893"/>
              <a:gd name="connsiteX82" fmla="*/ 8770823 w 12208633"/>
              <a:gd name="connsiteY82" fmla="*/ 534218 h 5434893"/>
              <a:gd name="connsiteX83" fmla="*/ 8701774 w 12208633"/>
              <a:gd name="connsiteY83" fmla="*/ 534218 h 5434893"/>
              <a:gd name="connsiteX84" fmla="*/ 7932693 w 12208633"/>
              <a:gd name="connsiteY84" fmla="*/ 518578 h 5434893"/>
              <a:gd name="connsiteX85" fmla="*/ 7932378 w 12208633"/>
              <a:gd name="connsiteY85" fmla="*/ 519208 h 5434893"/>
              <a:gd name="connsiteX86" fmla="*/ 7932693 w 12208633"/>
              <a:gd name="connsiteY86" fmla="*/ 519208 h 5434893"/>
              <a:gd name="connsiteX87" fmla="*/ 7932693 w 12208633"/>
              <a:gd name="connsiteY87" fmla="*/ 518578 h 5434893"/>
              <a:gd name="connsiteX88" fmla="*/ 7991282 w 12208633"/>
              <a:gd name="connsiteY88" fmla="*/ 518263 h 5434893"/>
              <a:gd name="connsiteX89" fmla="*/ 7991282 w 12208633"/>
              <a:gd name="connsiteY89" fmla="*/ 518892 h 5434893"/>
              <a:gd name="connsiteX90" fmla="*/ 7991597 w 12208633"/>
              <a:gd name="connsiteY90" fmla="*/ 518892 h 5434893"/>
              <a:gd name="connsiteX91" fmla="*/ 7991282 w 12208633"/>
              <a:gd name="connsiteY91" fmla="*/ 518263 h 5434893"/>
              <a:gd name="connsiteX92" fmla="*/ 7933323 w 12208633"/>
              <a:gd name="connsiteY92" fmla="*/ 517633 h 5434893"/>
              <a:gd name="connsiteX93" fmla="*/ 7933008 w 12208633"/>
              <a:gd name="connsiteY93" fmla="*/ 518263 h 5434893"/>
              <a:gd name="connsiteX94" fmla="*/ 7933323 w 12208633"/>
              <a:gd name="connsiteY94" fmla="*/ 518263 h 5434893"/>
              <a:gd name="connsiteX95" fmla="*/ 7933323 w 12208633"/>
              <a:gd name="connsiteY95" fmla="*/ 517633 h 5434893"/>
              <a:gd name="connsiteX96" fmla="*/ 9995853 w 12208633"/>
              <a:gd name="connsiteY96" fmla="*/ 483450 h 5434893"/>
              <a:gd name="connsiteX97" fmla="*/ 9995853 w 12208633"/>
              <a:gd name="connsiteY97" fmla="*/ 547260 h 5434893"/>
              <a:gd name="connsiteX98" fmla="*/ 10005688 w 12208633"/>
              <a:gd name="connsiteY98" fmla="*/ 548252 h 5434893"/>
              <a:gd name="connsiteX99" fmla="*/ 10070193 w 12208633"/>
              <a:gd name="connsiteY99" fmla="*/ 627396 h 5434893"/>
              <a:gd name="connsiteX100" fmla="*/ 10070193 w 12208633"/>
              <a:gd name="connsiteY100" fmla="*/ 839288 h 5434893"/>
              <a:gd name="connsiteX101" fmla="*/ 10098404 w 12208633"/>
              <a:gd name="connsiteY101" fmla="*/ 839288 h 5434893"/>
              <a:gd name="connsiteX102" fmla="*/ 10098404 w 12208633"/>
              <a:gd name="connsiteY102" fmla="*/ 483450 h 5434893"/>
              <a:gd name="connsiteX103" fmla="*/ 9781381 w 12208633"/>
              <a:gd name="connsiteY103" fmla="*/ 483450 h 5434893"/>
              <a:gd name="connsiteX104" fmla="*/ 9781381 w 12208633"/>
              <a:gd name="connsiteY104" fmla="*/ 547123 h 5434893"/>
              <a:gd name="connsiteX105" fmla="*/ 9792075 w 12208633"/>
              <a:gd name="connsiteY105" fmla="*/ 548201 h 5434893"/>
              <a:gd name="connsiteX106" fmla="*/ 9856579 w 12208633"/>
              <a:gd name="connsiteY106" fmla="*/ 627345 h 5434893"/>
              <a:gd name="connsiteX107" fmla="*/ 9856579 w 12208633"/>
              <a:gd name="connsiteY107" fmla="*/ 839288 h 5434893"/>
              <a:gd name="connsiteX108" fmla="*/ 9908622 w 12208633"/>
              <a:gd name="connsiteY108" fmla="*/ 839288 h 5434893"/>
              <a:gd name="connsiteX109" fmla="*/ 9908621 w 12208633"/>
              <a:gd name="connsiteY109" fmla="*/ 627396 h 5434893"/>
              <a:gd name="connsiteX110" fmla="*/ 9908622 w 12208633"/>
              <a:gd name="connsiteY110" fmla="*/ 627394 h 5434893"/>
              <a:gd name="connsiteX111" fmla="*/ 9908622 w 12208633"/>
              <a:gd name="connsiteY111" fmla="*/ 620889 h 5434893"/>
              <a:gd name="connsiteX112" fmla="*/ 9909277 w 12208633"/>
              <a:gd name="connsiteY112" fmla="*/ 620889 h 5434893"/>
              <a:gd name="connsiteX113" fmla="*/ 9910263 w 12208633"/>
              <a:gd name="connsiteY113" fmla="*/ 611115 h 5434893"/>
              <a:gd name="connsiteX114" fmla="*/ 9975107 w 12208633"/>
              <a:gd name="connsiteY114" fmla="*/ 547872 h 5434893"/>
              <a:gd name="connsiteX115" fmla="*/ 9975644 w 12208633"/>
              <a:gd name="connsiteY115" fmla="*/ 547825 h 5434893"/>
              <a:gd name="connsiteX116" fmla="*/ 9975644 w 12208633"/>
              <a:gd name="connsiteY116" fmla="*/ 483450 h 5434893"/>
              <a:gd name="connsiteX117" fmla="*/ 4460613 w 12208633"/>
              <a:gd name="connsiteY117" fmla="*/ 410313 h 5434893"/>
              <a:gd name="connsiteX118" fmla="*/ 4460613 w 12208633"/>
              <a:gd name="connsiteY118" fmla="*/ 474688 h 5434893"/>
              <a:gd name="connsiteX119" fmla="*/ 4461150 w 12208633"/>
              <a:gd name="connsiteY119" fmla="*/ 474735 h 5434893"/>
              <a:gd name="connsiteX120" fmla="*/ 4525994 w 12208633"/>
              <a:gd name="connsiteY120" fmla="*/ 537978 h 5434893"/>
              <a:gd name="connsiteX121" fmla="*/ 4526979 w 12208633"/>
              <a:gd name="connsiteY121" fmla="*/ 547752 h 5434893"/>
              <a:gd name="connsiteX122" fmla="*/ 4527635 w 12208633"/>
              <a:gd name="connsiteY122" fmla="*/ 547752 h 5434893"/>
              <a:gd name="connsiteX123" fmla="*/ 4527635 w 12208633"/>
              <a:gd name="connsiteY123" fmla="*/ 554257 h 5434893"/>
              <a:gd name="connsiteX124" fmla="*/ 4527635 w 12208633"/>
              <a:gd name="connsiteY124" fmla="*/ 554259 h 5434893"/>
              <a:gd name="connsiteX125" fmla="*/ 4527635 w 12208633"/>
              <a:gd name="connsiteY125" fmla="*/ 766151 h 5434893"/>
              <a:gd name="connsiteX126" fmla="*/ 4579677 w 12208633"/>
              <a:gd name="connsiteY126" fmla="*/ 766151 h 5434893"/>
              <a:gd name="connsiteX127" fmla="*/ 4579677 w 12208633"/>
              <a:gd name="connsiteY127" fmla="*/ 554208 h 5434893"/>
              <a:gd name="connsiteX128" fmla="*/ 4644181 w 12208633"/>
              <a:gd name="connsiteY128" fmla="*/ 475064 h 5434893"/>
              <a:gd name="connsiteX129" fmla="*/ 4654875 w 12208633"/>
              <a:gd name="connsiteY129" fmla="*/ 473986 h 5434893"/>
              <a:gd name="connsiteX130" fmla="*/ 4654875 w 12208633"/>
              <a:gd name="connsiteY130" fmla="*/ 410313 h 5434893"/>
              <a:gd name="connsiteX131" fmla="*/ 4337854 w 12208633"/>
              <a:gd name="connsiteY131" fmla="*/ 410313 h 5434893"/>
              <a:gd name="connsiteX132" fmla="*/ 4337854 w 12208633"/>
              <a:gd name="connsiteY132" fmla="*/ 645080 h 5434893"/>
              <a:gd name="connsiteX133" fmla="*/ 4354002 w 12208633"/>
              <a:gd name="connsiteY133" fmla="*/ 645080 h 5434893"/>
              <a:gd name="connsiteX134" fmla="*/ 4366063 w 12208633"/>
              <a:gd name="connsiteY134" fmla="*/ 645080 h 5434893"/>
              <a:gd name="connsiteX135" fmla="*/ 4366063 w 12208633"/>
              <a:gd name="connsiteY135" fmla="*/ 554259 h 5434893"/>
              <a:gd name="connsiteX136" fmla="*/ 4430568 w 12208633"/>
              <a:gd name="connsiteY136" fmla="*/ 475115 h 5434893"/>
              <a:gd name="connsiteX137" fmla="*/ 4440404 w 12208633"/>
              <a:gd name="connsiteY137" fmla="*/ 474123 h 5434893"/>
              <a:gd name="connsiteX138" fmla="*/ 4440404 w 12208633"/>
              <a:gd name="connsiteY138" fmla="*/ 410313 h 5434893"/>
              <a:gd name="connsiteX139" fmla="*/ 2495196 w 12208633"/>
              <a:gd name="connsiteY139" fmla="*/ 386617 h 5434893"/>
              <a:gd name="connsiteX140" fmla="*/ 2481179 w 12208633"/>
              <a:gd name="connsiteY140" fmla="*/ 401154 h 5434893"/>
              <a:gd name="connsiteX141" fmla="*/ 2481179 w 12208633"/>
              <a:gd name="connsiteY141" fmla="*/ 472798 h 5434893"/>
              <a:gd name="connsiteX142" fmla="*/ 2480660 w 12208633"/>
              <a:gd name="connsiteY142" fmla="*/ 472798 h 5434893"/>
              <a:gd name="connsiteX143" fmla="*/ 2480660 w 12208633"/>
              <a:gd name="connsiteY143" fmla="*/ 543404 h 5434893"/>
              <a:gd name="connsiteX144" fmla="*/ 2459374 w 12208633"/>
              <a:gd name="connsiteY144" fmla="*/ 565209 h 5434893"/>
              <a:gd name="connsiteX145" fmla="*/ 2443280 w 12208633"/>
              <a:gd name="connsiteY145" fmla="*/ 592724 h 5434893"/>
              <a:gd name="connsiteX146" fmla="*/ 2461970 w 12208633"/>
              <a:gd name="connsiteY146" fmla="*/ 603627 h 5434893"/>
              <a:gd name="connsiteX147" fmla="*/ 2466123 w 12208633"/>
              <a:gd name="connsiteY147" fmla="*/ 603108 h 5434893"/>
              <a:gd name="connsiteX148" fmla="*/ 2490005 w 12208633"/>
              <a:gd name="connsiteY148" fmla="*/ 577150 h 5434893"/>
              <a:gd name="connsiteX149" fmla="*/ 2489485 w 12208633"/>
              <a:gd name="connsiteY149" fmla="*/ 527829 h 5434893"/>
              <a:gd name="connsiteX150" fmla="*/ 2498830 w 12208633"/>
              <a:gd name="connsiteY150" fmla="*/ 516927 h 5434893"/>
              <a:gd name="connsiteX151" fmla="*/ 2505579 w 12208633"/>
              <a:gd name="connsiteY151" fmla="*/ 516408 h 5434893"/>
              <a:gd name="connsiteX152" fmla="*/ 2530499 w 12208633"/>
              <a:gd name="connsiteY152" fmla="*/ 489411 h 5434893"/>
              <a:gd name="connsiteX153" fmla="*/ 2570994 w 12208633"/>
              <a:gd name="connsiteY153" fmla="*/ 420363 h 5434893"/>
              <a:gd name="connsiteX154" fmla="*/ 2577743 w 12208633"/>
              <a:gd name="connsiteY154" fmla="*/ 393366 h 5434893"/>
              <a:gd name="connsiteX155" fmla="*/ 2564244 w 12208633"/>
              <a:gd name="connsiteY155" fmla="*/ 386617 h 5434893"/>
              <a:gd name="connsiteX156" fmla="*/ 2495196 w 12208633"/>
              <a:gd name="connsiteY156" fmla="*/ 386617 h 5434893"/>
              <a:gd name="connsiteX157" fmla="*/ 9258835 w 12208633"/>
              <a:gd name="connsiteY157" fmla="*/ 0 h 5434893"/>
              <a:gd name="connsiteX158" fmla="*/ 9334633 w 12208633"/>
              <a:gd name="connsiteY158" fmla="*/ 0 h 5434893"/>
              <a:gd name="connsiteX159" fmla="*/ 9369417 w 12208633"/>
              <a:gd name="connsiteY159" fmla="*/ 714886 h 5434893"/>
              <a:gd name="connsiteX160" fmla="*/ 9451963 w 12208633"/>
              <a:gd name="connsiteY160" fmla="*/ 716443 h 5434893"/>
              <a:gd name="connsiteX161" fmla="*/ 9451511 w 12208633"/>
              <a:gd name="connsiteY161" fmla="*/ 839288 h 5434893"/>
              <a:gd name="connsiteX162" fmla="*/ 9695008 w 12208633"/>
              <a:gd name="connsiteY162" fmla="*/ 839288 h 5434893"/>
              <a:gd name="connsiteX163" fmla="*/ 9695008 w 12208633"/>
              <a:gd name="connsiteY163" fmla="*/ 627345 h 5434893"/>
              <a:gd name="connsiteX164" fmla="*/ 9695008 w 12208633"/>
              <a:gd name="connsiteY164" fmla="*/ 627342 h 5434893"/>
              <a:gd name="connsiteX165" fmla="*/ 9695008 w 12208633"/>
              <a:gd name="connsiteY165" fmla="*/ 620838 h 5434893"/>
              <a:gd name="connsiteX166" fmla="*/ 9695582 w 12208633"/>
              <a:gd name="connsiteY166" fmla="*/ 620838 h 5434893"/>
              <a:gd name="connsiteX167" fmla="*/ 9696270 w 12208633"/>
              <a:gd name="connsiteY167" fmla="*/ 613044 h 5434893"/>
              <a:gd name="connsiteX168" fmla="*/ 9759513 w 12208633"/>
              <a:gd name="connsiteY168" fmla="*/ 548201 h 5434893"/>
              <a:gd name="connsiteX169" fmla="*/ 9761172 w 12208633"/>
              <a:gd name="connsiteY169" fmla="*/ 548033 h 5434893"/>
              <a:gd name="connsiteX170" fmla="*/ 9761172 w 12208633"/>
              <a:gd name="connsiteY170" fmla="*/ 452927 h 5434893"/>
              <a:gd name="connsiteX171" fmla="*/ 9781381 w 12208633"/>
              <a:gd name="connsiteY171" fmla="*/ 452927 h 5434893"/>
              <a:gd name="connsiteX172" fmla="*/ 9781381 w 12208633"/>
              <a:gd name="connsiteY172" fmla="*/ 453137 h 5434893"/>
              <a:gd name="connsiteX173" fmla="*/ 10098404 w 12208633"/>
              <a:gd name="connsiteY173" fmla="*/ 453137 h 5434893"/>
              <a:gd name="connsiteX174" fmla="*/ 10098404 w 12208633"/>
              <a:gd name="connsiteY174" fmla="*/ 395857 h 5434893"/>
              <a:gd name="connsiteX175" fmla="*/ 10098404 w 12208633"/>
              <a:gd name="connsiteY175" fmla="*/ 395855 h 5434893"/>
              <a:gd name="connsiteX176" fmla="*/ 10098404 w 12208633"/>
              <a:gd name="connsiteY176" fmla="*/ 322646 h 5434893"/>
              <a:gd name="connsiteX177" fmla="*/ 10147724 w 12208633"/>
              <a:gd name="connsiteY177" fmla="*/ 322646 h 5434893"/>
              <a:gd name="connsiteX178" fmla="*/ 10192315 w 12208633"/>
              <a:gd name="connsiteY178" fmla="*/ 322646 h 5434893"/>
              <a:gd name="connsiteX179" fmla="*/ 10192315 w 12208633"/>
              <a:gd name="connsiteY179" fmla="*/ 412796 h 5434893"/>
              <a:gd name="connsiteX180" fmla="*/ 10192315 w 12208633"/>
              <a:gd name="connsiteY180" fmla="*/ 839288 h 5434893"/>
              <a:gd name="connsiteX181" fmla="*/ 10237382 w 12208633"/>
              <a:gd name="connsiteY181" fmla="*/ 839288 h 5434893"/>
              <a:gd name="connsiteX182" fmla="*/ 10237382 w 12208633"/>
              <a:gd name="connsiteY182" fmla="*/ 787976 h 5434893"/>
              <a:gd name="connsiteX183" fmla="*/ 10237382 w 12208633"/>
              <a:gd name="connsiteY183" fmla="*/ 787525 h 5434893"/>
              <a:gd name="connsiteX184" fmla="*/ 10237382 w 12208633"/>
              <a:gd name="connsiteY184" fmla="*/ 786823 h 5434893"/>
              <a:gd name="connsiteX185" fmla="*/ 10293811 w 12208633"/>
              <a:gd name="connsiteY185" fmla="*/ 786823 h 5434893"/>
              <a:gd name="connsiteX186" fmla="*/ 10293811 w 12208633"/>
              <a:gd name="connsiteY186" fmla="*/ 486617 h 5434893"/>
              <a:gd name="connsiteX187" fmla="*/ 10293811 w 12208633"/>
              <a:gd name="connsiteY187" fmla="*/ 486615 h 5434893"/>
              <a:gd name="connsiteX188" fmla="*/ 10293811 w 12208633"/>
              <a:gd name="connsiteY188" fmla="*/ 412796 h 5434893"/>
              <a:gd name="connsiteX189" fmla="*/ 10293812 w 12208633"/>
              <a:gd name="connsiteY189" fmla="*/ 412796 h 5434893"/>
              <a:gd name="connsiteX190" fmla="*/ 10364543 w 12208633"/>
              <a:gd name="connsiteY190" fmla="*/ 412796 h 5434893"/>
              <a:gd name="connsiteX191" fmla="*/ 10435273 w 12208633"/>
              <a:gd name="connsiteY191" fmla="*/ 412796 h 5434893"/>
              <a:gd name="connsiteX192" fmla="*/ 10435273 w 12208633"/>
              <a:gd name="connsiteY192" fmla="*/ 493478 h 5434893"/>
              <a:gd name="connsiteX193" fmla="*/ 10435272 w 12208633"/>
              <a:gd name="connsiteY193" fmla="*/ 493478 h 5434893"/>
              <a:gd name="connsiteX194" fmla="*/ 10435272 w 12208633"/>
              <a:gd name="connsiteY194" fmla="*/ 787653 h 5434893"/>
              <a:gd name="connsiteX195" fmla="*/ 10479889 w 12208633"/>
              <a:gd name="connsiteY195" fmla="*/ 787653 h 5434893"/>
              <a:gd name="connsiteX196" fmla="*/ 10479889 w 12208633"/>
              <a:gd name="connsiteY196" fmla="*/ 834346 h 5434893"/>
              <a:gd name="connsiteX197" fmla="*/ 10479889 w 12208633"/>
              <a:gd name="connsiteY197" fmla="*/ 883894 h 5434893"/>
              <a:gd name="connsiteX198" fmla="*/ 10634153 w 12208633"/>
              <a:gd name="connsiteY198" fmla="*/ 798062 h 5434893"/>
              <a:gd name="connsiteX199" fmla="*/ 10634153 w 12208633"/>
              <a:gd name="connsiteY199" fmla="*/ 890261 h 5434893"/>
              <a:gd name="connsiteX200" fmla="*/ 10799859 w 12208633"/>
              <a:gd name="connsiteY200" fmla="*/ 798062 h 5434893"/>
              <a:gd name="connsiteX201" fmla="*/ 10799859 w 12208633"/>
              <a:gd name="connsiteY201" fmla="*/ 890261 h 5434893"/>
              <a:gd name="connsiteX202" fmla="*/ 10965565 w 12208633"/>
              <a:gd name="connsiteY202" fmla="*/ 798062 h 5434893"/>
              <a:gd name="connsiteX203" fmla="*/ 10965565 w 12208633"/>
              <a:gd name="connsiteY203" fmla="*/ 890261 h 5434893"/>
              <a:gd name="connsiteX204" fmla="*/ 11131272 w 12208633"/>
              <a:gd name="connsiteY204" fmla="*/ 798062 h 5434893"/>
              <a:gd name="connsiteX205" fmla="*/ 11131272 w 12208633"/>
              <a:gd name="connsiteY205" fmla="*/ 894809 h 5434893"/>
              <a:gd name="connsiteX206" fmla="*/ 10965565 w 12208633"/>
              <a:gd name="connsiteY206" fmla="*/ 894809 h 5434893"/>
              <a:gd name="connsiteX207" fmla="*/ 10957391 w 12208633"/>
              <a:gd name="connsiteY207" fmla="*/ 894809 h 5434893"/>
              <a:gd name="connsiteX208" fmla="*/ 10799859 w 12208633"/>
              <a:gd name="connsiteY208" fmla="*/ 894809 h 5434893"/>
              <a:gd name="connsiteX209" fmla="*/ 10791685 w 12208633"/>
              <a:gd name="connsiteY209" fmla="*/ 894809 h 5434893"/>
              <a:gd name="connsiteX210" fmla="*/ 10634153 w 12208633"/>
              <a:gd name="connsiteY210" fmla="*/ 894809 h 5434893"/>
              <a:gd name="connsiteX211" fmla="*/ 10625978 w 12208633"/>
              <a:gd name="connsiteY211" fmla="*/ 894809 h 5434893"/>
              <a:gd name="connsiteX212" fmla="*/ 10479889 w 12208633"/>
              <a:gd name="connsiteY212" fmla="*/ 894809 h 5434893"/>
              <a:gd name="connsiteX213" fmla="*/ 10479889 w 12208633"/>
              <a:gd name="connsiteY213" fmla="*/ 894815 h 5434893"/>
              <a:gd name="connsiteX214" fmla="*/ 11131272 w 12208633"/>
              <a:gd name="connsiteY214" fmla="*/ 894815 h 5434893"/>
              <a:gd name="connsiteX215" fmla="*/ 11131272 w 12208633"/>
              <a:gd name="connsiteY215" fmla="*/ 930426 h 5434893"/>
              <a:gd name="connsiteX216" fmla="*/ 11131272 w 12208633"/>
              <a:gd name="connsiteY216" fmla="*/ 1058032 h 5434893"/>
              <a:gd name="connsiteX217" fmla="*/ 11135416 w 12208633"/>
              <a:gd name="connsiteY217" fmla="*/ 1058032 h 5434893"/>
              <a:gd name="connsiteX218" fmla="*/ 11135416 w 12208633"/>
              <a:gd name="connsiteY218" fmla="*/ 475513 h 5434893"/>
              <a:gd name="connsiteX219" fmla="*/ 11317073 w 12208633"/>
              <a:gd name="connsiteY219" fmla="*/ 475513 h 5434893"/>
              <a:gd name="connsiteX220" fmla="*/ 11317073 w 12208633"/>
              <a:gd name="connsiteY220" fmla="*/ 957415 h 5434893"/>
              <a:gd name="connsiteX221" fmla="*/ 11385524 w 12208633"/>
              <a:gd name="connsiteY221" fmla="*/ 864742 h 5434893"/>
              <a:gd name="connsiteX222" fmla="*/ 11467139 w 12208633"/>
              <a:gd name="connsiteY222" fmla="*/ 970654 h 5434893"/>
              <a:gd name="connsiteX223" fmla="*/ 11540855 w 12208633"/>
              <a:gd name="connsiteY223" fmla="*/ 864742 h 5434893"/>
              <a:gd name="connsiteX224" fmla="*/ 11622470 w 12208633"/>
              <a:gd name="connsiteY224" fmla="*/ 970654 h 5434893"/>
              <a:gd name="connsiteX225" fmla="*/ 11696186 w 12208633"/>
              <a:gd name="connsiteY225" fmla="*/ 864742 h 5434893"/>
              <a:gd name="connsiteX226" fmla="*/ 11777800 w 12208633"/>
              <a:gd name="connsiteY226" fmla="*/ 970654 h 5434893"/>
              <a:gd name="connsiteX227" fmla="*/ 11777800 w 12208633"/>
              <a:gd name="connsiteY227" fmla="*/ 994485 h 5434893"/>
              <a:gd name="connsiteX228" fmla="*/ 11851517 w 12208633"/>
              <a:gd name="connsiteY228" fmla="*/ 994485 h 5434893"/>
              <a:gd name="connsiteX229" fmla="*/ 11851517 w 12208633"/>
              <a:gd name="connsiteY229" fmla="*/ 920346 h 5434893"/>
              <a:gd name="connsiteX230" fmla="*/ 11759371 w 12208633"/>
              <a:gd name="connsiteY230" fmla="*/ 806490 h 5434893"/>
              <a:gd name="connsiteX231" fmla="*/ 11851517 w 12208633"/>
              <a:gd name="connsiteY231" fmla="*/ 692634 h 5434893"/>
              <a:gd name="connsiteX232" fmla="*/ 11851517 w 12208633"/>
              <a:gd name="connsiteY232" fmla="*/ 562891 h 5434893"/>
              <a:gd name="connsiteX233" fmla="*/ 11898906 w 12208633"/>
              <a:gd name="connsiteY233" fmla="*/ 562891 h 5434893"/>
              <a:gd name="connsiteX234" fmla="*/ 11898906 w 12208633"/>
              <a:gd name="connsiteY234" fmla="*/ 692634 h 5434893"/>
              <a:gd name="connsiteX235" fmla="*/ 11991051 w 12208633"/>
              <a:gd name="connsiteY235" fmla="*/ 806490 h 5434893"/>
              <a:gd name="connsiteX236" fmla="*/ 11898906 w 12208633"/>
              <a:gd name="connsiteY236" fmla="*/ 920346 h 5434893"/>
              <a:gd name="connsiteX237" fmla="*/ 11898906 w 12208633"/>
              <a:gd name="connsiteY237" fmla="*/ 994485 h 5434893"/>
              <a:gd name="connsiteX238" fmla="*/ 11962091 w 12208633"/>
              <a:gd name="connsiteY238" fmla="*/ 994485 h 5434893"/>
              <a:gd name="connsiteX239" fmla="*/ 11962091 w 12208633"/>
              <a:gd name="connsiteY239" fmla="*/ 917698 h 5434893"/>
              <a:gd name="connsiteX240" fmla="*/ 12041073 w 12208633"/>
              <a:gd name="connsiteY240" fmla="*/ 917698 h 5434893"/>
              <a:gd name="connsiteX241" fmla="*/ 12041073 w 12208633"/>
              <a:gd name="connsiteY241" fmla="*/ 817081 h 5434893"/>
              <a:gd name="connsiteX242" fmla="*/ 12155715 w 12208633"/>
              <a:gd name="connsiteY242" fmla="*/ 817081 h 5434893"/>
              <a:gd name="connsiteX243" fmla="*/ 12200316 w 12208633"/>
              <a:gd name="connsiteY243" fmla="*/ 817081 h 5434893"/>
              <a:gd name="connsiteX244" fmla="*/ 12200316 w 12208633"/>
              <a:gd name="connsiteY244" fmla="*/ 1105184 h 5434893"/>
              <a:gd name="connsiteX245" fmla="*/ 12208559 w 12208633"/>
              <a:gd name="connsiteY245" fmla="*/ 1105184 h 5434893"/>
              <a:gd name="connsiteX246" fmla="*/ 12208559 w 12208633"/>
              <a:gd name="connsiteY246" fmla="*/ 1153840 h 5434893"/>
              <a:gd name="connsiteX247" fmla="*/ 12208559 w 12208633"/>
              <a:gd name="connsiteY247" fmla="*/ 1225322 h 5434893"/>
              <a:gd name="connsiteX248" fmla="*/ 12208633 w 12208633"/>
              <a:gd name="connsiteY248" fmla="*/ 1225322 h 5434893"/>
              <a:gd name="connsiteX249" fmla="*/ 12208633 w 12208633"/>
              <a:gd name="connsiteY249" fmla="*/ 1247932 h 5434893"/>
              <a:gd name="connsiteX250" fmla="*/ 12200316 w 12208633"/>
              <a:gd name="connsiteY250" fmla="*/ 1247932 h 5434893"/>
              <a:gd name="connsiteX251" fmla="*/ 12200316 w 12208633"/>
              <a:gd name="connsiteY251" fmla="*/ 5434893 h 5434893"/>
              <a:gd name="connsiteX252" fmla="*/ 8318 w 12208633"/>
              <a:gd name="connsiteY252" fmla="*/ 5434893 h 5434893"/>
              <a:gd name="connsiteX253" fmla="*/ 8318 w 12208633"/>
              <a:gd name="connsiteY253" fmla="*/ 1247932 h 5434893"/>
              <a:gd name="connsiteX254" fmla="*/ 0 w 12208633"/>
              <a:gd name="connsiteY254" fmla="*/ 1247932 h 5434893"/>
              <a:gd name="connsiteX255" fmla="*/ 0 w 12208633"/>
              <a:gd name="connsiteY255" fmla="*/ 1225322 h 5434893"/>
              <a:gd name="connsiteX256" fmla="*/ 0 w 12208633"/>
              <a:gd name="connsiteY256" fmla="*/ 1063433 h 5434893"/>
              <a:gd name="connsiteX257" fmla="*/ 56578 w 12208633"/>
              <a:gd name="connsiteY257" fmla="*/ 1063433 h 5434893"/>
              <a:gd name="connsiteX258" fmla="*/ 146955 w 12208633"/>
              <a:gd name="connsiteY258" fmla="*/ 1063433 h 5434893"/>
              <a:gd name="connsiteX259" fmla="*/ 146955 w 12208633"/>
              <a:gd name="connsiteY259" fmla="*/ 480915 h 5434893"/>
              <a:gd name="connsiteX260" fmla="*/ 328613 w 12208633"/>
              <a:gd name="connsiteY260" fmla="*/ 480915 h 5434893"/>
              <a:gd name="connsiteX261" fmla="*/ 328613 w 12208633"/>
              <a:gd name="connsiteY261" fmla="*/ 962816 h 5434893"/>
              <a:gd name="connsiteX262" fmla="*/ 397064 w 12208633"/>
              <a:gd name="connsiteY262" fmla="*/ 870143 h 5434893"/>
              <a:gd name="connsiteX263" fmla="*/ 478678 w 12208633"/>
              <a:gd name="connsiteY263" fmla="*/ 976055 h 5434893"/>
              <a:gd name="connsiteX264" fmla="*/ 552394 w 12208633"/>
              <a:gd name="connsiteY264" fmla="*/ 870143 h 5434893"/>
              <a:gd name="connsiteX265" fmla="*/ 634009 w 12208633"/>
              <a:gd name="connsiteY265" fmla="*/ 976055 h 5434893"/>
              <a:gd name="connsiteX266" fmla="*/ 707725 w 12208633"/>
              <a:gd name="connsiteY266" fmla="*/ 870143 h 5434893"/>
              <a:gd name="connsiteX267" fmla="*/ 789340 w 12208633"/>
              <a:gd name="connsiteY267" fmla="*/ 976055 h 5434893"/>
              <a:gd name="connsiteX268" fmla="*/ 789340 w 12208633"/>
              <a:gd name="connsiteY268" fmla="*/ 999886 h 5434893"/>
              <a:gd name="connsiteX269" fmla="*/ 863056 w 12208633"/>
              <a:gd name="connsiteY269" fmla="*/ 999886 h 5434893"/>
              <a:gd name="connsiteX270" fmla="*/ 863056 w 12208633"/>
              <a:gd name="connsiteY270" fmla="*/ 925747 h 5434893"/>
              <a:gd name="connsiteX271" fmla="*/ 770911 w 12208633"/>
              <a:gd name="connsiteY271" fmla="*/ 811891 h 5434893"/>
              <a:gd name="connsiteX272" fmla="*/ 863056 w 12208633"/>
              <a:gd name="connsiteY272" fmla="*/ 698035 h 5434893"/>
              <a:gd name="connsiteX273" fmla="*/ 863056 w 12208633"/>
              <a:gd name="connsiteY273" fmla="*/ 568293 h 5434893"/>
              <a:gd name="connsiteX274" fmla="*/ 910445 w 12208633"/>
              <a:gd name="connsiteY274" fmla="*/ 568293 h 5434893"/>
              <a:gd name="connsiteX275" fmla="*/ 910445 w 12208633"/>
              <a:gd name="connsiteY275" fmla="*/ 698035 h 5434893"/>
              <a:gd name="connsiteX276" fmla="*/ 1002590 w 12208633"/>
              <a:gd name="connsiteY276" fmla="*/ 811891 h 5434893"/>
              <a:gd name="connsiteX277" fmla="*/ 910445 w 12208633"/>
              <a:gd name="connsiteY277" fmla="*/ 925747 h 5434893"/>
              <a:gd name="connsiteX278" fmla="*/ 910445 w 12208633"/>
              <a:gd name="connsiteY278" fmla="*/ 999886 h 5434893"/>
              <a:gd name="connsiteX279" fmla="*/ 973630 w 12208633"/>
              <a:gd name="connsiteY279" fmla="*/ 999886 h 5434893"/>
              <a:gd name="connsiteX280" fmla="*/ 973630 w 12208633"/>
              <a:gd name="connsiteY280" fmla="*/ 923099 h 5434893"/>
              <a:gd name="connsiteX281" fmla="*/ 1052612 w 12208633"/>
              <a:gd name="connsiteY281" fmla="*/ 923099 h 5434893"/>
              <a:gd name="connsiteX282" fmla="*/ 1052612 w 12208633"/>
              <a:gd name="connsiteY282" fmla="*/ 822482 h 5434893"/>
              <a:gd name="connsiteX283" fmla="*/ 1223739 w 12208633"/>
              <a:gd name="connsiteY283" fmla="*/ 822482 h 5434893"/>
              <a:gd name="connsiteX284" fmla="*/ 1223739 w 12208633"/>
              <a:gd name="connsiteY284" fmla="*/ 533871 h 5434893"/>
              <a:gd name="connsiteX285" fmla="*/ 1452786 w 12208633"/>
              <a:gd name="connsiteY285" fmla="*/ 533871 h 5434893"/>
              <a:gd name="connsiteX286" fmla="*/ 1452786 w 12208633"/>
              <a:gd name="connsiteY286" fmla="*/ 827778 h 5434893"/>
              <a:gd name="connsiteX287" fmla="*/ 1687099 w 12208633"/>
              <a:gd name="connsiteY287" fmla="*/ 827778 h 5434893"/>
              <a:gd name="connsiteX288" fmla="*/ 1687099 w 12208633"/>
              <a:gd name="connsiteY288" fmla="*/ 645080 h 5434893"/>
              <a:gd name="connsiteX289" fmla="*/ 1795945 w 12208633"/>
              <a:gd name="connsiteY289" fmla="*/ 645080 h 5434893"/>
              <a:gd name="connsiteX290" fmla="*/ 1814336 w 12208633"/>
              <a:gd name="connsiteY290" fmla="*/ 645080 h 5434893"/>
              <a:gd name="connsiteX291" fmla="*/ 1814055 w 12208633"/>
              <a:gd name="connsiteY291" fmla="*/ 568843 h 5434893"/>
              <a:gd name="connsiteX292" fmla="*/ 1896602 w 12208633"/>
              <a:gd name="connsiteY292" fmla="*/ 567286 h 5434893"/>
              <a:gd name="connsiteX293" fmla="*/ 1917630 w 12208633"/>
              <a:gd name="connsiteY293" fmla="*/ 135119 h 5434893"/>
              <a:gd name="connsiteX294" fmla="*/ 2020520 w 12208633"/>
              <a:gd name="connsiteY294" fmla="*/ 135119 h 5434893"/>
              <a:gd name="connsiteX295" fmla="*/ 2040929 w 12208633"/>
              <a:gd name="connsiteY295" fmla="*/ 567805 h 5434893"/>
              <a:gd name="connsiteX296" fmla="*/ 2085058 w 12208633"/>
              <a:gd name="connsiteY296" fmla="*/ 569362 h 5434893"/>
              <a:gd name="connsiteX297" fmla="*/ 2104692 w 12208633"/>
              <a:gd name="connsiteY297" fmla="*/ 247596 h 5434893"/>
              <a:gd name="connsiteX298" fmla="*/ 2211603 w 12208633"/>
              <a:gd name="connsiteY298" fmla="*/ 247596 h 5434893"/>
              <a:gd name="connsiteX299" fmla="*/ 2230423 w 12208633"/>
              <a:gd name="connsiteY299" fmla="*/ 571958 h 5434893"/>
              <a:gd name="connsiteX300" fmla="*/ 2293761 w 12208633"/>
              <a:gd name="connsiteY300" fmla="*/ 575073 h 5434893"/>
              <a:gd name="connsiteX301" fmla="*/ 2293761 w 12208633"/>
              <a:gd name="connsiteY301" fmla="*/ 481105 h 5434893"/>
              <a:gd name="connsiteX302" fmla="*/ 2325430 w 12208633"/>
              <a:gd name="connsiteY302" fmla="*/ 425035 h 5434893"/>
              <a:gd name="connsiteX303" fmla="*/ 2333736 w 12208633"/>
              <a:gd name="connsiteY303" fmla="*/ 417248 h 5434893"/>
              <a:gd name="connsiteX304" fmla="*/ 2370078 w 12208633"/>
              <a:gd name="connsiteY304" fmla="*/ 413614 h 5434893"/>
              <a:gd name="connsiteX305" fmla="*/ 2388249 w 12208633"/>
              <a:gd name="connsiteY305" fmla="*/ 430227 h 5434893"/>
              <a:gd name="connsiteX306" fmla="*/ 2411611 w 12208633"/>
              <a:gd name="connsiteY306" fmla="*/ 474355 h 5434893"/>
              <a:gd name="connsiteX307" fmla="*/ 2428224 w 12208633"/>
              <a:gd name="connsiteY307" fmla="*/ 489411 h 5434893"/>
              <a:gd name="connsiteX308" fmla="*/ 2443799 w 12208633"/>
              <a:gd name="connsiteY308" fmla="*/ 504986 h 5434893"/>
              <a:gd name="connsiteX309" fmla="*/ 2443799 w 12208633"/>
              <a:gd name="connsiteY309" fmla="*/ 530425 h 5434893"/>
              <a:gd name="connsiteX310" fmla="*/ 2448472 w 12208633"/>
              <a:gd name="connsiteY310" fmla="*/ 538732 h 5434893"/>
              <a:gd name="connsiteX311" fmla="*/ 2454182 w 12208633"/>
              <a:gd name="connsiteY311" fmla="*/ 529906 h 5434893"/>
              <a:gd name="connsiteX312" fmla="*/ 2455740 w 12208633"/>
              <a:gd name="connsiteY312" fmla="*/ 488892 h 5434893"/>
              <a:gd name="connsiteX313" fmla="*/ 2455740 w 12208633"/>
              <a:gd name="connsiteY313" fmla="*/ 379868 h 5434893"/>
              <a:gd name="connsiteX314" fmla="*/ 2471834 w 12208633"/>
              <a:gd name="connsiteY314" fmla="*/ 361697 h 5434893"/>
              <a:gd name="connsiteX315" fmla="*/ 2590203 w 12208633"/>
              <a:gd name="connsiteY315" fmla="*/ 361697 h 5434893"/>
              <a:gd name="connsiteX316" fmla="*/ 2604220 w 12208633"/>
              <a:gd name="connsiteY316" fmla="*/ 376753 h 5434893"/>
              <a:gd name="connsiteX317" fmla="*/ 2603701 w 12208633"/>
              <a:gd name="connsiteY317" fmla="*/ 404788 h 5434893"/>
              <a:gd name="connsiteX318" fmla="*/ 2616161 w 12208633"/>
              <a:gd name="connsiteY318" fmla="*/ 425035 h 5434893"/>
              <a:gd name="connsiteX319" fmla="*/ 2648868 w 12208633"/>
              <a:gd name="connsiteY319" fmla="*/ 476951 h 5434893"/>
              <a:gd name="connsiteX320" fmla="*/ 2648868 w 12208633"/>
              <a:gd name="connsiteY320" fmla="*/ 527310 h 5434893"/>
              <a:gd name="connsiteX321" fmla="*/ 2651010 w 12208633"/>
              <a:gd name="connsiteY321" fmla="*/ 551386 h 5434893"/>
              <a:gd name="connsiteX322" fmla="*/ 2661207 w 12208633"/>
              <a:gd name="connsiteY322" fmla="*/ 552175 h 5434893"/>
              <a:gd name="connsiteX323" fmla="*/ 2661207 w 12208633"/>
              <a:gd name="connsiteY323" fmla="*/ 497877 h 5434893"/>
              <a:gd name="connsiteX324" fmla="*/ 2661207 w 12208633"/>
              <a:gd name="connsiteY324" fmla="*/ 274385 h 5434893"/>
              <a:gd name="connsiteX325" fmla="*/ 2916581 w 12208633"/>
              <a:gd name="connsiteY325" fmla="*/ 274385 h 5434893"/>
              <a:gd name="connsiteX326" fmla="*/ 2916581 w 12208633"/>
              <a:gd name="connsiteY326" fmla="*/ 623897 h 5434893"/>
              <a:gd name="connsiteX327" fmla="*/ 3103505 w 12208633"/>
              <a:gd name="connsiteY327" fmla="*/ 623897 h 5434893"/>
              <a:gd name="connsiteX328" fmla="*/ 3103505 w 12208633"/>
              <a:gd name="connsiteY328" fmla="*/ 938986 h 5434893"/>
              <a:gd name="connsiteX329" fmla="*/ 3253570 w 12208633"/>
              <a:gd name="connsiteY329" fmla="*/ 938986 h 5434893"/>
              <a:gd name="connsiteX330" fmla="*/ 3253570 w 12208633"/>
              <a:gd name="connsiteY330" fmla="*/ 833074 h 5434893"/>
              <a:gd name="connsiteX331" fmla="*/ 3458923 w 12208633"/>
              <a:gd name="connsiteY331" fmla="*/ 833074 h 5434893"/>
              <a:gd name="connsiteX332" fmla="*/ 3458923 w 12208633"/>
              <a:gd name="connsiteY332" fmla="*/ 449141 h 5434893"/>
              <a:gd name="connsiteX333" fmla="*/ 3619519 w 12208633"/>
              <a:gd name="connsiteY333" fmla="*/ 449141 h 5434893"/>
              <a:gd name="connsiteX334" fmla="*/ 3619519 w 12208633"/>
              <a:gd name="connsiteY334" fmla="*/ 822482 h 5434893"/>
              <a:gd name="connsiteX335" fmla="*/ 3716929 w 12208633"/>
              <a:gd name="connsiteY335" fmla="*/ 822482 h 5434893"/>
              <a:gd name="connsiteX336" fmla="*/ 3716929 w 12208633"/>
              <a:gd name="connsiteY336" fmla="*/ 533871 h 5434893"/>
              <a:gd name="connsiteX337" fmla="*/ 3948609 w 12208633"/>
              <a:gd name="connsiteY337" fmla="*/ 533871 h 5434893"/>
              <a:gd name="connsiteX338" fmla="*/ 3948609 w 12208633"/>
              <a:gd name="connsiteY338" fmla="*/ 827778 h 5434893"/>
              <a:gd name="connsiteX339" fmla="*/ 3952270 w 12208633"/>
              <a:gd name="connsiteY339" fmla="*/ 827778 h 5434893"/>
              <a:gd name="connsiteX340" fmla="*/ 3956368 w 12208633"/>
              <a:gd name="connsiteY340" fmla="*/ 827778 h 5434893"/>
              <a:gd name="connsiteX341" fmla="*/ 3956368 w 12208633"/>
              <a:gd name="connsiteY341" fmla="*/ 761209 h 5434893"/>
              <a:gd name="connsiteX342" fmla="*/ 3956368 w 12208633"/>
              <a:gd name="connsiteY342" fmla="*/ 714516 h 5434893"/>
              <a:gd name="connsiteX343" fmla="*/ 4000985 w 12208633"/>
              <a:gd name="connsiteY343" fmla="*/ 714516 h 5434893"/>
              <a:gd name="connsiteX344" fmla="*/ 4000985 w 12208633"/>
              <a:gd name="connsiteY344" fmla="*/ 420341 h 5434893"/>
              <a:gd name="connsiteX345" fmla="*/ 4000984 w 12208633"/>
              <a:gd name="connsiteY345" fmla="*/ 420341 h 5434893"/>
              <a:gd name="connsiteX346" fmla="*/ 4000984 w 12208633"/>
              <a:gd name="connsiteY346" fmla="*/ 339659 h 5434893"/>
              <a:gd name="connsiteX347" fmla="*/ 4071715 w 12208633"/>
              <a:gd name="connsiteY347" fmla="*/ 339659 h 5434893"/>
              <a:gd name="connsiteX348" fmla="*/ 4142446 w 12208633"/>
              <a:gd name="connsiteY348" fmla="*/ 339659 h 5434893"/>
              <a:gd name="connsiteX349" fmla="*/ 4142446 w 12208633"/>
              <a:gd name="connsiteY349" fmla="*/ 413478 h 5434893"/>
              <a:gd name="connsiteX350" fmla="*/ 4142446 w 12208633"/>
              <a:gd name="connsiteY350" fmla="*/ 413480 h 5434893"/>
              <a:gd name="connsiteX351" fmla="*/ 4142446 w 12208633"/>
              <a:gd name="connsiteY351" fmla="*/ 713686 h 5434893"/>
              <a:gd name="connsiteX352" fmla="*/ 4182921 w 12208633"/>
              <a:gd name="connsiteY352" fmla="*/ 713686 h 5434893"/>
              <a:gd name="connsiteX353" fmla="*/ 4182921 w 12208633"/>
              <a:gd name="connsiteY353" fmla="*/ 705384 h 5434893"/>
              <a:gd name="connsiteX354" fmla="*/ 4182921 w 12208633"/>
              <a:gd name="connsiteY354" fmla="*/ 645080 h 5434893"/>
              <a:gd name="connsiteX355" fmla="*/ 4214842 w 12208633"/>
              <a:gd name="connsiteY355" fmla="*/ 645080 h 5434893"/>
              <a:gd name="connsiteX356" fmla="*/ 4243942 w 12208633"/>
              <a:gd name="connsiteY356" fmla="*/ 645080 h 5434893"/>
              <a:gd name="connsiteX357" fmla="*/ 4243942 w 12208633"/>
              <a:gd name="connsiteY357" fmla="*/ 339659 h 5434893"/>
              <a:gd name="connsiteX358" fmla="*/ 4243942 w 12208633"/>
              <a:gd name="connsiteY358" fmla="*/ 249509 h 5434893"/>
              <a:gd name="connsiteX359" fmla="*/ 4288534 w 12208633"/>
              <a:gd name="connsiteY359" fmla="*/ 249509 h 5434893"/>
              <a:gd name="connsiteX360" fmla="*/ 4337854 w 12208633"/>
              <a:gd name="connsiteY360" fmla="*/ 249509 h 5434893"/>
              <a:gd name="connsiteX361" fmla="*/ 4337854 w 12208633"/>
              <a:gd name="connsiteY361" fmla="*/ 322718 h 5434893"/>
              <a:gd name="connsiteX362" fmla="*/ 4337854 w 12208633"/>
              <a:gd name="connsiteY362" fmla="*/ 322720 h 5434893"/>
              <a:gd name="connsiteX363" fmla="*/ 4337854 w 12208633"/>
              <a:gd name="connsiteY363" fmla="*/ 380000 h 5434893"/>
              <a:gd name="connsiteX364" fmla="*/ 4654875 w 12208633"/>
              <a:gd name="connsiteY364" fmla="*/ 380000 h 5434893"/>
              <a:gd name="connsiteX365" fmla="*/ 4654875 w 12208633"/>
              <a:gd name="connsiteY365" fmla="*/ 379790 h 5434893"/>
              <a:gd name="connsiteX366" fmla="*/ 4675084 w 12208633"/>
              <a:gd name="connsiteY366" fmla="*/ 379790 h 5434893"/>
              <a:gd name="connsiteX367" fmla="*/ 4675084 w 12208633"/>
              <a:gd name="connsiteY367" fmla="*/ 474896 h 5434893"/>
              <a:gd name="connsiteX368" fmla="*/ 4676745 w 12208633"/>
              <a:gd name="connsiteY368" fmla="*/ 475064 h 5434893"/>
              <a:gd name="connsiteX369" fmla="*/ 4739988 w 12208633"/>
              <a:gd name="connsiteY369" fmla="*/ 539907 h 5434893"/>
              <a:gd name="connsiteX370" fmla="*/ 4740674 w 12208633"/>
              <a:gd name="connsiteY370" fmla="*/ 547701 h 5434893"/>
              <a:gd name="connsiteX371" fmla="*/ 4741248 w 12208633"/>
              <a:gd name="connsiteY371" fmla="*/ 547701 h 5434893"/>
              <a:gd name="connsiteX372" fmla="*/ 4741248 w 12208633"/>
              <a:gd name="connsiteY372" fmla="*/ 554205 h 5434893"/>
              <a:gd name="connsiteX373" fmla="*/ 4741248 w 12208633"/>
              <a:gd name="connsiteY373" fmla="*/ 554208 h 5434893"/>
              <a:gd name="connsiteX374" fmla="*/ 4741248 w 12208633"/>
              <a:gd name="connsiteY374" fmla="*/ 739927 h 5434893"/>
              <a:gd name="connsiteX375" fmla="*/ 4764753 w 12208633"/>
              <a:gd name="connsiteY375" fmla="*/ 740400 h 5434893"/>
              <a:gd name="connsiteX376" fmla="*/ 4764753 w 12208633"/>
              <a:gd name="connsiteY376" fmla="*/ 666262 h 5434893"/>
              <a:gd name="connsiteX377" fmla="*/ 4899024 w 12208633"/>
              <a:gd name="connsiteY377" fmla="*/ 666262 h 5434893"/>
              <a:gd name="connsiteX378" fmla="*/ 4899024 w 12208633"/>
              <a:gd name="connsiteY378" fmla="*/ 735104 h 5434893"/>
              <a:gd name="connsiteX379" fmla="*/ 5028026 w 12208633"/>
              <a:gd name="connsiteY379" fmla="*/ 735104 h 5434893"/>
              <a:gd name="connsiteX380" fmla="*/ 5028026 w 12208633"/>
              <a:gd name="connsiteY380" fmla="*/ 658319 h 5434893"/>
              <a:gd name="connsiteX381" fmla="*/ 5154397 w 12208633"/>
              <a:gd name="connsiteY381" fmla="*/ 660966 h 5434893"/>
              <a:gd name="connsiteX382" fmla="*/ 5154397 w 12208633"/>
              <a:gd name="connsiteY382" fmla="*/ 369707 h 5434893"/>
              <a:gd name="connsiteX383" fmla="*/ 5409771 w 12208633"/>
              <a:gd name="connsiteY383" fmla="*/ 369707 h 5434893"/>
              <a:gd name="connsiteX384" fmla="*/ 5409771 w 12208633"/>
              <a:gd name="connsiteY384" fmla="*/ 623897 h 5434893"/>
              <a:gd name="connsiteX385" fmla="*/ 5599327 w 12208633"/>
              <a:gd name="connsiteY385" fmla="*/ 623897 h 5434893"/>
              <a:gd name="connsiteX386" fmla="*/ 5599327 w 12208633"/>
              <a:gd name="connsiteY386" fmla="*/ 681817 h 5434893"/>
              <a:gd name="connsiteX387" fmla="*/ 5599327 w 12208633"/>
              <a:gd name="connsiteY387" fmla="*/ 692743 h 5434893"/>
              <a:gd name="connsiteX388" fmla="*/ 5628967 w 12208633"/>
              <a:gd name="connsiteY388" fmla="*/ 692743 h 5434893"/>
              <a:gd name="connsiteX389" fmla="*/ 5628967 w 12208633"/>
              <a:gd name="connsiteY389" fmla="*/ 672950 h 5434893"/>
              <a:gd name="connsiteX390" fmla="*/ 5794767 w 12208633"/>
              <a:gd name="connsiteY390" fmla="*/ 672950 h 5434893"/>
              <a:gd name="connsiteX391" fmla="*/ 5794803 w 12208633"/>
              <a:gd name="connsiteY391" fmla="*/ 672943 h 5434893"/>
              <a:gd name="connsiteX392" fmla="*/ 5792189 w 12208633"/>
              <a:gd name="connsiteY392" fmla="*/ 672943 h 5434893"/>
              <a:gd name="connsiteX393" fmla="*/ 5784518 w 12208633"/>
              <a:gd name="connsiteY393" fmla="*/ 672943 h 5434893"/>
              <a:gd name="connsiteX394" fmla="*/ 5628967 w 12208633"/>
              <a:gd name="connsiteY394" fmla="*/ 672943 h 5434893"/>
              <a:gd name="connsiteX395" fmla="*/ 5792189 w 12208633"/>
              <a:gd name="connsiteY395" fmla="*/ 576196 h 5434893"/>
              <a:gd name="connsiteX396" fmla="*/ 5792189 w 12208633"/>
              <a:gd name="connsiteY396" fmla="*/ 668395 h 5434893"/>
              <a:gd name="connsiteX397" fmla="*/ 5947738 w 12208633"/>
              <a:gd name="connsiteY397" fmla="*/ 576196 h 5434893"/>
              <a:gd name="connsiteX398" fmla="*/ 5947738 w 12208633"/>
              <a:gd name="connsiteY398" fmla="*/ 668395 h 5434893"/>
              <a:gd name="connsiteX399" fmla="*/ 6103287 w 12208633"/>
              <a:gd name="connsiteY399" fmla="*/ 576196 h 5434893"/>
              <a:gd name="connsiteX400" fmla="*/ 6103287 w 12208633"/>
              <a:gd name="connsiteY400" fmla="*/ 668395 h 5434893"/>
              <a:gd name="connsiteX401" fmla="*/ 6258836 w 12208633"/>
              <a:gd name="connsiteY401" fmla="*/ 576196 h 5434893"/>
              <a:gd name="connsiteX402" fmla="*/ 6258836 w 12208633"/>
              <a:gd name="connsiteY402" fmla="*/ 672943 h 5434893"/>
              <a:gd name="connsiteX403" fmla="*/ 6154820 w 12208633"/>
              <a:gd name="connsiteY403" fmla="*/ 672943 h 5434893"/>
              <a:gd name="connsiteX404" fmla="*/ 6154820 w 12208633"/>
              <a:gd name="connsiteY404" fmla="*/ 672950 h 5434893"/>
              <a:gd name="connsiteX405" fmla="*/ 6258836 w 12208633"/>
              <a:gd name="connsiteY405" fmla="*/ 672950 h 5434893"/>
              <a:gd name="connsiteX406" fmla="*/ 6258836 w 12208633"/>
              <a:gd name="connsiteY406" fmla="*/ 708560 h 5434893"/>
              <a:gd name="connsiteX407" fmla="*/ 6258836 w 12208633"/>
              <a:gd name="connsiteY407" fmla="*/ 726328 h 5434893"/>
              <a:gd name="connsiteX408" fmla="*/ 6349534 w 12208633"/>
              <a:gd name="connsiteY408" fmla="*/ 726328 h 5434893"/>
              <a:gd name="connsiteX409" fmla="*/ 6354387 w 12208633"/>
              <a:gd name="connsiteY409" fmla="*/ 721669 h 5434893"/>
              <a:gd name="connsiteX410" fmla="*/ 6354387 w 12208633"/>
              <a:gd name="connsiteY410" fmla="*/ 653142 h 5434893"/>
              <a:gd name="connsiteX411" fmla="*/ 6351863 w 12208633"/>
              <a:gd name="connsiteY411" fmla="*/ 648482 h 5434893"/>
              <a:gd name="connsiteX412" fmla="*/ 6352251 w 12208633"/>
              <a:gd name="connsiteY412" fmla="*/ 641882 h 5434893"/>
              <a:gd name="connsiteX413" fmla="*/ 6354581 w 12208633"/>
              <a:gd name="connsiteY413" fmla="*/ 638194 h 5434893"/>
              <a:gd name="connsiteX414" fmla="*/ 6354581 w 12208633"/>
              <a:gd name="connsiteY414" fmla="*/ 589854 h 5434893"/>
              <a:gd name="connsiteX415" fmla="*/ 6351863 w 12208633"/>
              <a:gd name="connsiteY415" fmla="*/ 585584 h 5434893"/>
              <a:gd name="connsiteX416" fmla="*/ 6351863 w 12208633"/>
              <a:gd name="connsiteY416" fmla="*/ 579954 h 5434893"/>
              <a:gd name="connsiteX417" fmla="*/ 6354581 w 12208633"/>
              <a:gd name="connsiteY417" fmla="*/ 574712 h 5434893"/>
              <a:gd name="connsiteX418" fmla="*/ 6354581 w 12208633"/>
              <a:gd name="connsiteY418" fmla="*/ 528121 h 5434893"/>
              <a:gd name="connsiteX419" fmla="*/ 6351669 w 12208633"/>
              <a:gd name="connsiteY419" fmla="*/ 522879 h 5434893"/>
              <a:gd name="connsiteX420" fmla="*/ 6351863 w 12208633"/>
              <a:gd name="connsiteY420" fmla="*/ 516473 h 5434893"/>
              <a:gd name="connsiteX421" fmla="*/ 6354387 w 12208633"/>
              <a:gd name="connsiteY421" fmla="*/ 511814 h 5434893"/>
              <a:gd name="connsiteX422" fmla="*/ 6354387 w 12208633"/>
              <a:gd name="connsiteY422" fmla="*/ 465999 h 5434893"/>
              <a:gd name="connsiteX423" fmla="*/ 6351475 w 12208633"/>
              <a:gd name="connsiteY423" fmla="*/ 460952 h 5434893"/>
              <a:gd name="connsiteX424" fmla="*/ 6351863 w 12208633"/>
              <a:gd name="connsiteY424" fmla="*/ 454545 h 5434893"/>
              <a:gd name="connsiteX425" fmla="*/ 6354387 w 12208633"/>
              <a:gd name="connsiteY425" fmla="*/ 450469 h 5434893"/>
              <a:gd name="connsiteX426" fmla="*/ 6354387 w 12208633"/>
              <a:gd name="connsiteY426" fmla="*/ 402130 h 5434893"/>
              <a:gd name="connsiteX427" fmla="*/ 6351863 w 12208633"/>
              <a:gd name="connsiteY427" fmla="*/ 398054 h 5434893"/>
              <a:gd name="connsiteX428" fmla="*/ 6352057 w 12208633"/>
              <a:gd name="connsiteY428" fmla="*/ 391453 h 5434893"/>
              <a:gd name="connsiteX429" fmla="*/ 6354387 w 12208633"/>
              <a:gd name="connsiteY429" fmla="*/ 387182 h 5434893"/>
              <a:gd name="connsiteX430" fmla="*/ 6354387 w 12208633"/>
              <a:gd name="connsiteY430" fmla="*/ 340591 h 5434893"/>
              <a:gd name="connsiteX431" fmla="*/ 6351863 w 12208633"/>
              <a:gd name="connsiteY431" fmla="*/ 335932 h 5434893"/>
              <a:gd name="connsiteX432" fmla="*/ 6352251 w 12208633"/>
              <a:gd name="connsiteY432" fmla="*/ 329331 h 5434893"/>
              <a:gd name="connsiteX433" fmla="*/ 6354581 w 12208633"/>
              <a:gd name="connsiteY433" fmla="*/ 325643 h 5434893"/>
              <a:gd name="connsiteX434" fmla="*/ 6354581 w 12208633"/>
              <a:gd name="connsiteY434" fmla="*/ 277304 h 5434893"/>
              <a:gd name="connsiteX435" fmla="*/ 6351863 w 12208633"/>
              <a:gd name="connsiteY435" fmla="*/ 273227 h 5434893"/>
              <a:gd name="connsiteX436" fmla="*/ 6349922 w 12208633"/>
              <a:gd name="connsiteY436" fmla="*/ 269539 h 5434893"/>
              <a:gd name="connsiteX437" fmla="*/ 6353610 w 12208633"/>
              <a:gd name="connsiteY437" fmla="*/ 267209 h 5434893"/>
              <a:gd name="connsiteX438" fmla="*/ 6357299 w 12208633"/>
              <a:gd name="connsiteY438" fmla="*/ 267209 h 5434893"/>
              <a:gd name="connsiteX439" fmla="*/ 6426409 w 12208633"/>
              <a:gd name="connsiteY439" fmla="*/ 267209 h 5434893"/>
              <a:gd name="connsiteX440" fmla="*/ 6430680 w 12208633"/>
              <a:gd name="connsiteY440" fmla="*/ 267209 h 5434893"/>
              <a:gd name="connsiteX441" fmla="*/ 6433980 w 12208633"/>
              <a:gd name="connsiteY441" fmla="*/ 270704 h 5434893"/>
              <a:gd name="connsiteX442" fmla="*/ 6430486 w 12208633"/>
              <a:gd name="connsiteY442" fmla="*/ 273033 h 5434893"/>
              <a:gd name="connsiteX443" fmla="*/ 6427962 w 12208633"/>
              <a:gd name="connsiteY443" fmla="*/ 273033 h 5434893"/>
              <a:gd name="connsiteX444" fmla="*/ 6427768 w 12208633"/>
              <a:gd name="connsiteY444" fmla="*/ 274198 h 5434893"/>
              <a:gd name="connsiteX445" fmla="*/ 6427768 w 12208633"/>
              <a:gd name="connsiteY445" fmla="*/ 329137 h 5434893"/>
              <a:gd name="connsiteX446" fmla="*/ 6430874 w 12208633"/>
              <a:gd name="connsiteY446" fmla="*/ 329331 h 5434893"/>
              <a:gd name="connsiteX447" fmla="*/ 6433786 w 12208633"/>
              <a:gd name="connsiteY447" fmla="*/ 332438 h 5434893"/>
              <a:gd name="connsiteX448" fmla="*/ 6430874 w 12208633"/>
              <a:gd name="connsiteY448" fmla="*/ 336126 h 5434893"/>
              <a:gd name="connsiteX449" fmla="*/ 6427768 w 12208633"/>
              <a:gd name="connsiteY449" fmla="*/ 336320 h 5434893"/>
              <a:gd name="connsiteX450" fmla="*/ 6427768 w 12208633"/>
              <a:gd name="connsiteY450" fmla="*/ 391259 h 5434893"/>
              <a:gd name="connsiteX451" fmla="*/ 6430874 w 12208633"/>
              <a:gd name="connsiteY451" fmla="*/ 391453 h 5434893"/>
              <a:gd name="connsiteX452" fmla="*/ 6433786 w 12208633"/>
              <a:gd name="connsiteY452" fmla="*/ 395142 h 5434893"/>
              <a:gd name="connsiteX453" fmla="*/ 6430874 w 12208633"/>
              <a:gd name="connsiteY453" fmla="*/ 398248 h 5434893"/>
              <a:gd name="connsiteX454" fmla="*/ 6427768 w 12208633"/>
              <a:gd name="connsiteY454" fmla="*/ 398248 h 5434893"/>
              <a:gd name="connsiteX455" fmla="*/ 6427768 w 12208633"/>
              <a:gd name="connsiteY455" fmla="*/ 454351 h 5434893"/>
              <a:gd name="connsiteX456" fmla="*/ 6430874 w 12208633"/>
              <a:gd name="connsiteY456" fmla="*/ 454545 h 5434893"/>
              <a:gd name="connsiteX457" fmla="*/ 6433786 w 12208633"/>
              <a:gd name="connsiteY457" fmla="*/ 457652 h 5434893"/>
              <a:gd name="connsiteX458" fmla="*/ 6430874 w 12208633"/>
              <a:gd name="connsiteY458" fmla="*/ 461340 h 5434893"/>
              <a:gd name="connsiteX459" fmla="*/ 6427768 w 12208633"/>
              <a:gd name="connsiteY459" fmla="*/ 461534 h 5434893"/>
              <a:gd name="connsiteX460" fmla="*/ 6427574 w 12208633"/>
              <a:gd name="connsiteY460" fmla="*/ 461534 h 5434893"/>
              <a:gd name="connsiteX461" fmla="*/ 6427574 w 12208633"/>
              <a:gd name="connsiteY461" fmla="*/ 461728 h 5434893"/>
              <a:gd name="connsiteX462" fmla="*/ 6427768 w 12208633"/>
              <a:gd name="connsiteY462" fmla="*/ 461728 h 5434893"/>
              <a:gd name="connsiteX463" fmla="*/ 6427768 w 12208633"/>
              <a:gd name="connsiteY463" fmla="*/ 516667 h 5434893"/>
              <a:gd name="connsiteX464" fmla="*/ 6430874 w 12208633"/>
              <a:gd name="connsiteY464" fmla="*/ 516861 h 5434893"/>
              <a:gd name="connsiteX465" fmla="*/ 6433786 w 12208633"/>
              <a:gd name="connsiteY465" fmla="*/ 520550 h 5434893"/>
              <a:gd name="connsiteX466" fmla="*/ 6430874 w 12208633"/>
              <a:gd name="connsiteY466" fmla="*/ 523656 h 5434893"/>
              <a:gd name="connsiteX467" fmla="*/ 6427768 w 12208633"/>
              <a:gd name="connsiteY467" fmla="*/ 523850 h 5434893"/>
              <a:gd name="connsiteX468" fmla="*/ 6427768 w 12208633"/>
              <a:gd name="connsiteY468" fmla="*/ 579954 h 5434893"/>
              <a:gd name="connsiteX469" fmla="*/ 6431457 w 12208633"/>
              <a:gd name="connsiteY469" fmla="*/ 580148 h 5434893"/>
              <a:gd name="connsiteX470" fmla="*/ 6433786 w 12208633"/>
              <a:gd name="connsiteY470" fmla="*/ 583254 h 5434893"/>
              <a:gd name="connsiteX471" fmla="*/ 6431263 w 12208633"/>
              <a:gd name="connsiteY471" fmla="*/ 585972 h 5434893"/>
              <a:gd name="connsiteX472" fmla="*/ 6427768 w 12208633"/>
              <a:gd name="connsiteY472" fmla="*/ 587137 h 5434893"/>
              <a:gd name="connsiteX473" fmla="*/ 6427768 w 12208633"/>
              <a:gd name="connsiteY473" fmla="*/ 642076 h 5434893"/>
              <a:gd name="connsiteX474" fmla="*/ 6430874 w 12208633"/>
              <a:gd name="connsiteY474" fmla="*/ 642270 h 5434893"/>
              <a:gd name="connsiteX475" fmla="*/ 6433786 w 12208633"/>
              <a:gd name="connsiteY475" fmla="*/ 645959 h 5434893"/>
              <a:gd name="connsiteX476" fmla="*/ 6430874 w 12208633"/>
              <a:gd name="connsiteY476" fmla="*/ 649065 h 5434893"/>
              <a:gd name="connsiteX477" fmla="*/ 6427768 w 12208633"/>
              <a:gd name="connsiteY477" fmla="*/ 649259 h 5434893"/>
              <a:gd name="connsiteX478" fmla="*/ 6427768 w 12208633"/>
              <a:gd name="connsiteY478" fmla="*/ 727687 h 5434893"/>
              <a:gd name="connsiteX479" fmla="*/ 6450870 w 12208633"/>
              <a:gd name="connsiteY479" fmla="*/ 727881 h 5434893"/>
              <a:gd name="connsiteX480" fmla="*/ 6519204 w 12208633"/>
              <a:gd name="connsiteY480" fmla="*/ 727687 h 5434893"/>
              <a:gd name="connsiteX481" fmla="*/ 6519398 w 12208633"/>
              <a:gd name="connsiteY481" fmla="*/ 688473 h 5434893"/>
              <a:gd name="connsiteX482" fmla="*/ 6519398 w 12208633"/>
              <a:gd name="connsiteY482" fmla="*/ 649259 h 5434893"/>
              <a:gd name="connsiteX483" fmla="*/ 6516874 w 12208633"/>
              <a:gd name="connsiteY483" fmla="*/ 649259 h 5434893"/>
              <a:gd name="connsiteX484" fmla="*/ 6513186 w 12208633"/>
              <a:gd name="connsiteY484" fmla="*/ 645570 h 5434893"/>
              <a:gd name="connsiteX485" fmla="*/ 6516680 w 12208633"/>
              <a:gd name="connsiteY485" fmla="*/ 642270 h 5434893"/>
              <a:gd name="connsiteX486" fmla="*/ 6519204 w 12208633"/>
              <a:gd name="connsiteY486" fmla="*/ 642270 h 5434893"/>
              <a:gd name="connsiteX487" fmla="*/ 6519204 w 12208633"/>
              <a:gd name="connsiteY487" fmla="*/ 586166 h 5434893"/>
              <a:gd name="connsiteX488" fmla="*/ 6518039 w 12208633"/>
              <a:gd name="connsiteY488" fmla="*/ 586166 h 5434893"/>
              <a:gd name="connsiteX489" fmla="*/ 6513574 w 12208633"/>
              <a:gd name="connsiteY489" fmla="*/ 583448 h 5434893"/>
              <a:gd name="connsiteX490" fmla="*/ 6518039 w 12208633"/>
              <a:gd name="connsiteY490" fmla="*/ 580148 h 5434893"/>
              <a:gd name="connsiteX491" fmla="*/ 6519204 w 12208633"/>
              <a:gd name="connsiteY491" fmla="*/ 580148 h 5434893"/>
              <a:gd name="connsiteX492" fmla="*/ 6519204 w 12208633"/>
              <a:gd name="connsiteY492" fmla="*/ 524044 h 5434893"/>
              <a:gd name="connsiteX493" fmla="*/ 6516098 w 12208633"/>
              <a:gd name="connsiteY493" fmla="*/ 523850 h 5434893"/>
              <a:gd name="connsiteX494" fmla="*/ 6513186 w 12208633"/>
              <a:gd name="connsiteY494" fmla="*/ 520550 h 5434893"/>
              <a:gd name="connsiteX495" fmla="*/ 6516292 w 12208633"/>
              <a:gd name="connsiteY495" fmla="*/ 516861 h 5434893"/>
              <a:gd name="connsiteX496" fmla="*/ 6519398 w 12208633"/>
              <a:gd name="connsiteY496" fmla="*/ 516667 h 5434893"/>
              <a:gd name="connsiteX497" fmla="*/ 6519398 w 12208633"/>
              <a:gd name="connsiteY497" fmla="*/ 461728 h 5434893"/>
              <a:gd name="connsiteX498" fmla="*/ 6518815 w 12208633"/>
              <a:gd name="connsiteY498" fmla="*/ 461728 h 5434893"/>
              <a:gd name="connsiteX499" fmla="*/ 6513574 w 12208633"/>
              <a:gd name="connsiteY499" fmla="*/ 457263 h 5434893"/>
              <a:gd name="connsiteX500" fmla="*/ 6519398 w 12208633"/>
              <a:gd name="connsiteY500" fmla="*/ 454545 h 5434893"/>
              <a:gd name="connsiteX501" fmla="*/ 6519398 w 12208633"/>
              <a:gd name="connsiteY501" fmla="*/ 398442 h 5434893"/>
              <a:gd name="connsiteX502" fmla="*/ 6513574 w 12208633"/>
              <a:gd name="connsiteY502" fmla="*/ 395724 h 5434893"/>
              <a:gd name="connsiteX503" fmla="*/ 6519592 w 12208633"/>
              <a:gd name="connsiteY503" fmla="*/ 391259 h 5434893"/>
              <a:gd name="connsiteX504" fmla="*/ 6519592 w 12208633"/>
              <a:gd name="connsiteY504" fmla="*/ 336320 h 5434893"/>
              <a:gd name="connsiteX505" fmla="*/ 6517845 w 12208633"/>
              <a:gd name="connsiteY505" fmla="*/ 336320 h 5434893"/>
              <a:gd name="connsiteX506" fmla="*/ 6513574 w 12208633"/>
              <a:gd name="connsiteY506" fmla="*/ 332826 h 5434893"/>
              <a:gd name="connsiteX507" fmla="*/ 6517845 w 12208633"/>
              <a:gd name="connsiteY507" fmla="*/ 329331 h 5434893"/>
              <a:gd name="connsiteX508" fmla="*/ 6519592 w 12208633"/>
              <a:gd name="connsiteY508" fmla="*/ 329331 h 5434893"/>
              <a:gd name="connsiteX509" fmla="*/ 6519592 w 12208633"/>
              <a:gd name="connsiteY509" fmla="*/ 274586 h 5434893"/>
              <a:gd name="connsiteX510" fmla="*/ 6515709 w 12208633"/>
              <a:gd name="connsiteY510" fmla="*/ 273033 h 5434893"/>
              <a:gd name="connsiteX511" fmla="*/ 6513574 w 12208633"/>
              <a:gd name="connsiteY511" fmla="*/ 269927 h 5434893"/>
              <a:gd name="connsiteX512" fmla="*/ 6516486 w 12208633"/>
              <a:gd name="connsiteY512" fmla="*/ 267404 h 5434893"/>
              <a:gd name="connsiteX513" fmla="*/ 6520174 w 12208633"/>
              <a:gd name="connsiteY513" fmla="*/ 267209 h 5434893"/>
              <a:gd name="connsiteX514" fmla="*/ 6591809 w 12208633"/>
              <a:gd name="connsiteY514" fmla="*/ 267209 h 5434893"/>
              <a:gd name="connsiteX515" fmla="*/ 6594332 w 12208633"/>
              <a:gd name="connsiteY515" fmla="*/ 267209 h 5434893"/>
              <a:gd name="connsiteX516" fmla="*/ 6598409 w 12208633"/>
              <a:gd name="connsiteY516" fmla="*/ 269733 h 5434893"/>
              <a:gd name="connsiteX517" fmla="*/ 6596274 w 12208633"/>
              <a:gd name="connsiteY517" fmla="*/ 273227 h 5434893"/>
              <a:gd name="connsiteX518" fmla="*/ 6593556 w 12208633"/>
              <a:gd name="connsiteY518" fmla="*/ 277110 h 5434893"/>
              <a:gd name="connsiteX519" fmla="*/ 6593556 w 12208633"/>
              <a:gd name="connsiteY519" fmla="*/ 325449 h 5434893"/>
              <a:gd name="connsiteX520" fmla="*/ 6596079 w 12208633"/>
              <a:gd name="connsiteY520" fmla="*/ 329525 h 5434893"/>
              <a:gd name="connsiteX521" fmla="*/ 6595885 w 12208633"/>
              <a:gd name="connsiteY521" fmla="*/ 336126 h 5434893"/>
              <a:gd name="connsiteX522" fmla="*/ 6593556 w 12208633"/>
              <a:gd name="connsiteY522" fmla="*/ 340397 h 5434893"/>
              <a:gd name="connsiteX523" fmla="*/ 6593556 w 12208633"/>
              <a:gd name="connsiteY523" fmla="*/ 386988 h 5434893"/>
              <a:gd name="connsiteX524" fmla="*/ 6596079 w 12208633"/>
              <a:gd name="connsiteY524" fmla="*/ 391647 h 5434893"/>
              <a:gd name="connsiteX525" fmla="*/ 6595691 w 12208633"/>
              <a:gd name="connsiteY525" fmla="*/ 398442 h 5434893"/>
              <a:gd name="connsiteX526" fmla="*/ 6593556 w 12208633"/>
              <a:gd name="connsiteY526" fmla="*/ 402324 h 5434893"/>
              <a:gd name="connsiteX527" fmla="*/ 6593556 w 12208633"/>
              <a:gd name="connsiteY527" fmla="*/ 419020 h 5434893"/>
              <a:gd name="connsiteX528" fmla="*/ 6593556 w 12208633"/>
              <a:gd name="connsiteY528" fmla="*/ 449498 h 5434893"/>
              <a:gd name="connsiteX529" fmla="*/ 6596662 w 12208633"/>
              <a:gd name="connsiteY529" fmla="*/ 454934 h 5434893"/>
              <a:gd name="connsiteX530" fmla="*/ 6596662 w 12208633"/>
              <a:gd name="connsiteY530" fmla="*/ 460952 h 5434893"/>
              <a:gd name="connsiteX531" fmla="*/ 6593362 w 12208633"/>
              <a:gd name="connsiteY531" fmla="*/ 467746 h 5434893"/>
              <a:gd name="connsiteX532" fmla="*/ 6593362 w 12208633"/>
              <a:gd name="connsiteY532" fmla="*/ 510649 h 5434893"/>
              <a:gd name="connsiteX533" fmla="*/ 6596662 w 12208633"/>
              <a:gd name="connsiteY533" fmla="*/ 517444 h 5434893"/>
              <a:gd name="connsiteX534" fmla="*/ 6596468 w 12208633"/>
              <a:gd name="connsiteY534" fmla="*/ 523462 h 5434893"/>
              <a:gd name="connsiteX535" fmla="*/ 6593362 w 12208633"/>
              <a:gd name="connsiteY535" fmla="*/ 528315 h 5434893"/>
              <a:gd name="connsiteX536" fmla="*/ 6593362 w 12208633"/>
              <a:gd name="connsiteY536" fmla="*/ 561706 h 5434893"/>
              <a:gd name="connsiteX537" fmla="*/ 6593362 w 12208633"/>
              <a:gd name="connsiteY537" fmla="*/ 575489 h 5434893"/>
              <a:gd name="connsiteX538" fmla="*/ 6596079 w 12208633"/>
              <a:gd name="connsiteY538" fmla="*/ 579954 h 5434893"/>
              <a:gd name="connsiteX539" fmla="*/ 6596274 w 12208633"/>
              <a:gd name="connsiteY539" fmla="*/ 585584 h 5434893"/>
              <a:gd name="connsiteX540" fmla="*/ 6593167 w 12208633"/>
              <a:gd name="connsiteY540" fmla="*/ 590437 h 5434893"/>
              <a:gd name="connsiteX541" fmla="*/ 6593167 w 12208633"/>
              <a:gd name="connsiteY541" fmla="*/ 621498 h 5434893"/>
              <a:gd name="connsiteX542" fmla="*/ 6593167 w 12208633"/>
              <a:gd name="connsiteY542" fmla="*/ 637611 h 5434893"/>
              <a:gd name="connsiteX543" fmla="*/ 6595885 w 12208633"/>
              <a:gd name="connsiteY543" fmla="*/ 642270 h 5434893"/>
              <a:gd name="connsiteX544" fmla="*/ 6595885 w 12208633"/>
              <a:gd name="connsiteY544" fmla="*/ 648676 h 5434893"/>
              <a:gd name="connsiteX545" fmla="*/ 6593167 w 12208633"/>
              <a:gd name="connsiteY545" fmla="*/ 653918 h 5434893"/>
              <a:gd name="connsiteX546" fmla="*/ 6593167 w 12208633"/>
              <a:gd name="connsiteY546" fmla="*/ 721863 h 5434893"/>
              <a:gd name="connsiteX547" fmla="*/ 6598021 w 12208633"/>
              <a:gd name="connsiteY547" fmla="*/ 726716 h 5434893"/>
              <a:gd name="connsiteX548" fmla="*/ 6698387 w 12208633"/>
              <a:gd name="connsiteY548" fmla="*/ 726716 h 5434893"/>
              <a:gd name="connsiteX549" fmla="*/ 6703434 w 12208633"/>
              <a:gd name="connsiteY549" fmla="*/ 720892 h 5434893"/>
              <a:gd name="connsiteX550" fmla="*/ 6703434 w 12208633"/>
              <a:gd name="connsiteY550" fmla="*/ 606356 h 5434893"/>
              <a:gd name="connsiteX551" fmla="*/ 6703434 w 12208633"/>
              <a:gd name="connsiteY551" fmla="*/ 538992 h 5434893"/>
              <a:gd name="connsiteX552" fmla="*/ 6704405 w 12208633"/>
              <a:gd name="connsiteY552" fmla="*/ 532004 h 5434893"/>
              <a:gd name="connsiteX553" fmla="*/ 6704599 w 12208633"/>
              <a:gd name="connsiteY553" fmla="*/ 540351 h 5434893"/>
              <a:gd name="connsiteX554" fmla="*/ 6704599 w 12208633"/>
              <a:gd name="connsiteY554" fmla="*/ 719145 h 5434893"/>
              <a:gd name="connsiteX555" fmla="*/ 6704405 w 12208633"/>
              <a:gd name="connsiteY555" fmla="*/ 727493 h 5434893"/>
              <a:gd name="connsiteX556" fmla="*/ 6705181 w 12208633"/>
              <a:gd name="connsiteY556" fmla="*/ 727493 h 5434893"/>
              <a:gd name="connsiteX557" fmla="*/ 6704987 w 12208633"/>
              <a:gd name="connsiteY557" fmla="*/ 727299 h 5434893"/>
              <a:gd name="connsiteX558" fmla="*/ 6704987 w 12208633"/>
              <a:gd name="connsiteY558" fmla="*/ 535498 h 5434893"/>
              <a:gd name="connsiteX559" fmla="*/ 6705375 w 12208633"/>
              <a:gd name="connsiteY559" fmla="*/ 532004 h 5434893"/>
              <a:gd name="connsiteX560" fmla="*/ 6753132 w 12208633"/>
              <a:gd name="connsiteY560" fmla="*/ 490460 h 5434893"/>
              <a:gd name="connsiteX561" fmla="*/ 6799917 w 12208633"/>
              <a:gd name="connsiteY561" fmla="*/ 535304 h 5434893"/>
              <a:gd name="connsiteX562" fmla="*/ 6799917 w 12208633"/>
              <a:gd name="connsiteY562" fmla="*/ 681290 h 5434893"/>
              <a:gd name="connsiteX563" fmla="*/ 6799917 w 12208633"/>
              <a:gd name="connsiteY563" fmla="*/ 817181 h 5434893"/>
              <a:gd name="connsiteX564" fmla="*/ 6801858 w 12208633"/>
              <a:gd name="connsiteY564" fmla="*/ 823976 h 5434893"/>
              <a:gd name="connsiteX565" fmla="*/ 6814283 w 12208633"/>
              <a:gd name="connsiteY565" fmla="*/ 798933 h 5434893"/>
              <a:gd name="connsiteX566" fmla="*/ 6817389 w 12208633"/>
              <a:gd name="connsiteY566" fmla="*/ 787673 h 5434893"/>
              <a:gd name="connsiteX567" fmla="*/ 6817389 w 12208633"/>
              <a:gd name="connsiteY567" fmla="*/ 586749 h 5434893"/>
              <a:gd name="connsiteX568" fmla="*/ 6817389 w 12208633"/>
              <a:gd name="connsiteY568" fmla="*/ 537245 h 5434893"/>
              <a:gd name="connsiteX569" fmla="*/ 6856991 w 12208633"/>
              <a:gd name="connsiteY569" fmla="*/ 490460 h 5434893"/>
              <a:gd name="connsiteX570" fmla="*/ 6865339 w 12208633"/>
              <a:gd name="connsiteY570" fmla="*/ 490265 h 5434893"/>
              <a:gd name="connsiteX571" fmla="*/ 6912125 w 12208633"/>
              <a:gd name="connsiteY571" fmla="*/ 535110 h 5434893"/>
              <a:gd name="connsiteX572" fmla="*/ 6912125 w 12208633"/>
              <a:gd name="connsiteY572" fmla="*/ 713904 h 5434893"/>
              <a:gd name="connsiteX573" fmla="*/ 6912125 w 12208633"/>
              <a:gd name="connsiteY573" fmla="*/ 719339 h 5434893"/>
              <a:gd name="connsiteX574" fmla="*/ 6915425 w 12208633"/>
              <a:gd name="connsiteY574" fmla="*/ 721669 h 5434893"/>
              <a:gd name="connsiteX575" fmla="*/ 6980847 w 12208633"/>
              <a:gd name="connsiteY575" fmla="*/ 716039 h 5434893"/>
              <a:gd name="connsiteX576" fmla="*/ 7121398 w 12208633"/>
              <a:gd name="connsiteY576" fmla="*/ 816793 h 5434893"/>
              <a:gd name="connsiteX577" fmla="*/ 7130134 w 12208633"/>
              <a:gd name="connsiteY577" fmla="*/ 840865 h 5434893"/>
              <a:gd name="connsiteX578" fmla="*/ 7133434 w 12208633"/>
              <a:gd name="connsiteY578" fmla="*/ 842224 h 5434893"/>
              <a:gd name="connsiteX579" fmla="*/ 7143140 w 12208633"/>
              <a:gd name="connsiteY579" fmla="*/ 854066 h 5434893"/>
              <a:gd name="connsiteX580" fmla="*/ 7143162 w 12208633"/>
              <a:gd name="connsiteY580" fmla="*/ 858635 h 5434893"/>
              <a:gd name="connsiteX581" fmla="*/ 7363499 w 12208633"/>
              <a:gd name="connsiteY581" fmla="*/ 801441 h 5434893"/>
              <a:gd name="connsiteX582" fmla="*/ 7367909 w 12208633"/>
              <a:gd name="connsiteY582" fmla="*/ 799551 h 5434893"/>
              <a:gd name="connsiteX583" fmla="*/ 7367909 w 12208633"/>
              <a:gd name="connsiteY583" fmla="*/ 792936 h 5434893"/>
              <a:gd name="connsiteX584" fmla="*/ 7362239 w 12208633"/>
              <a:gd name="connsiteY584" fmla="*/ 782541 h 5434893"/>
              <a:gd name="connsiteX585" fmla="*/ 7360349 w 12208633"/>
              <a:gd name="connsiteY585" fmla="*/ 769312 h 5434893"/>
              <a:gd name="connsiteX586" fmla="*/ 7365389 w 12208633"/>
              <a:gd name="connsiteY586" fmla="*/ 769627 h 5434893"/>
              <a:gd name="connsiteX587" fmla="*/ 7368854 w 12208633"/>
              <a:gd name="connsiteY587" fmla="*/ 770257 h 5434893"/>
              <a:gd name="connsiteX588" fmla="*/ 7374839 w 12208633"/>
              <a:gd name="connsiteY588" fmla="*/ 772777 h 5434893"/>
              <a:gd name="connsiteX589" fmla="*/ 7378304 w 12208633"/>
              <a:gd name="connsiteY589" fmla="*/ 768682 h 5434893"/>
              <a:gd name="connsiteX590" fmla="*/ 7381769 w 12208633"/>
              <a:gd name="connsiteY590" fmla="*/ 768367 h 5434893"/>
              <a:gd name="connsiteX591" fmla="*/ 7387439 w 12208633"/>
              <a:gd name="connsiteY591" fmla="*/ 768682 h 5434893"/>
              <a:gd name="connsiteX592" fmla="*/ 7392164 w 12208633"/>
              <a:gd name="connsiteY592" fmla="*/ 772462 h 5434893"/>
              <a:gd name="connsiteX593" fmla="*/ 7401299 w 12208633"/>
              <a:gd name="connsiteY593" fmla="*/ 770257 h 5434893"/>
              <a:gd name="connsiteX594" fmla="*/ 7403819 w 12208633"/>
              <a:gd name="connsiteY594" fmla="*/ 768997 h 5434893"/>
              <a:gd name="connsiteX595" fmla="*/ 7409488 w 12208633"/>
              <a:gd name="connsiteY595" fmla="*/ 772462 h 5434893"/>
              <a:gd name="connsiteX596" fmla="*/ 7416103 w 12208633"/>
              <a:gd name="connsiteY596" fmla="*/ 767737 h 5434893"/>
              <a:gd name="connsiteX597" fmla="*/ 7417993 w 12208633"/>
              <a:gd name="connsiteY597" fmla="*/ 769627 h 5434893"/>
              <a:gd name="connsiteX598" fmla="*/ 7413268 w 12208633"/>
              <a:gd name="connsiteY598" fmla="*/ 784116 h 5434893"/>
              <a:gd name="connsiteX599" fmla="*/ 7413268 w 12208633"/>
              <a:gd name="connsiteY599" fmla="*/ 788211 h 5434893"/>
              <a:gd name="connsiteX600" fmla="*/ 7501152 w 12208633"/>
              <a:gd name="connsiteY600" fmla="*/ 765847 h 5434893"/>
              <a:gd name="connsiteX601" fmla="*/ 7648884 w 12208633"/>
              <a:gd name="connsiteY601" fmla="*/ 727417 h 5434893"/>
              <a:gd name="connsiteX602" fmla="*/ 7662113 w 12208633"/>
              <a:gd name="connsiteY602" fmla="*/ 727417 h 5434893"/>
              <a:gd name="connsiteX603" fmla="*/ 7687313 w 12208633"/>
              <a:gd name="connsiteY603" fmla="*/ 733402 h 5434893"/>
              <a:gd name="connsiteX604" fmla="*/ 7687313 w 12208633"/>
              <a:gd name="connsiteY604" fmla="*/ 535272 h 5434893"/>
              <a:gd name="connsiteX605" fmla="*/ 7687313 w 12208633"/>
              <a:gd name="connsiteY605" fmla="*/ 411795 h 5434893"/>
              <a:gd name="connsiteX606" fmla="*/ 7696133 w 12208633"/>
              <a:gd name="connsiteY606" fmla="*/ 402660 h 5434893"/>
              <a:gd name="connsiteX607" fmla="*/ 7710622 w 12208633"/>
              <a:gd name="connsiteY607" fmla="*/ 402975 h 5434893"/>
              <a:gd name="connsiteX608" fmla="*/ 7727002 w 12208633"/>
              <a:gd name="connsiteY608" fmla="*/ 402660 h 5434893"/>
              <a:gd name="connsiteX609" fmla="*/ 7732042 w 12208633"/>
              <a:gd name="connsiteY609" fmla="*/ 408015 h 5434893"/>
              <a:gd name="connsiteX610" fmla="*/ 7732042 w 12208633"/>
              <a:gd name="connsiteY610" fmla="*/ 411795 h 5434893"/>
              <a:gd name="connsiteX611" fmla="*/ 7732042 w 12208633"/>
              <a:gd name="connsiteY611" fmla="*/ 745057 h 5434893"/>
              <a:gd name="connsiteX612" fmla="*/ 7769211 w 12208633"/>
              <a:gd name="connsiteY612" fmla="*/ 755137 h 5434893"/>
              <a:gd name="connsiteX613" fmla="*/ 7783701 w 12208633"/>
              <a:gd name="connsiteY613" fmla="*/ 758602 h 5434893"/>
              <a:gd name="connsiteX614" fmla="*/ 7783701 w 12208633"/>
              <a:gd name="connsiteY614" fmla="*/ 415575 h 5434893"/>
              <a:gd name="connsiteX615" fmla="*/ 7796616 w 12208633"/>
              <a:gd name="connsiteY615" fmla="*/ 402660 h 5434893"/>
              <a:gd name="connsiteX616" fmla="*/ 7807325 w 12208633"/>
              <a:gd name="connsiteY616" fmla="*/ 402975 h 5434893"/>
              <a:gd name="connsiteX617" fmla="*/ 7822760 w 12208633"/>
              <a:gd name="connsiteY617" fmla="*/ 402660 h 5434893"/>
              <a:gd name="connsiteX618" fmla="*/ 7828745 w 12208633"/>
              <a:gd name="connsiteY618" fmla="*/ 408960 h 5434893"/>
              <a:gd name="connsiteX619" fmla="*/ 7828745 w 12208633"/>
              <a:gd name="connsiteY619" fmla="*/ 416835 h 5434893"/>
              <a:gd name="connsiteX620" fmla="*/ 7828745 w 12208633"/>
              <a:gd name="connsiteY620" fmla="*/ 770572 h 5434893"/>
              <a:gd name="connsiteX621" fmla="*/ 7867174 w 12208633"/>
              <a:gd name="connsiteY621" fmla="*/ 780652 h 5434893"/>
              <a:gd name="connsiteX622" fmla="*/ 7870954 w 12208633"/>
              <a:gd name="connsiteY622" fmla="*/ 777186 h 5434893"/>
              <a:gd name="connsiteX623" fmla="*/ 7870954 w 12208633"/>
              <a:gd name="connsiteY623" fmla="*/ 768367 h 5434893"/>
              <a:gd name="connsiteX624" fmla="*/ 7870954 w 12208633"/>
              <a:gd name="connsiteY624" fmla="*/ 553542 h 5434893"/>
              <a:gd name="connsiteX625" fmla="*/ 7871269 w 12208633"/>
              <a:gd name="connsiteY625" fmla="*/ 541887 h 5434893"/>
              <a:gd name="connsiteX626" fmla="*/ 7870639 w 12208633"/>
              <a:gd name="connsiteY626" fmla="*/ 518892 h 5434893"/>
              <a:gd name="connsiteX627" fmla="*/ 7878514 w 12208633"/>
              <a:gd name="connsiteY627" fmla="*/ 511018 h 5434893"/>
              <a:gd name="connsiteX628" fmla="*/ 7929543 w 12208633"/>
              <a:gd name="connsiteY628" fmla="*/ 511018 h 5434893"/>
              <a:gd name="connsiteX629" fmla="*/ 7967972 w 12208633"/>
              <a:gd name="connsiteY629" fmla="*/ 511018 h 5434893"/>
              <a:gd name="connsiteX630" fmla="*/ 7977107 w 12208633"/>
              <a:gd name="connsiteY630" fmla="*/ 509758 h 5434893"/>
              <a:gd name="connsiteX631" fmla="*/ 7976792 w 12208633"/>
              <a:gd name="connsiteY631" fmla="*/ 481093 h 5434893"/>
              <a:gd name="connsiteX632" fmla="*/ 7979627 w 12208633"/>
              <a:gd name="connsiteY632" fmla="*/ 476368 h 5434893"/>
              <a:gd name="connsiteX633" fmla="*/ 7983407 w 12208633"/>
              <a:gd name="connsiteY633" fmla="*/ 481409 h 5434893"/>
              <a:gd name="connsiteX634" fmla="*/ 7983722 w 12208633"/>
              <a:gd name="connsiteY634" fmla="*/ 511018 h 5434893"/>
              <a:gd name="connsiteX635" fmla="*/ 7990967 w 12208633"/>
              <a:gd name="connsiteY635" fmla="*/ 511018 h 5434893"/>
              <a:gd name="connsiteX636" fmla="*/ 7991282 w 12208633"/>
              <a:gd name="connsiteY636" fmla="*/ 486133 h 5434893"/>
              <a:gd name="connsiteX637" fmla="*/ 7991282 w 12208633"/>
              <a:gd name="connsiteY637" fmla="*/ 480463 h 5434893"/>
              <a:gd name="connsiteX638" fmla="*/ 7995062 w 12208633"/>
              <a:gd name="connsiteY638" fmla="*/ 476054 h 5434893"/>
              <a:gd name="connsiteX639" fmla="*/ 7998842 w 12208633"/>
              <a:gd name="connsiteY639" fmla="*/ 480149 h 5434893"/>
              <a:gd name="connsiteX640" fmla="*/ 7998842 w 12208633"/>
              <a:gd name="connsiteY640" fmla="*/ 504088 h 5434893"/>
              <a:gd name="connsiteX641" fmla="*/ 7999157 w 12208633"/>
              <a:gd name="connsiteY641" fmla="*/ 510703 h 5434893"/>
              <a:gd name="connsiteX642" fmla="*/ 8006401 w 12208633"/>
              <a:gd name="connsiteY642" fmla="*/ 510703 h 5434893"/>
              <a:gd name="connsiteX643" fmla="*/ 8006716 w 12208633"/>
              <a:gd name="connsiteY643" fmla="*/ 485818 h 5434893"/>
              <a:gd name="connsiteX644" fmla="*/ 8006716 w 12208633"/>
              <a:gd name="connsiteY644" fmla="*/ 480149 h 5434893"/>
              <a:gd name="connsiteX645" fmla="*/ 8010497 w 12208633"/>
              <a:gd name="connsiteY645" fmla="*/ 475739 h 5434893"/>
              <a:gd name="connsiteX646" fmla="*/ 8014276 w 12208633"/>
              <a:gd name="connsiteY646" fmla="*/ 479833 h 5434893"/>
              <a:gd name="connsiteX647" fmla="*/ 8014276 w 12208633"/>
              <a:gd name="connsiteY647" fmla="*/ 503773 h 5434893"/>
              <a:gd name="connsiteX648" fmla="*/ 8014591 w 12208633"/>
              <a:gd name="connsiteY648" fmla="*/ 510388 h 5434893"/>
              <a:gd name="connsiteX649" fmla="*/ 8104995 w 12208633"/>
              <a:gd name="connsiteY649" fmla="*/ 510388 h 5434893"/>
              <a:gd name="connsiteX650" fmla="*/ 8113184 w 12208633"/>
              <a:gd name="connsiteY650" fmla="*/ 503143 h 5434893"/>
              <a:gd name="connsiteX651" fmla="*/ 8189098 w 12208633"/>
              <a:gd name="connsiteY651" fmla="*/ 503143 h 5434893"/>
              <a:gd name="connsiteX652" fmla="*/ 8199807 w 12208633"/>
              <a:gd name="connsiteY652" fmla="*/ 510703 h 5434893"/>
              <a:gd name="connsiteX653" fmla="*/ 8213037 w 12208633"/>
              <a:gd name="connsiteY653" fmla="*/ 525192 h 5434893"/>
              <a:gd name="connsiteX654" fmla="*/ 8212722 w 12208633"/>
              <a:gd name="connsiteY654" fmla="*/ 542202 h 5434893"/>
              <a:gd name="connsiteX655" fmla="*/ 8213037 w 12208633"/>
              <a:gd name="connsiteY655" fmla="*/ 552912 h 5434893"/>
              <a:gd name="connsiteX656" fmla="*/ 8213037 w 12208633"/>
              <a:gd name="connsiteY656" fmla="*/ 899839 h 5434893"/>
              <a:gd name="connsiteX657" fmla="*/ 8222585 w 12208633"/>
              <a:gd name="connsiteY657" fmla="*/ 899839 h 5434893"/>
              <a:gd name="connsiteX658" fmla="*/ 8222588 w 12208633"/>
              <a:gd name="connsiteY658" fmla="*/ 899188 h 5434893"/>
              <a:gd name="connsiteX659" fmla="*/ 8361723 w 12208633"/>
              <a:gd name="connsiteY659" fmla="*/ 819757 h 5434893"/>
              <a:gd name="connsiteX660" fmla="*/ 8400660 w 12208633"/>
              <a:gd name="connsiteY660" fmla="*/ 891401 h 5434893"/>
              <a:gd name="connsiteX661" fmla="*/ 8528374 w 12208633"/>
              <a:gd name="connsiteY661" fmla="*/ 819237 h 5434893"/>
              <a:gd name="connsiteX662" fmla="*/ 8564716 w 12208633"/>
              <a:gd name="connsiteY662" fmla="*/ 886728 h 5434893"/>
              <a:gd name="connsiteX663" fmla="*/ 8566273 w 12208633"/>
              <a:gd name="connsiteY663" fmla="*/ 724750 h 5434893"/>
              <a:gd name="connsiteX664" fmla="*/ 8590674 w 12208633"/>
              <a:gd name="connsiteY664" fmla="*/ 700868 h 5434893"/>
              <a:gd name="connsiteX665" fmla="*/ 8617151 w 12208633"/>
              <a:gd name="connsiteY665" fmla="*/ 674910 h 5434893"/>
              <a:gd name="connsiteX666" fmla="*/ 8617151 w 12208633"/>
              <a:gd name="connsiteY666" fmla="*/ 624552 h 5434893"/>
              <a:gd name="connsiteX667" fmla="*/ 8649858 w 12208633"/>
              <a:gd name="connsiteY667" fmla="*/ 572636 h 5434893"/>
              <a:gd name="connsiteX668" fmla="*/ 8662318 w 12208633"/>
              <a:gd name="connsiteY668" fmla="*/ 552388 h 5434893"/>
              <a:gd name="connsiteX669" fmla="*/ 8661799 w 12208633"/>
              <a:gd name="connsiteY669" fmla="*/ 524353 h 5434893"/>
              <a:gd name="connsiteX670" fmla="*/ 8675816 w 12208633"/>
              <a:gd name="connsiteY670" fmla="*/ 509298 h 5434893"/>
              <a:gd name="connsiteX671" fmla="*/ 8794185 w 12208633"/>
              <a:gd name="connsiteY671" fmla="*/ 509298 h 5434893"/>
              <a:gd name="connsiteX672" fmla="*/ 8810279 w 12208633"/>
              <a:gd name="connsiteY672" fmla="*/ 527469 h 5434893"/>
              <a:gd name="connsiteX673" fmla="*/ 8810279 w 12208633"/>
              <a:gd name="connsiteY673" fmla="*/ 636493 h 5434893"/>
              <a:gd name="connsiteX674" fmla="*/ 8811837 w 12208633"/>
              <a:gd name="connsiteY674" fmla="*/ 677506 h 5434893"/>
              <a:gd name="connsiteX675" fmla="*/ 8817547 w 12208633"/>
              <a:gd name="connsiteY675" fmla="*/ 686332 h 5434893"/>
              <a:gd name="connsiteX676" fmla="*/ 8822220 w 12208633"/>
              <a:gd name="connsiteY676" fmla="*/ 678025 h 5434893"/>
              <a:gd name="connsiteX677" fmla="*/ 8822220 w 12208633"/>
              <a:gd name="connsiteY677" fmla="*/ 652587 h 5434893"/>
              <a:gd name="connsiteX678" fmla="*/ 8837795 w 12208633"/>
              <a:gd name="connsiteY678" fmla="*/ 637012 h 5434893"/>
              <a:gd name="connsiteX679" fmla="*/ 8854408 w 12208633"/>
              <a:gd name="connsiteY679" fmla="*/ 621956 h 5434893"/>
              <a:gd name="connsiteX680" fmla="*/ 8877770 w 12208633"/>
              <a:gd name="connsiteY680" fmla="*/ 577828 h 5434893"/>
              <a:gd name="connsiteX681" fmla="*/ 8895941 w 12208633"/>
              <a:gd name="connsiteY681" fmla="*/ 561214 h 5434893"/>
              <a:gd name="connsiteX682" fmla="*/ 8932282 w 12208633"/>
              <a:gd name="connsiteY682" fmla="*/ 564848 h 5434893"/>
              <a:gd name="connsiteX683" fmla="*/ 8940589 w 12208633"/>
              <a:gd name="connsiteY683" fmla="*/ 572636 h 5434893"/>
              <a:gd name="connsiteX684" fmla="*/ 8972258 w 12208633"/>
              <a:gd name="connsiteY684" fmla="*/ 628706 h 5434893"/>
              <a:gd name="connsiteX685" fmla="*/ 8972258 w 12208633"/>
              <a:gd name="connsiteY685" fmla="*/ 722673 h 5434893"/>
              <a:gd name="connsiteX686" fmla="*/ 9035595 w 12208633"/>
              <a:gd name="connsiteY686" fmla="*/ 719558 h 5434893"/>
              <a:gd name="connsiteX687" fmla="*/ 9068822 w 12208633"/>
              <a:gd name="connsiteY687" fmla="*/ 146923 h 5434893"/>
              <a:gd name="connsiteX688" fmla="*/ 9146177 w 12208633"/>
              <a:gd name="connsiteY688" fmla="*/ 146923 h 5434893"/>
              <a:gd name="connsiteX689" fmla="*/ 9180961 w 12208633"/>
              <a:gd name="connsiteY689" fmla="*/ 716962 h 5434893"/>
              <a:gd name="connsiteX690" fmla="*/ 9225090 w 12208633"/>
              <a:gd name="connsiteY690" fmla="*/ 715405 h 543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12208633" h="5434893">
                <a:moveTo>
                  <a:pt x="7143321" y="892474"/>
                </a:moveTo>
                <a:lnTo>
                  <a:pt x="7143335" y="895416"/>
                </a:lnTo>
                <a:lnTo>
                  <a:pt x="7147277" y="895507"/>
                </a:lnTo>
                <a:lnTo>
                  <a:pt x="7147099" y="892474"/>
                </a:lnTo>
                <a:close/>
                <a:moveTo>
                  <a:pt x="6355163" y="727493"/>
                </a:moveTo>
                <a:lnTo>
                  <a:pt x="6355358" y="727687"/>
                </a:lnTo>
                <a:cubicBezTo>
                  <a:pt x="6355163" y="727687"/>
                  <a:pt x="6355163" y="727687"/>
                  <a:pt x="6354969" y="727687"/>
                </a:cubicBezTo>
                <a:cubicBezTo>
                  <a:pt x="6354969" y="727881"/>
                  <a:pt x="6354775" y="728075"/>
                  <a:pt x="6354969" y="728075"/>
                </a:cubicBezTo>
                <a:cubicBezTo>
                  <a:pt x="6354969" y="727881"/>
                  <a:pt x="6355163" y="727881"/>
                  <a:pt x="6355358" y="727687"/>
                </a:cubicBezTo>
                <a:cubicBezTo>
                  <a:pt x="6355358" y="727687"/>
                  <a:pt x="6355552" y="727493"/>
                  <a:pt x="6355552" y="727493"/>
                </a:cubicBezTo>
                <a:cubicBezTo>
                  <a:pt x="6355358" y="727493"/>
                  <a:pt x="6355358" y="727493"/>
                  <a:pt x="6355163" y="727493"/>
                </a:cubicBezTo>
                <a:close/>
                <a:moveTo>
                  <a:pt x="8604691" y="725788"/>
                </a:moveTo>
                <a:cubicBezTo>
                  <a:pt x="8595865" y="725788"/>
                  <a:pt x="8591193" y="727865"/>
                  <a:pt x="8591193" y="738248"/>
                </a:cubicBezTo>
                <a:cubicBezTo>
                  <a:pt x="8591712" y="788607"/>
                  <a:pt x="8591712" y="839485"/>
                  <a:pt x="8590674" y="889843"/>
                </a:cubicBezTo>
                <a:cubicBezTo>
                  <a:pt x="8590674" y="899188"/>
                  <a:pt x="8593789" y="903341"/>
                  <a:pt x="8603653" y="903341"/>
                </a:cubicBezTo>
                <a:cubicBezTo>
                  <a:pt x="8613517" y="903341"/>
                  <a:pt x="8616632" y="899708"/>
                  <a:pt x="8616632" y="889843"/>
                </a:cubicBezTo>
                <a:cubicBezTo>
                  <a:pt x="8616112" y="864923"/>
                  <a:pt x="8616632" y="840523"/>
                  <a:pt x="8616632" y="815603"/>
                </a:cubicBezTo>
                <a:cubicBezTo>
                  <a:pt x="8616632" y="790164"/>
                  <a:pt x="8616112" y="764206"/>
                  <a:pt x="8616632" y="738767"/>
                </a:cubicBezTo>
                <a:cubicBezTo>
                  <a:pt x="8616632" y="729941"/>
                  <a:pt x="8614555" y="725788"/>
                  <a:pt x="8604691" y="725788"/>
                </a:cubicBezTo>
                <a:close/>
                <a:moveTo>
                  <a:pt x="8744865" y="683217"/>
                </a:moveTo>
                <a:cubicBezTo>
                  <a:pt x="8737078" y="683217"/>
                  <a:pt x="8735001" y="687370"/>
                  <a:pt x="8735001" y="694119"/>
                </a:cubicBezTo>
                <a:cubicBezTo>
                  <a:pt x="8735001" y="760053"/>
                  <a:pt x="8735001" y="825986"/>
                  <a:pt x="8735520" y="892439"/>
                </a:cubicBezTo>
                <a:cubicBezTo>
                  <a:pt x="8735001" y="900226"/>
                  <a:pt x="8738635" y="903341"/>
                  <a:pt x="8746422" y="903341"/>
                </a:cubicBezTo>
                <a:cubicBezTo>
                  <a:pt x="8759921" y="902822"/>
                  <a:pt x="8773938" y="902822"/>
                  <a:pt x="8787436" y="903341"/>
                </a:cubicBezTo>
                <a:cubicBezTo>
                  <a:pt x="8797819" y="903861"/>
                  <a:pt x="8801454" y="899708"/>
                  <a:pt x="8801454" y="889324"/>
                </a:cubicBezTo>
                <a:cubicBezTo>
                  <a:pt x="8800934" y="865443"/>
                  <a:pt x="8801454" y="842080"/>
                  <a:pt x="8801454" y="818718"/>
                </a:cubicBezTo>
                <a:cubicBezTo>
                  <a:pt x="8801454" y="813527"/>
                  <a:pt x="8800415" y="805739"/>
                  <a:pt x="8807164" y="805739"/>
                </a:cubicBezTo>
                <a:cubicBezTo>
                  <a:pt x="8825854" y="805739"/>
                  <a:pt x="8822220" y="792760"/>
                  <a:pt x="8822739" y="781857"/>
                </a:cubicBezTo>
                <a:cubicBezTo>
                  <a:pt x="8822739" y="773551"/>
                  <a:pt x="8819105" y="771474"/>
                  <a:pt x="8811317" y="771474"/>
                </a:cubicBezTo>
                <a:cubicBezTo>
                  <a:pt x="8798858" y="771474"/>
                  <a:pt x="8786398" y="770955"/>
                  <a:pt x="8773938" y="771474"/>
                </a:cubicBezTo>
                <a:cubicBezTo>
                  <a:pt x="8761478" y="771994"/>
                  <a:pt x="8756286" y="766283"/>
                  <a:pt x="8756286" y="754342"/>
                </a:cubicBezTo>
                <a:cubicBezTo>
                  <a:pt x="8756286" y="744997"/>
                  <a:pt x="8756286" y="735133"/>
                  <a:pt x="8756286" y="725269"/>
                </a:cubicBezTo>
                <a:cubicBezTo>
                  <a:pt x="8755767" y="725269"/>
                  <a:pt x="8755767" y="725269"/>
                  <a:pt x="8755767" y="725269"/>
                </a:cubicBezTo>
                <a:cubicBezTo>
                  <a:pt x="8755767" y="714886"/>
                  <a:pt x="8755767" y="705021"/>
                  <a:pt x="8755767" y="694638"/>
                </a:cubicBezTo>
                <a:cubicBezTo>
                  <a:pt x="8755767" y="686851"/>
                  <a:pt x="8753171" y="683217"/>
                  <a:pt x="8744865" y="683217"/>
                </a:cubicBezTo>
                <a:close/>
                <a:moveTo>
                  <a:pt x="5999516" y="672943"/>
                </a:moveTo>
                <a:lnTo>
                  <a:pt x="5999516" y="672950"/>
                </a:lnTo>
                <a:lnTo>
                  <a:pt x="6106191" y="672950"/>
                </a:lnTo>
                <a:lnTo>
                  <a:pt x="6106226" y="672943"/>
                </a:lnTo>
                <a:lnTo>
                  <a:pt x="6103287" y="672943"/>
                </a:lnTo>
                <a:lnTo>
                  <a:pt x="6095614" y="672943"/>
                </a:lnTo>
                <a:close/>
                <a:moveTo>
                  <a:pt x="5844017" y="672943"/>
                </a:moveTo>
                <a:lnTo>
                  <a:pt x="5844017" y="672950"/>
                </a:lnTo>
                <a:lnTo>
                  <a:pt x="5950885" y="672950"/>
                </a:lnTo>
                <a:lnTo>
                  <a:pt x="5950920" y="672943"/>
                </a:lnTo>
                <a:lnTo>
                  <a:pt x="5947738" y="672943"/>
                </a:lnTo>
                <a:lnTo>
                  <a:pt x="5940066" y="672943"/>
                </a:lnTo>
                <a:close/>
                <a:moveTo>
                  <a:pt x="2661207" y="578320"/>
                </a:moveTo>
                <a:lnTo>
                  <a:pt x="2649387" y="591167"/>
                </a:lnTo>
                <a:lnTo>
                  <a:pt x="2649387" y="660718"/>
                </a:lnTo>
                <a:lnTo>
                  <a:pt x="2661207" y="660966"/>
                </a:lnTo>
                <a:cubicBezTo>
                  <a:pt x="2661207" y="660966"/>
                  <a:pt x="2661207" y="660966"/>
                  <a:pt x="2661207" y="612643"/>
                </a:cubicBezTo>
                <a:close/>
                <a:moveTo>
                  <a:pt x="2521154" y="535617"/>
                </a:moveTo>
                <a:cubicBezTo>
                  <a:pt x="2512848" y="535617"/>
                  <a:pt x="2510252" y="539251"/>
                  <a:pt x="2510252" y="547038"/>
                </a:cubicBezTo>
                <a:cubicBezTo>
                  <a:pt x="2510252" y="557421"/>
                  <a:pt x="2510252" y="567286"/>
                  <a:pt x="2510252" y="577669"/>
                </a:cubicBezTo>
                <a:cubicBezTo>
                  <a:pt x="2510252" y="577669"/>
                  <a:pt x="2510252" y="577669"/>
                  <a:pt x="2509733" y="577669"/>
                </a:cubicBezTo>
                <a:cubicBezTo>
                  <a:pt x="2509733" y="587533"/>
                  <a:pt x="2509733" y="597397"/>
                  <a:pt x="2509733" y="606742"/>
                </a:cubicBezTo>
                <a:cubicBezTo>
                  <a:pt x="2509733" y="618683"/>
                  <a:pt x="2504541" y="624394"/>
                  <a:pt x="2492081" y="623874"/>
                </a:cubicBezTo>
                <a:cubicBezTo>
                  <a:pt x="2479621" y="623355"/>
                  <a:pt x="2467161" y="623874"/>
                  <a:pt x="2454702" y="623874"/>
                </a:cubicBezTo>
                <a:cubicBezTo>
                  <a:pt x="2446914" y="623874"/>
                  <a:pt x="2443280" y="625951"/>
                  <a:pt x="2443280" y="634257"/>
                </a:cubicBezTo>
                <a:cubicBezTo>
                  <a:pt x="2443799" y="645160"/>
                  <a:pt x="2440165" y="658139"/>
                  <a:pt x="2458855" y="658139"/>
                </a:cubicBezTo>
                <a:cubicBezTo>
                  <a:pt x="2465604" y="658139"/>
                  <a:pt x="2464565" y="665927"/>
                  <a:pt x="2464565" y="671118"/>
                </a:cubicBezTo>
                <a:lnTo>
                  <a:pt x="2464565" y="735104"/>
                </a:lnTo>
                <a:lnTo>
                  <a:pt x="2530525" y="735104"/>
                </a:lnTo>
                <a:lnTo>
                  <a:pt x="2531018" y="546519"/>
                </a:lnTo>
                <a:cubicBezTo>
                  <a:pt x="2531018" y="539770"/>
                  <a:pt x="2528941" y="535617"/>
                  <a:pt x="2521154" y="535617"/>
                </a:cubicBezTo>
                <a:close/>
                <a:moveTo>
                  <a:pt x="8701774" y="534218"/>
                </a:moveTo>
                <a:cubicBezTo>
                  <a:pt x="8696063" y="534218"/>
                  <a:pt x="8688276" y="532660"/>
                  <a:pt x="8688276" y="540967"/>
                </a:cubicBezTo>
                <a:cubicBezTo>
                  <a:pt x="8688276" y="550312"/>
                  <a:pt x="8681527" y="562253"/>
                  <a:pt x="8695025" y="567963"/>
                </a:cubicBezTo>
                <a:cubicBezTo>
                  <a:pt x="8725656" y="580943"/>
                  <a:pt x="8736558" y="605343"/>
                  <a:pt x="8735520" y="637012"/>
                </a:cubicBezTo>
                <a:cubicBezTo>
                  <a:pt x="8735001" y="666604"/>
                  <a:pt x="8733443" y="664008"/>
                  <a:pt x="8760440" y="664008"/>
                </a:cubicBezTo>
                <a:cubicBezTo>
                  <a:pt x="8763036" y="664008"/>
                  <a:pt x="8765112" y="664008"/>
                  <a:pt x="8767189" y="664527"/>
                </a:cubicBezTo>
                <a:cubicBezTo>
                  <a:pt x="8772899" y="665566"/>
                  <a:pt x="8777053" y="667124"/>
                  <a:pt x="8776534" y="675429"/>
                </a:cubicBezTo>
                <a:cubicBezTo>
                  <a:pt x="8774976" y="692043"/>
                  <a:pt x="8776014" y="708136"/>
                  <a:pt x="8776014" y="724750"/>
                </a:cubicBezTo>
                <a:cubicBezTo>
                  <a:pt x="8776014" y="749669"/>
                  <a:pt x="8776014" y="749669"/>
                  <a:pt x="8799896" y="750708"/>
                </a:cubicBezTo>
                <a:cubicBezTo>
                  <a:pt x="8801454" y="750708"/>
                  <a:pt x="8802492" y="751227"/>
                  <a:pt x="8804049" y="751227"/>
                </a:cubicBezTo>
                <a:cubicBezTo>
                  <a:pt x="8812875" y="751746"/>
                  <a:pt x="8822220" y="754861"/>
                  <a:pt x="8822739" y="740324"/>
                </a:cubicBezTo>
                <a:cubicBezTo>
                  <a:pt x="8823777" y="714886"/>
                  <a:pt x="8823777" y="713328"/>
                  <a:pt x="8806645" y="712809"/>
                </a:cubicBezTo>
                <a:cubicBezTo>
                  <a:pt x="8789513" y="711771"/>
                  <a:pt x="8785359" y="708136"/>
                  <a:pt x="8785359" y="691004"/>
                </a:cubicBezTo>
                <a:cubicBezTo>
                  <a:pt x="8785359" y="667124"/>
                  <a:pt x="8785359" y="643761"/>
                  <a:pt x="8785359" y="620399"/>
                </a:cubicBezTo>
                <a:cubicBezTo>
                  <a:pt x="8784840" y="620399"/>
                  <a:pt x="8784840" y="620399"/>
                  <a:pt x="8784840" y="620399"/>
                </a:cubicBezTo>
                <a:cubicBezTo>
                  <a:pt x="8784840" y="596517"/>
                  <a:pt x="8784321" y="572636"/>
                  <a:pt x="8784840" y="548755"/>
                </a:cubicBezTo>
                <a:cubicBezTo>
                  <a:pt x="8785359" y="538371"/>
                  <a:pt x="8782244" y="533698"/>
                  <a:pt x="8770823" y="534218"/>
                </a:cubicBezTo>
                <a:cubicBezTo>
                  <a:pt x="8747980" y="534737"/>
                  <a:pt x="8724618" y="534218"/>
                  <a:pt x="8701774" y="534218"/>
                </a:cubicBezTo>
                <a:close/>
                <a:moveTo>
                  <a:pt x="7932693" y="518578"/>
                </a:moveTo>
                <a:cubicBezTo>
                  <a:pt x="7932693" y="518892"/>
                  <a:pt x="7932378" y="519208"/>
                  <a:pt x="7932378" y="519208"/>
                </a:cubicBezTo>
                <a:cubicBezTo>
                  <a:pt x="7932378" y="519208"/>
                  <a:pt x="7932693" y="519208"/>
                  <a:pt x="7932693" y="519208"/>
                </a:cubicBezTo>
                <a:cubicBezTo>
                  <a:pt x="7932693" y="519208"/>
                  <a:pt x="7932693" y="518892"/>
                  <a:pt x="7932693" y="518578"/>
                </a:cubicBezTo>
                <a:close/>
                <a:moveTo>
                  <a:pt x="7991282" y="518263"/>
                </a:moveTo>
                <a:cubicBezTo>
                  <a:pt x="7991282" y="518578"/>
                  <a:pt x="7991282" y="518578"/>
                  <a:pt x="7991282" y="518892"/>
                </a:cubicBezTo>
                <a:cubicBezTo>
                  <a:pt x="7991282" y="518892"/>
                  <a:pt x="7991597" y="518892"/>
                  <a:pt x="7991597" y="518892"/>
                </a:cubicBezTo>
                <a:cubicBezTo>
                  <a:pt x="7991597" y="518578"/>
                  <a:pt x="7991282" y="518578"/>
                  <a:pt x="7991282" y="518263"/>
                </a:cubicBezTo>
                <a:close/>
                <a:moveTo>
                  <a:pt x="7933323" y="517633"/>
                </a:moveTo>
                <a:cubicBezTo>
                  <a:pt x="7933008" y="517948"/>
                  <a:pt x="7933008" y="517948"/>
                  <a:pt x="7933008" y="518263"/>
                </a:cubicBezTo>
                <a:cubicBezTo>
                  <a:pt x="7933008" y="518263"/>
                  <a:pt x="7933323" y="518263"/>
                  <a:pt x="7933323" y="518263"/>
                </a:cubicBezTo>
                <a:cubicBezTo>
                  <a:pt x="7933323" y="517948"/>
                  <a:pt x="7933323" y="517948"/>
                  <a:pt x="7933323" y="517633"/>
                </a:cubicBezTo>
                <a:close/>
                <a:moveTo>
                  <a:pt x="9995853" y="483450"/>
                </a:moveTo>
                <a:lnTo>
                  <a:pt x="9995853" y="547260"/>
                </a:lnTo>
                <a:lnTo>
                  <a:pt x="10005688" y="548252"/>
                </a:lnTo>
                <a:cubicBezTo>
                  <a:pt x="10042501" y="555784"/>
                  <a:pt x="10070193" y="588356"/>
                  <a:pt x="10070193" y="627396"/>
                </a:cubicBezTo>
                <a:lnTo>
                  <a:pt x="10070193" y="839288"/>
                </a:lnTo>
                <a:lnTo>
                  <a:pt x="10098404" y="839288"/>
                </a:lnTo>
                <a:lnTo>
                  <a:pt x="10098404" y="483450"/>
                </a:lnTo>
                <a:close/>
                <a:moveTo>
                  <a:pt x="9781381" y="483450"/>
                </a:moveTo>
                <a:lnTo>
                  <a:pt x="9781381" y="547123"/>
                </a:lnTo>
                <a:lnTo>
                  <a:pt x="9792075" y="548201"/>
                </a:lnTo>
                <a:cubicBezTo>
                  <a:pt x="9828888" y="555733"/>
                  <a:pt x="9856579" y="588305"/>
                  <a:pt x="9856579" y="627345"/>
                </a:cubicBezTo>
                <a:lnTo>
                  <a:pt x="9856579" y="839288"/>
                </a:lnTo>
                <a:lnTo>
                  <a:pt x="9908622" y="839288"/>
                </a:lnTo>
                <a:lnTo>
                  <a:pt x="9908621" y="627396"/>
                </a:lnTo>
                <a:lnTo>
                  <a:pt x="9908622" y="627394"/>
                </a:lnTo>
                <a:lnTo>
                  <a:pt x="9908622" y="620889"/>
                </a:lnTo>
                <a:lnTo>
                  <a:pt x="9909277" y="620889"/>
                </a:lnTo>
                <a:lnTo>
                  <a:pt x="9910263" y="611115"/>
                </a:lnTo>
                <a:cubicBezTo>
                  <a:pt x="9916854" y="578904"/>
                  <a:pt x="9942616" y="553676"/>
                  <a:pt x="9975107" y="547872"/>
                </a:cubicBezTo>
                <a:lnTo>
                  <a:pt x="9975644" y="547825"/>
                </a:lnTo>
                <a:lnTo>
                  <a:pt x="9975644" y="483450"/>
                </a:lnTo>
                <a:close/>
                <a:moveTo>
                  <a:pt x="4460613" y="410313"/>
                </a:moveTo>
                <a:lnTo>
                  <a:pt x="4460613" y="474688"/>
                </a:lnTo>
                <a:lnTo>
                  <a:pt x="4461150" y="474735"/>
                </a:lnTo>
                <a:cubicBezTo>
                  <a:pt x="4493641" y="480539"/>
                  <a:pt x="4519403" y="505767"/>
                  <a:pt x="4525994" y="537978"/>
                </a:cubicBezTo>
                <a:lnTo>
                  <a:pt x="4526979" y="547752"/>
                </a:lnTo>
                <a:lnTo>
                  <a:pt x="4527635" y="547752"/>
                </a:lnTo>
                <a:lnTo>
                  <a:pt x="4527635" y="554257"/>
                </a:lnTo>
                <a:lnTo>
                  <a:pt x="4527635" y="554259"/>
                </a:lnTo>
                <a:lnTo>
                  <a:pt x="4527635" y="766151"/>
                </a:lnTo>
                <a:lnTo>
                  <a:pt x="4579677" y="766151"/>
                </a:lnTo>
                <a:lnTo>
                  <a:pt x="4579677" y="554208"/>
                </a:lnTo>
                <a:cubicBezTo>
                  <a:pt x="4579677" y="515168"/>
                  <a:pt x="4607369" y="482596"/>
                  <a:pt x="4644181" y="475064"/>
                </a:cubicBezTo>
                <a:lnTo>
                  <a:pt x="4654875" y="473986"/>
                </a:lnTo>
                <a:lnTo>
                  <a:pt x="4654875" y="410313"/>
                </a:lnTo>
                <a:close/>
                <a:moveTo>
                  <a:pt x="4337854" y="410313"/>
                </a:moveTo>
                <a:lnTo>
                  <a:pt x="4337854" y="645080"/>
                </a:lnTo>
                <a:lnTo>
                  <a:pt x="4354002" y="645080"/>
                </a:lnTo>
                <a:lnTo>
                  <a:pt x="4366063" y="645080"/>
                </a:lnTo>
                <a:lnTo>
                  <a:pt x="4366063" y="554259"/>
                </a:lnTo>
                <a:cubicBezTo>
                  <a:pt x="4366063" y="515219"/>
                  <a:pt x="4393756" y="482648"/>
                  <a:pt x="4430568" y="475115"/>
                </a:cubicBezTo>
                <a:lnTo>
                  <a:pt x="4440404" y="474123"/>
                </a:lnTo>
                <a:lnTo>
                  <a:pt x="4440404" y="410313"/>
                </a:lnTo>
                <a:close/>
                <a:moveTo>
                  <a:pt x="2495196" y="386617"/>
                </a:moveTo>
                <a:cubicBezTo>
                  <a:pt x="2483775" y="386098"/>
                  <a:pt x="2480660" y="390771"/>
                  <a:pt x="2481179" y="401154"/>
                </a:cubicBezTo>
                <a:cubicBezTo>
                  <a:pt x="2481698" y="425035"/>
                  <a:pt x="2481179" y="448917"/>
                  <a:pt x="2481179" y="472798"/>
                </a:cubicBezTo>
                <a:cubicBezTo>
                  <a:pt x="2481179" y="472798"/>
                  <a:pt x="2481179" y="472798"/>
                  <a:pt x="2480660" y="472798"/>
                </a:cubicBezTo>
                <a:cubicBezTo>
                  <a:pt x="2480660" y="496160"/>
                  <a:pt x="2480660" y="519523"/>
                  <a:pt x="2480660" y="543404"/>
                </a:cubicBezTo>
                <a:cubicBezTo>
                  <a:pt x="2480660" y="560536"/>
                  <a:pt x="2476506" y="564171"/>
                  <a:pt x="2459374" y="565209"/>
                </a:cubicBezTo>
                <a:cubicBezTo>
                  <a:pt x="2442242" y="565728"/>
                  <a:pt x="2442242" y="567286"/>
                  <a:pt x="2443280" y="592724"/>
                </a:cubicBezTo>
                <a:cubicBezTo>
                  <a:pt x="2443799" y="607261"/>
                  <a:pt x="2453144" y="604146"/>
                  <a:pt x="2461970" y="603627"/>
                </a:cubicBezTo>
                <a:cubicBezTo>
                  <a:pt x="2463527" y="603627"/>
                  <a:pt x="2464565" y="603108"/>
                  <a:pt x="2466123" y="603108"/>
                </a:cubicBezTo>
                <a:cubicBezTo>
                  <a:pt x="2490005" y="602069"/>
                  <a:pt x="2490005" y="602069"/>
                  <a:pt x="2490005" y="577150"/>
                </a:cubicBezTo>
                <a:cubicBezTo>
                  <a:pt x="2490005" y="560536"/>
                  <a:pt x="2491043" y="544443"/>
                  <a:pt x="2489485" y="527829"/>
                </a:cubicBezTo>
                <a:cubicBezTo>
                  <a:pt x="2488966" y="519523"/>
                  <a:pt x="2493120" y="517965"/>
                  <a:pt x="2498830" y="516927"/>
                </a:cubicBezTo>
                <a:cubicBezTo>
                  <a:pt x="2500907" y="516408"/>
                  <a:pt x="2502983" y="516408"/>
                  <a:pt x="2505579" y="516408"/>
                </a:cubicBezTo>
                <a:cubicBezTo>
                  <a:pt x="2532576" y="516408"/>
                  <a:pt x="2531018" y="519003"/>
                  <a:pt x="2530499" y="489411"/>
                </a:cubicBezTo>
                <a:cubicBezTo>
                  <a:pt x="2529461" y="457742"/>
                  <a:pt x="2540363" y="433342"/>
                  <a:pt x="2570994" y="420363"/>
                </a:cubicBezTo>
                <a:cubicBezTo>
                  <a:pt x="2584492" y="414652"/>
                  <a:pt x="2577743" y="402711"/>
                  <a:pt x="2577743" y="393366"/>
                </a:cubicBezTo>
                <a:cubicBezTo>
                  <a:pt x="2577743" y="385060"/>
                  <a:pt x="2569956" y="386617"/>
                  <a:pt x="2564244" y="386617"/>
                </a:cubicBezTo>
                <a:cubicBezTo>
                  <a:pt x="2541401" y="386617"/>
                  <a:pt x="2518039" y="387136"/>
                  <a:pt x="2495196" y="386617"/>
                </a:cubicBezTo>
                <a:close/>
                <a:moveTo>
                  <a:pt x="9258835" y="0"/>
                </a:moveTo>
                <a:lnTo>
                  <a:pt x="9334633" y="0"/>
                </a:lnTo>
                <a:lnTo>
                  <a:pt x="9369417" y="714886"/>
                </a:lnTo>
                <a:lnTo>
                  <a:pt x="9451963" y="716443"/>
                </a:lnTo>
                <a:lnTo>
                  <a:pt x="9451511" y="839288"/>
                </a:lnTo>
                <a:lnTo>
                  <a:pt x="9695008" y="839288"/>
                </a:lnTo>
                <a:lnTo>
                  <a:pt x="9695008" y="627345"/>
                </a:lnTo>
                <a:lnTo>
                  <a:pt x="9695008" y="627342"/>
                </a:lnTo>
                <a:lnTo>
                  <a:pt x="9695008" y="620838"/>
                </a:lnTo>
                <a:lnTo>
                  <a:pt x="9695582" y="620838"/>
                </a:lnTo>
                <a:lnTo>
                  <a:pt x="9696270" y="613044"/>
                </a:lnTo>
                <a:cubicBezTo>
                  <a:pt x="9702073" y="580553"/>
                  <a:pt x="9727301" y="554792"/>
                  <a:pt x="9759513" y="548201"/>
                </a:cubicBezTo>
                <a:lnTo>
                  <a:pt x="9761172" y="548033"/>
                </a:lnTo>
                <a:lnTo>
                  <a:pt x="9761172" y="452927"/>
                </a:lnTo>
                <a:lnTo>
                  <a:pt x="9781381" y="452927"/>
                </a:lnTo>
                <a:lnTo>
                  <a:pt x="9781381" y="453137"/>
                </a:lnTo>
                <a:lnTo>
                  <a:pt x="10098404" y="453137"/>
                </a:lnTo>
                <a:lnTo>
                  <a:pt x="10098404" y="395857"/>
                </a:lnTo>
                <a:lnTo>
                  <a:pt x="10098404" y="395855"/>
                </a:lnTo>
                <a:lnTo>
                  <a:pt x="10098404" y="322646"/>
                </a:lnTo>
                <a:lnTo>
                  <a:pt x="10147724" y="322646"/>
                </a:lnTo>
                <a:lnTo>
                  <a:pt x="10192315" y="322646"/>
                </a:lnTo>
                <a:lnTo>
                  <a:pt x="10192315" y="412796"/>
                </a:lnTo>
                <a:lnTo>
                  <a:pt x="10192315" y="839288"/>
                </a:lnTo>
                <a:lnTo>
                  <a:pt x="10237382" y="839288"/>
                </a:lnTo>
                <a:lnTo>
                  <a:pt x="10237382" y="787976"/>
                </a:lnTo>
                <a:lnTo>
                  <a:pt x="10237382" y="787525"/>
                </a:lnTo>
                <a:lnTo>
                  <a:pt x="10237382" y="786823"/>
                </a:lnTo>
                <a:lnTo>
                  <a:pt x="10293811" y="786823"/>
                </a:lnTo>
                <a:lnTo>
                  <a:pt x="10293811" y="486617"/>
                </a:lnTo>
                <a:lnTo>
                  <a:pt x="10293811" y="486615"/>
                </a:lnTo>
                <a:lnTo>
                  <a:pt x="10293811" y="412796"/>
                </a:lnTo>
                <a:lnTo>
                  <a:pt x="10293812" y="412796"/>
                </a:lnTo>
                <a:lnTo>
                  <a:pt x="10364543" y="412796"/>
                </a:lnTo>
                <a:lnTo>
                  <a:pt x="10435273" y="412796"/>
                </a:lnTo>
                <a:lnTo>
                  <a:pt x="10435273" y="493478"/>
                </a:lnTo>
                <a:lnTo>
                  <a:pt x="10435272" y="493478"/>
                </a:lnTo>
                <a:lnTo>
                  <a:pt x="10435272" y="787653"/>
                </a:lnTo>
                <a:lnTo>
                  <a:pt x="10479889" y="787653"/>
                </a:lnTo>
                <a:lnTo>
                  <a:pt x="10479889" y="834346"/>
                </a:lnTo>
                <a:lnTo>
                  <a:pt x="10479889" y="883894"/>
                </a:lnTo>
                <a:lnTo>
                  <a:pt x="10634153" y="798062"/>
                </a:lnTo>
                <a:lnTo>
                  <a:pt x="10634153" y="890261"/>
                </a:lnTo>
                <a:lnTo>
                  <a:pt x="10799859" y="798062"/>
                </a:lnTo>
                <a:lnTo>
                  <a:pt x="10799859" y="890261"/>
                </a:lnTo>
                <a:lnTo>
                  <a:pt x="10965565" y="798062"/>
                </a:lnTo>
                <a:lnTo>
                  <a:pt x="10965565" y="890261"/>
                </a:lnTo>
                <a:lnTo>
                  <a:pt x="11131272" y="798062"/>
                </a:lnTo>
                <a:lnTo>
                  <a:pt x="11131272" y="894809"/>
                </a:lnTo>
                <a:lnTo>
                  <a:pt x="10965565" y="894809"/>
                </a:lnTo>
                <a:lnTo>
                  <a:pt x="10957391" y="894809"/>
                </a:lnTo>
                <a:lnTo>
                  <a:pt x="10799859" y="894809"/>
                </a:lnTo>
                <a:lnTo>
                  <a:pt x="10791685" y="894809"/>
                </a:lnTo>
                <a:lnTo>
                  <a:pt x="10634153" y="894809"/>
                </a:lnTo>
                <a:lnTo>
                  <a:pt x="10625978" y="894809"/>
                </a:lnTo>
                <a:lnTo>
                  <a:pt x="10479889" y="894809"/>
                </a:lnTo>
                <a:lnTo>
                  <a:pt x="10479889" y="894815"/>
                </a:lnTo>
                <a:lnTo>
                  <a:pt x="11131272" y="894815"/>
                </a:lnTo>
                <a:lnTo>
                  <a:pt x="11131272" y="930426"/>
                </a:lnTo>
                <a:lnTo>
                  <a:pt x="11131272" y="1058032"/>
                </a:lnTo>
                <a:lnTo>
                  <a:pt x="11135416" y="1058032"/>
                </a:lnTo>
                <a:cubicBezTo>
                  <a:pt x="11135416" y="1058032"/>
                  <a:pt x="11135416" y="1058032"/>
                  <a:pt x="11135416" y="475513"/>
                </a:cubicBezTo>
                <a:cubicBezTo>
                  <a:pt x="11135416" y="475513"/>
                  <a:pt x="11135416" y="475513"/>
                  <a:pt x="11317073" y="475513"/>
                </a:cubicBezTo>
                <a:cubicBezTo>
                  <a:pt x="11317073" y="475513"/>
                  <a:pt x="11317073" y="475513"/>
                  <a:pt x="11317073" y="957415"/>
                </a:cubicBezTo>
                <a:cubicBezTo>
                  <a:pt x="11327605" y="928290"/>
                  <a:pt x="11356564" y="864742"/>
                  <a:pt x="11385524" y="864742"/>
                </a:cubicBezTo>
                <a:cubicBezTo>
                  <a:pt x="11427648" y="864742"/>
                  <a:pt x="11467139" y="970654"/>
                  <a:pt x="11467139" y="970654"/>
                </a:cubicBezTo>
                <a:cubicBezTo>
                  <a:pt x="11467139" y="970654"/>
                  <a:pt x="11501364" y="864742"/>
                  <a:pt x="11540855" y="864742"/>
                </a:cubicBezTo>
                <a:cubicBezTo>
                  <a:pt x="11580346" y="864742"/>
                  <a:pt x="11622470" y="970654"/>
                  <a:pt x="11622470" y="970654"/>
                </a:cubicBezTo>
                <a:cubicBezTo>
                  <a:pt x="11622470" y="970654"/>
                  <a:pt x="11656695" y="864742"/>
                  <a:pt x="11696186" y="864742"/>
                </a:cubicBezTo>
                <a:cubicBezTo>
                  <a:pt x="11735677" y="864742"/>
                  <a:pt x="11777800" y="970654"/>
                  <a:pt x="11777800" y="970654"/>
                </a:cubicBezTo>
                <a:cubicBezTo>
                  <a:pt x="11777800" y="970654"/>
                  <a:pt x="11777800" y="970654"/>
                  <a:pt x="11777800" y="994485"/>
                </a:cubicBezTo>
                <a:cubicBezTo>
                  <a:pt x="11777800" y="994485"/>
                  <a:pt x="11777800" y="994485"/>
                  <a:pt x="11851517" y="994485"/>
                </a:cubicBezTo>
                <a:cubicBezTo>
                  <a:pt x="11851517" y="994485"/>
                  <a:pt x="11851517" y="994485"/>
                  <a:pt x="11851517" y="920346"/>
                </a:cubicBezTo>
                <a:cubicBezTo>
                  <a:pt x="11798862" y="909755"/>
                  <a:pt x="11759371" y="862094"/>
                  <a:pt x="11759371" y="806490"/>
                </a:cubicBezTo>
                <a:cubicBezTo>
                  <a:pt x="11759371" y="750886"/>
                  <a:pt x="11798862" y="703225"/>
                  <a:pt x="11851517" y="692634"/>
                </a:cubicBezTo>
                <a:cubicBezTo>
                  <a:pt x="11851517" y="692634"/>
                  <a:pt x="11851517" y="692634"/>
                  <a:pt x="11851517" y="562891"/>
                </a:cubicBezTo>
                <a:cubicBezTo>
                  <a:pt x="11851517" y="562891"/>
                  <a:pt x="11851517" y="562891"/>
                  <a:pt x="11898906" y="562891"/>
                </a:cubicBezTo>
                <a:cubicBezTo>
                  <a:pt x="11898906" y="562891"/>
                  <a:pt x="11898906" y="562891"/>
                  <a:pt x="11898906" y="692634"/>
                </a:cubicBezTo>
                <a:cubicBezTo>
                  <a:pt x="11951560" y="703225"/>
                  <a:pt x="11991051" y="750886"/>
                  <a:pt x="11991051" y="806490"/>
                </a:cubicBezTo>
                <a:cubicBezTo>
                  <a:pt x="11991051" y="864742"/>
                  <a:pt x="11951560" y="909755"/>
                  <a:pt x="11898906" y="920346"/>
                </a:cubicBezTo>
                <a:cubicBezTo>
                  <a:pt x="11898906" y="920346"/>
                  <a:pt x="11898906" y="920346"/>
                  <a:pt x="11898906" y="994485"/>
                </a:cubicBezTo>
                <a:cubicBezTo>
                  <a:pt x="11898906" y="994485"/>
                  <a:pt x="11898906" y="994485"/>
                  <a:pt x="11962091" y="994485"/>
                </a:cubicBezTo>
                <a:cubicBezTo>
                  <a:pt x="11962091" y="994485"/>
                  <a:pt x="11962091" y="994485"/>
                  <a:pt x="11962091" y="917698"/>
                </a:cubicBezTo>
                <a:cubicBezTo>
                  <a:pt x="11962091" y="917698"/>
                  <a:pt x="11962091" y="917698"/>
                  <a:pt x="12041073" y="917698"/>
                </a:cubicBezTo>
                <a:cubicBezTo>
                  <a:pt x="12041073" y="917698"/>
                  <a:pt x="12041073" y="917698"/>
                  <a:pt x="12041073" y="817081"/>
                </a:cubicBezTo>
                <a:cubicBezTo>
                  <a:pt x="12041073" y="817081"/>
                  <a:pt x="12041073" y="817081"/>
                  <a:pt x="12155715" y="817081"/>
                </a:cubicBezTo>
                <a:lnTo>
                  <a:pt x="12200316" y="817081"/>
                </a:lnTo>
                <a:lnTo>
                  <a:pt x="12200316" y="1105184"/>
                </a:lnTo>
                <a:lnTo>
                  <a:pt x="12208559" y="1105184"/>
                </a:lnTo>
                <a:lnTo>
                  <a:pt x="12208559" y="1153840"/>
                </a:lnTo>
                <a:lnTo>
                  <a:pt x="12208559" y="1225322"/>
                </a:lnTo>
                <a:lnTo>
                  <a:pt x="12208633" y="1225322"/>
                </a:lnTo>
                <a:lnTo>
                  <a:pt x="12208633" y="1247932"/>
                </a:lnTo>
                <a:lnTo>
                  <a:pt x="12200316" y="1247932"/>
                </a:lnTo>
                <a:lnTo>
                  <a:pt x="12200316" y="5434893"/>
                </a:lnTo>
                <a:lnTo>
                  <a:pt x="8318" y="5434893"/>
                </a:lnTo>
                <a:lnTo>
                  <a:pt x="8318" y="1247932"/>
                </a:lnTo>
                <a:lnTo>
                  <a:pt x="0" y="1247932"/>
                </a:lnTo>
                <a:lnTo>
                  <a:pt x="0" y="1225322"/>
                </a:lnTo>
                <a:lnTo>
                  <a:pt x="0" y="1063433"/>
                </a:lnTo>
                <a:lnTo>
                  <a:pt x="56578" y="1063433"/>
                </a:lnTo>
                <a:cubicBezTo>
                  <a:pt x="82782" y="1063433"/>
                  <a:pt x="112730" y="1063433"/>
                  <a:pt x="146955" y="1063433"/>
                </a:cubicBezTo>
                <a:cubicBezTo>
                  <a:pt x="146955" y="1063433"/>
                  <a:pt x="146955" y="1063433"/>
                  <a:pt x="146955" y="480915"/>
                </a:cubicBezTo>
                <a:cubicBezTo>
                  <a:pt x="146955" y="480915"/>
                  <a:pt x="146955" y="480915"/>
                  <a:pt x="328613" y="480915"/>
                </a:cubicBezTo>
                <a:cubicBezTo>
                  <a:pt x="328613" y="480915"/>
                  <a:pt x="328613" y="480915"/>
                  <a:pt x="328613" y="962816"/>
                </a:cubicBezTo>
                <a:cubicBezTo>
                  <a:pt x="339144" y="933691"/>
                  <a:pt x="368104" y="870143"/>
                  <a:pt x="397064" y="870143"/>
                </a:cubicBezTo>
                <a:cubicBezTo>
                  <a:pt x="439187" y="870143"/>
                  <a:pt x="478678" y="976055"/>
                  <a:pt x="478678" y="976055"/>
                </a:cubicBezTo>
                <a:cubicBezTo>
                  <a:pt x="478678" y="976055"/>
                  <a:pt x="512903" y="870143"/>
                  <a:pt x="552394" y="870143"/>
                </a:cubicBezTo>
                <a:cubicBezTo>
                  <a:pt x="591885" y="870143"/>
                  <a:pt x="634009" y="976055"/>
                  <a:pt x="634009" y="976055"/>
                </a:cubicBezTo>
                <a:cubicBezTo>
                  <a:pt x="634009" y="976055"/>
                  <a:pt x="668234" y="870143"/>
                  <a:pt x="707725" y="870143"/>
                </a:cubicBezTo>
                <a:cubicBezTo>
                  <a:pt x="747216" y="870143"/>
                  <a:pt x="789340" y="976055"/>
                  <a:pt x="789340" y="976055"/>
                </a:cubicBezTo>
                <a:cubicBezTo>
                  <a:pt x="789340" y="976055"/>
                  <a:pt x="789340" y="976055"/>
                  <a:pt x="789340" y="999886"/>
                </a:cubicBezTo>
                <a:cubicBezTo>
                  <a:pt x="789340" y="999886"/>
                  <a:pt x="789340" y="999886"/>
                  <a:pt x="863056" y="999886"/>
                </a:cubicBezTo>
                <a:cubicBezTo>
                  <a:pt x="863056" y="999886"/>
                  <a:pt x="863056" y="999886"/>
                  <a:pt x="863056" y="925747"/>
                </a:cubicBezTo>
                <a:cubicBezTo>
                  <a:pt x="810402" y="915156"/>
                  <a:pt x="770911" y="867495"/>
                  <a:pt x="770911" y="811891"/>
                </a:cubicBezTo>
                <a:cubicBezTo>
                  <a:pt x="770911" y="756287"/>
                  <a:pt x="810402" y="708626"/>
                  <a:pt x="863056" y="698035"/>
                </a:cubicBezTo>
                <a:cubicBezTo>
                  <a:pt x="863056" y="698035"/>
                  <a:pt x="863056" y="698035"/>
                  <a:pt x="863056" y="568293"/>
                </a:cubicBezTo>
                <a:cubicBezTo>
                  <a:pt x="863056" y="568293"/>
                  <a:pt x="863056" y="568293"/>
                  <a:pt x="910445" y="568293"/>
                </a:cubicBezTo>
                <a:cubicBezTo>
                  <a:pt x="910445" y="568293"/>
                  <a:pt x="910445" y="568293"/>
                  <a:pt x="910445" y="698035"/>
                </a:cubicBezTo>
                <a:cubicBezTo>
                  <a:pt x="963099" y="708626"/>
                  <a:pt x="1002590" y="756287"/>
                  <a:pt x="1002590" y="811891"/>
                </a:cubicBezTo>
                <a:cubicBezTo>
                  <a:pt x="1002590" y="870143"/>
                  <a:pt x="963099" y="915156"/>
                  <a:pt x="910445" y="925747"/>
                </a:cubicBezTo>
                <a:cubicBezTo>
                  <a:pt x="910445" y="925747"/>
                  <a:pt x="910445" y="925747"/>
                  <a:pt x="910445" y="999886"/>
                </a:cubicBezTo>
                <a:cubicBezTo>
                  <a:pt x="910445" y="999886"/>
                  <a:pt x="910445" y="999886"/>
                  <a:pt x="973630" y="999886"/>
                </a:cubicBezTo>
                <a:cubicBezTo>
                  <a:pt x="973630" y="999886"/>
                  <a:pt x="973630" y="999886"/>
                  <a:pt x="973630" y="923099"/>
                </a:cubicBezTo>
                <a:cubicBezTo>
                  <a:pt x="973630" y="923099"/>
                  <a:pt x="973630" y="923099"/>
                  <a:pt x="1052612" y="923099"/>
                </a:cubicBezTo>
                <a:cubicBezTo>
                  <a:pt x="1052612" y="923099"/>
                  <a:pt x="1052612" y="923099"/>
                  <a:pt x="1052612" y="822482"/>
                </a:cubicBezTo>
                <a:cubicBezTo>
                  <a:pt x="1052612" y="822482"/>
                  <a:pt x="1052612" y="822482"/>
                  <a:pt x="1223739" y="822482"/>
                </a:cubicBezTo>
                <a:cubicBezTo>
                  <a:pt x="1223739" y="822482"/>
                  <a:pt x="1223739" y="822482"/>
                  <a:pt x="1223739" y="533871"/>
                </a:cubicBezTo>
                <a:cubicBezTo>
                  <a:pt x="1223739" y="533871"/>
                  <a:pt x="1223739" y="533871"/>
                  <a:pt x="1452786" y="533871"/>
                </a:cubicBezTo>
                <a:cubicBezTo>
                  <a:pt x="1452786" y="533871"/>
                  <a:pt x="1452786" y="533871"/>
                  <a:pt x="1452786" y="827778"/>
                </a:cubicBezTo>
                <a:cubicBezTo>
                  <a:pt x="1452786" y="827778"/>
                  <a:pt x="1452786" y="827778"/>
                  <a:pt x="1687099" y="827778"/>
                </a:cubicBezTo>
                <a:cubicBezTo>
                  <a:pt x="1687099" y="827778"/>
                  <a:pt x="1687099" y="827778"/>
                  <a:pt x="1687099" y="645080"/>
                </a:cubicBezTo>
                <a:cubicBezTo>
                  <a:pt x="1687099" y="645080"/>
                  <a:pt x="1687099" y="645080"/>
                  <a:pt x="1795945" y="645080"/>
                </a:cubicBezTo>
                <a:lnTo>
                  <a:pt x="1814336" y="645080"/>
                </a:lnTo>
                <a:lnTo>
                  <a:pt x="1814055" y="568843"/>
                </a:lnTo>
                <a:lnTo>
                  <a:pt x="1896602" y="567286"/>
                </a:lnTo>
                <a:lnTo>
                  <a:pt x="1917630" y="135119"/>
                </a:lnTo>
                <a:lnTo>
                  <a:pt x="2020520" y="135119"/>
                </a:lnTo>
                <a:lnTo>
                  <a:pt x="2040929" y="567805"/>
                </a:lnTo>
                <a:lnTo>
                  <a:pt x="2085058" y="569362"/>
                </a:lnTo>
                <a:lnTo>
                  <a:pt x="2104692" y="247596"/>
                </a:lnTo>
                <a:lnTo>
                  <a:pt x="2211603" y="247596"/>
                </a:lnTo>
                <a:lnTo>
                  <a:pt x="2230423" y="571958"/>
                </a:lnTo>
                <a:lnTo>
                  <a:pt x="2293761" y="575073"/>
                </a:lnTo>
                <a:cubicBezTo>
                  <a:pt x="2293761" y="543923"/>
                  <a:pt x="2293761" y="512255"/>
                  <a:pt x="2293761" y="481105"/>
                </a:cubicBezTo>
                <a:cubicBezTo>
                  <a:pt x="2293761" y="456704"/>
                  <a:pt x="2303625" y="437495"/>
                  <a:pt x="2325430" y="425035"/>
                </a:cubicBezTo>
                <a:cubicBezTo>
                  <a:pt x="2329064" y="422959"/>
                  <a:pt x="2331660" y="420882"/>
                  <a:pt x="2333736" y="417248"/>
                </a:cubicBezTo>
                <a:cubicBezTo>
                  <a:pt x="2338409" y="408422"/>
                  <a:pt x="2365406" y="405307"/>
                  <a:pt x="2370078" y="413614"/>
                </a:cubicBezTo>
                <a:cubicBezTo>
                  <a:pt x="2374751" y="421920"/>
                  <a:pt x="2382019" y="425035"/>
                  <a:pt x="2388249" y="430227"/>
                </a:cubicBezTo>
                <a:cubicBezTo>
                  <a:pt x="2402785" y="441648"/>
                  <a:pt x="2411611" y="456185"/>
                  <a:pt x="2411611" y="474355"/>
                </a:cubicBezTo>
                <a:cubicBezTo>
                  <a:pt x="2411611" y="487335"/>
                  <a:pt x="2416802" y="490969"/>
                  <a:pt x="2428224" y="489411"/>
                </a:cubicBezTo>
                <a:cubicBezTo>
                  <a:pt x="2439646" y="487854"/>
                  <a:pt x="2444318" y="494084"/>
                  <a:pt x="2443799" y="504986"/>
                </a:cubicBezTo>
                <a:cubicBezTo>
                  <a:pt x="2443280" y="513293"/>
                  <a:pt x="2443799" y="521599"/>
                  <a:pt x="2443799" y="530425"/>
                </a:cubicBezTo>
                <a:cubicBezTo>
                  <a:pt x="2443799" y="534059"/>
                  <a:pt x="2443280" y="538213"/>
                  <a:pt x="2448472" y="538732"/>
                </a:cubicBezTo>
                <a:cubicBezTo>
                  <a:pt x="2454182" y="539251"/>
                  <a:pt x="2454182" y="534059"/>
                  <a:pt x="2454182" y="529906"/>
                </a:cubicBezTo>
                <a:cubicBezTo>
                  <a:pt x="2454702" y="516408"/>
                  <a:pt x="2455740" y="502390"/>
                  <a:pt x="2455740" y="488892"/>
                </a:cubicBezTo>
                <a:cubicBezTo>
                  <a:pt x="2456259" y="452551"/>
                  <a:pt x="2456259" y="416209"/>
                  <a:pt x="2455740" y="379868"/>
                </a:cubicBezTo>
                <a:cubicBezTo>
                  <a:pt x="2455740" y="368966"/>
                  <a:pt x="2459374" y="361697"/>
                  <a:pt x="2471834" y="361697"/>
                </a:cubicBezTo>
                <a:cubicBezTo>
                  <a:pt x="2511290" y="361697"/>
                  <a:pt x="2550746" y="361697"/>
                  <a:pt x="2590203" y="361697"/>
                </a:cubicBezTo>
                <a:cubicBezTo>
                  <a:pt x="2600067" y="361697"/>
                  <a:pt x="2604739" y="366889"/>
                  <a:pt x="2604220" y="376753"/>
                </a:cubicBezTo>
                <a:cubicBezTo>
                  <a:pt x="2604220" y="386098"/>
                  <a:pt x="2604739" y="395443"/>
                  <a:pt x="2603701" y="404788"/>
                </a:cubicBezTo>
                <a:cubicBezTo>
                  <a:pt x="2602662" y="415171"/>
                  <a:pt x="2606297" y="420882"/>
                  <a:pt x="2616161" y="425035"/>
                </a:cubicBezTo>
                <a:cubicBezTo>
                  <a:pt x="2637965" y="434899"/>
                  <a:pt x="2648349" y="453070"/>
                  <a:pt x="2648868" y="476951"/>
                </a:cubicBezTo>
                <a:cubicBezTo>
                  <a:pt x="2648868" y="493565"/>
                  <a:pt x="2648868" y="510697"/>
                  <a:pt x="2648868" y="527310"/>
                </a:cubicBezTo>
                <a:cubicBezTo>
                  <a:pt x="2648868" y="542106"/>
                  <a:pt x="2648090" y="548596"/>
                  <a:pt x="2651010" y="551386"/>
                </a:cubicBezTo>
                <a:lnTo>
                  <a:pt x="2661207" y="552175"/>
                </a:lnTo>
                <a:lnTo>
                  <a:pt x="2661207" y="497877"/>
                </a:lnTo>
                <a:cubicBezTo>
                  <a:pt x="2661207" y="443514"/>
                  <a:pt x="2661207" y="371030"/>
                  <a:pt x="2661207" y="274385"/>
                </a:cubicBezTo>
                <a:cubicBezTo>
                  <a:pt x="2661207" y="274385"/>
                  <a:pt x="2661207" y="274385"/>
                  <a:pt x="2916581" y="274385"/>
                </a:cubicBezTo>
                <a:cubicBezTo>
                  <a:pt x="2916581" y="274385"/>
                  <a:pt x="2916581" y="274385"/>
                  <a:pt x="2916581" y="623897"/>
                </a:cubicBezTo>
                <a:cubicBezTo>
                  <a:pt x="2916581" y="623897"/>
                  <a:pt x="2916581" y="623897"/>
                  <a:pt x="3103505" y="623897"/>
                </a:cubicBezTo>
                <a:cubicBezTo>
                  <a:pt x="3103505" y="623897"/>
                  <a:pt x="3103505" y="623897"/>
                  <a:pt x="3103505" y="938986"/>
                </a:cubicBezTo>
                <a:cubicBezTo>
                  <a:pt x="3103505" y="938986"/>
                  <a:pt x="3103505" y="938986"/>
                  <a:pt x="3253570" y="938986"/>
                </a:cubicBezTo>
                <a:cubicBezTo>
                  <a:pt x="3253570" y="938986"/>
                  <a:pt x="3253570" y="938986"/>
                  <a:pt x="3253570" y="833074"/>
                </a:cubicBezTo>
                <a:cubicBezTo>
                  <a:pt x="3253570" y="833074"/>
                  <a:pt x="3253570" y="833074"/>
                  <a:pt x="3458923" y="833074"/>
                </a:cubicBezTo>
                <a:cubicBezTo>
                  <a:pt x="3458923" y="833074"/>
                  <a:pt x="3458923" y="833074"/>
                  <a:pt x="3458923" y="449141"/>
                </a:cubicBezTo>
                <a:cubicBezTo>
                  <a:pt x="3458923" y="449141"/>
                  <a:pt x="3458923" y="449141"/>
                  <a:pt x="3619519" y="449141"/>
                </a:cubicBezTo>
                <a:cubicBezTo>
                  <a:pt x="3619519" y="449141"/>
                  <a:pt x="3619519" y="449141"/>
                  <a:pt x="3619519" y="822482"/>
                </a:cubicBezTo>
                <a:cubicBezTo>
                  <a:pt x="3619519" y="822482"/>
                  <a:pt x="3619519" y="822482"/>
                  <a:pt x="3716929" y="822482"/>
                </a:cubicBezTo>
                <a:cubicBezTo>
                  <a:pt x="3716929" y="822482"/>
                  <a:pt x="3716929" y="822482"/>
                  <a:pt x="3716929" y="533871"/>
                </a:cubicBezTo>
                <a:cubicBezTo>
                  <a:pt x="3716929" y="533871"/>
                  <a:pt x="3716929" y="533871"/>
                  <a:pt x="3948609" y="533871"/>
                </a:cubicBezTo>
                <a:cubicBezTo>
                  <a:pt x="3948609" y="533871"/>
                  <a:pt x="3948609" y="533871"/>
                  <a:pt x="3948609" y="827778"/>
                </a:cubicBezTo>
                <a:cubicBezTo>
                  <a:pt x="3948609" y="827778"/>
                  <a:pt x="3948609" y="827778"/>
                  <a:pt x="3952270" y="827778"/>
                </a:cubicBezTo>
                <a:lnTo>
                  <a:pt x="3956368" y="827778"/>
                </a:lnTo>
                <a:lnTo>
                  <a:pt x="3956368" y="761209"/>
                </a:lnTo>
                <a:lnTo>
                  <a:pt x="3956368" y="714516"/>
                </a:lnTo>
                <a:lnTo>
                  <a:pt x="4000985" y="714516"/>
                </a:lnTo>
                <a:lnTo>
                  <a:pt x="4000985" y="420341"/>
                </a:lnTo>
                <a:lnTo>
                  <a:pt x="4000984" y="420341"/>
                </a:lnTo>
                <a:lnTo>
                  <a:pt x="4000984" y="339659"/>
                </a:lnTo>
                <a:lnTo>
                  <a:pt x="4071715" y="339659"/>
                </a:lnTo>
                <a:lnTo>
                  <a:pt x="4142446" y="339659"/>
                </a:lnTo>
                <a:lnTo>
                  <a:pt x="4142446" y="413478"/>
                </a:lnTo>
                <a:lnTo>
                  <a:pt x="4142446" y="413480"/>
                </a:lnTo>
                <a:lnTo>
                  <a:pt x="4142446" y="713686"/>
                </a:lnTo>
                <a:lnTo>
                  <a:pt x="4182921" y="713686"/>
                </a:lnTo>
                <a:lnTo>
                  <a:pt x="4182921" y="705384"/>
                </a:lnTo>
                <a:cubicBezTo>
                  <a:pt x="4182921" y="687899"/>
                  <a:pt x="4182921" y="667917"/>
                  <a:pt x="4182921" y="645080"/>
                </a:cubicBezTo>
                <a:cubicBezTo>
                  <a:pt x="4182921" y="645080"/>
                  <a:pt x="4182921" y="645080"/>
                  <a:pt x="4214842" y="645080"/>
                </a:cubicBezTo>
                <a:lnTo>
                  <a:pt x="4243942" y="645080"/>
                </a:lnTo>
                <a:lnTo>
                  <a:pt x="4243942" y="339659"/>
                </a:lnTo>
                <a:lnTo>
                  <a:pt x="4243942" y="249509"/>
                </a:lnTo>
                <a:lnTo>
                  <a:pt x="4288534" y="249509"/>
                </a:lnTo>
                <a:lnTo>
                  <a:pt x="4337854" y="249509"/>
                </a:lnTo>
                <a:lnTo>
                  <a:pt x="4337854" y="322718"/>
                </a:lnTo>
                <a:lnTo>
                  <a:pt x="4337854" y="322720"/>
                </a:lnTo>
                <a:lnTo>
                  <a:pt x="4337854" y="380000"/>
                </a:lnTo>
                <a:lnTo>
                  <a:pt x="4654875" y="380000"/>
                </a:lnTo>
                <a:lnTo>
                  <a:pt x="4654875" y="379790"/>
                </a:lnTo>
                <a:lnTo>
                  <a:pt x="4675084" y="379790"/>
                </a:lnTo>
                <a:lnTo>
                  <a:pt x="4675084" y="474896"/>
                </a:lnTo>
                <a:lnTo>
                  <a:pt x="4676745" y="475064"/>
                </a:lnTo>
                <a:cubicBezTo>
                  <a:pt x="4708955" y="481655"/>
                  <a:pt x="4734183" y="507417"/>
                  <a:pt x="4739988" y="539907"/>
                </a:cubicBezTo>
                <a:lnTo>
                  <a:pt x="4740674" y="547701"/>
                </a:lnTo>
                <a:lnTo>
                  <a:pt x="4741248" y="547701"/>
                </a:lnTo>
                <a:lnTo>
                  <a:pt x="4741248" y="554205"/>
                </a:lnTo>
                <a:lnTo>
                  <a:pt x="4741248" y="554208"/>
                </a:lnTo>
                <a:lnTo>
                  <a:pt x="4741248" y="739927"/>
                </a:lnTo>
                <a:lnTo>
                  <a:pt x="4764753" y="740400"/>
                </a:lnTo>
                <a:cubicBezTo>
                  <a:pt x="4764753" y="740400"/>
                  <a:pt x="4764753" y="740400"/>
                  <a:pt x="4764753" y="666262"/>
                </a:cubicBezTo>
                <a:cubicBezTo>
                  <a:pt x="4764753" y="666262"/>
                  <a:pt x="4764753" y="666262"/>
                  <a:pt x="4899024" y="666262"/>
                </a:cubicBezTo>
                <a:cubicBezTo>
                  <a:pt x="4899024" y="666262"/>
                  <a:pt x="4899024" y="666262"/>
                  <a:pt x="4899024" y="735104"/>
                </a:cubicBezTo>
                <a:cubicBezTo>
                  <a:pt x="4899024" y="735104"/>
                  <a:pt x="4899024" y="735104"/>
                  <a:pt x="5028026" y="735104"/>
                </a:cubicBezTo>
                <a:cubicBezTo>
                  <a:pt x="5028026" y="735104"/>
                  <a:pt x="5028026" y="735104"/>
                  <a:pt x="5028026" y="658319"/>
                </a:cubicBezTo>
                <a:cubicBezTo>
                  <a:pt x="5028026" y="658319"/>
                  <a:pt x="5028026" y="658319"/>
                  <a:pt x="5154397" y="660966"/>
                </a:cubicBezTo>
                <a:cubicBezTo>
                  <a:pt x="5154397" y="660966"/>
                  <a:pt x="5154397" y="660966"/>
                  <a:pt x="5154397" y="369707"/>
                </a:cubicBezTo>
                <a:cubicBezTo>
                  <a:pt x="5154397" y="369707"/>
                  <a:pt x="5154397" y="369707"/>
                  <a:pt x="5409771" y="369707"/>
                </a:cubicBezTo>
                <a:cubicBezTo>
                  <a:pt x="5409771" y="369707"/>
                  <a:pt x="5409771" y="369707"/>
                  <a:pt x="5409771" y="623897"/>
                </a:cubicBezTo>
                <a:cubicBezTo>
                  <a:pt x="5409771" y="623897"/>
                  <a:pt x="5409771" y="623897"/>
                  <a:pt x="5599327" y="623897"/>
                </a:cubicBezTo>
                <a:cubicBezTo>
                  <a:pt x="5599327" y="623897"/>
                  <a:pt x="5599327" y="623897"/>
                  <a:pt x="5599327" y="681817"/>
                </a:cubicBezTo>
                <a:lnTo>
                  <a:pt x="5599327" y="692743"/>
                </a:lnTo>
                <a:lnTo>
                  <a:pt x="5628967" y="692743"/>
                </a:lnTo>
                <a:lnTo>
                  <a:pt x="5628967" y="672950"/>
                </a:lnTo>
                <a:lnTo>
                  <a:pt x="5794767" y="672950"/>
                </a:lnTo>
                <a:lnTo>
                  <a:pt x="5794803" y="672943"/>
                </a:lnTo>
                <a:lnTo>
                  <a:pt x="5792189" y="672943"/>
                </a:lnTo>
                <a:lnTo>
                  <a:pt x="5784518" y="672943"/>
                </a:lnTo>
                <a:lnTo>
                  <a:pt x="5628967" y="672943"/>
                </a:lnTo>
                <a:lnTo>
                  <a:pt x="5792189" y="576196"/>
                </a:lnTo>
                <a:lnTo>
                  <a:pt x="5792189" y="668395"/>
                </a:lnTo>
                <a:lnTo>
                  <a:pt x="5947738" y="576196"/>
                </a:lnTo>
                <a:lnTo>
                  <a:pt x="5947738" y="668395"/>
                </a:lnTo>
                <a:lnTo>
                  <a:pt x="6103287" y="576196"/>
                </a:lnTo>
                <a:lnTo>
                  <a:pt x="6103287" y="668395"/>
                </a:lnTo>
                <a:lnTo>
                  <a:pt x="6258836" y="576196"/>
                </a:lnTo>
                <a:lnTo>
                  <a:pt x="6258836" y="672943"/>
                </a:lnTo>
                <a:lnTo>
                  <a:pt x="6154820" y="672943"/>
                </a:lnTo>
                <a:lnTo>
                  <a:pt x="6154820" y="672950"/>
                </a:lnTo>
                <a:lnTo>
                  <a:pt x="6258836" y="672950"/>
                </a:lnTo>
                <a:lnTo>
                  <a:pt x="6258836" y="708560"/>
                </a:lnTo>
                <a:lnTo>
                  <a:pt x="6258836" y="726328"/>
                </a:lnTo>
                <a:lnTo>
                  <a:pt x="6349534" y="726328"/>
                </a:lnTo>
                <a:cubicBezTo>
                  <a:pt x="6354193" y="726328"/>
                  <a:pt x="6354387" y="726134"/>
                  <a:pt x="6354387" y="721669"/>
                </a:cubicBezTo>
                <a:cubicBezTo>
                  <a:pt x="6354387" y="698761"/>
                  <a:pt x="6354387" y="676048"/>
                  <a:pt x="6354387" y="653142"/>
                </a:cubicBezTo>
                <a:cubicBezTo>
                  <a:pt x="6354387" y="651200"/>
                  <a:pt x="6354193" y="649647"/>
                  <a:pt x="6351863" y="648482"/>
                </a:cubicBezTo>
                <a:cubicBezTo>
                  <a:pt x="6348369" y="646735"/>
                  <a:pt x="6348563" y="644018"/>
                  <a:pt x="6352251" y="641882"/>
                </a:cubicBezTo>
                <a:cubicBezTo>
                  <a:pt x="6353999" y="640911"/>
                  <a:pt x="6354581" y="639941"/>
                  <a:pt x="6354581" y="638194"/>
                </a:cubicBezTo>
                <a:cubicBezTo>
                  <a:pt x="6354581" y="622081"/>
                  <a:pt x="6354581" y="605967"/>
                  <a:pt x="6354581" y="589854"/>
                </a:cubicBezTo>
                <a:cubicBezTo>
                  <a:pt x="6354581" y="587719"/>
                  <a:pt x="6353610" y="586554"/>
                  <a:pt x="6351863" y="585584"/>
                </a:cubicBezTo>
                <a:cubicBezTo>
                  <a:pt x="6348757" y="583836"/>
                  <a:pt x="6348757" y="581507"/>
                  <a:pt x="6351863" y="579954"/>
                </a:cubicBezTo>
                <a:cubicBezTo>
                  <a:pt x="6354581" y="578595"/>
                  <a:pt x="6354581" y="576848"/>
                  <a:pt x="6354581" y="574712"/>
                </a:cubicBezTo>
                <a:cubicBezTo>
                  <a:pt x="6354581" y="559182"/>
                  <a:pt x="6354581" y="543651"/>
                  <a:pt x="6354581" y="528121"/>
                </a:cubicBezTo>
                <a:cubicBezTo>
                  <a:pt x="6354581" y="525792"/>
                  <a:pt x="6354387" y="524238"/>
                  <a:pt x="6351669" y="522879"/>
                </a:cubicBezTo>
                <a:cubicBezTo>
                  <a:pt x="6348369" y="521326"/>
                  <a:pt x="6348563" y="518026"/>
                  <a:pt x="6351863" y="516473"/>
                </a:cubicBezTo>
                <a:cubicBezTo>
                  <a:pt x="6354193" y="515308"/>
                  <a:pt x="6354387" y="513755"/>
                  <a:pt x="6354387" y="511814"/>
                </a:cubicBezTo>
                <a:cubicBezTo>
                  <a:pt x="6354387" y="496672"/>
                  <a:pt x="6354387" y="481335"/>
                  <a:pt x="6354387" y="465999"/>
                </a:cubicBezTo>
                <a:cubicBezTo>
                  <a:pt x="6354387" y="463864"/>
                  <a:pt x="6353999" y="462311"/>
                  <a:pt x="6351475" y="460952"/>
                </a:cubicBezTo>
                <a:cubicBezTo>
                  <a:pt x="6348369" y="459399"/>
                  <a:pt x="6348563" y="456293"/>
                  <a:pt x="6351863" y="454545"/>
                </a:cubicBezTo>
                <a:cubicBezTo>
                  <a:pt x="6353999" y="453575"/>
                  <a:pt x="6354387" y="452410"/>
                  <a:pt x="6354387" y="450469"/>
                </a:cubicBezTo>
                <a:cubicBezTo>
                  <a:pt x="6354387" y="434356"/>
                  <a:pt x="6354387" y="418243"/>
                  <a:pt x="6354387" y="402130"/>
                </a:cubicBezTo>
                <a:cubicBezTo>
                  <a:pt x="6354387" y="400189"/>
                  <a:pt x="6353805" y="399218"/>
                  <a:pt x="6351863" y="398054"/>
                </a:cubicBezTo>
                <a:cubicBezTo>
                  <a:pt x="6348369" y="396112"/>
                  <a:pt x="6348369" y="393394"/>
                  <a:pt x="6352057" y="391453"/>
                </a:cubicBezTo>
                <a:cubicBezTo>
                  <a:pt x="6354193" y="390288"/>
                  <a:pt x="6354387" y="388929"/>
                  <a:pt x="6354387" y="387182"/>
                </a:cubicBezTo>
                <a:cubicBezTo>
                  <a:pt x="6354387" y="371652"/>
                  <a:pt x="6354387" y="356121"/>
                  <a:pt x="6354387" y="340591"/>
                </a:cubicBezTo>
                <a:cubicBezTo>
                  <a:pt x="6354387" y="338650"/>
                  <a:pt x="6354193" y="337096"/>
                  <a:pt x="6351863" y="335932"/>
                </a:cubicBezTo>
                <a:cubicBezTo>
                  <a:pt x="6348369" y="334185"/>
                  <a:pt x="6348563" y="331467"/>
                  <a:pt x="6352251" y="329331"/>
                </a:cubicBezTo>
                <a:cubicBezTo>
                  <a:pt x="6353999" y="328361"/>
                  <a:pt x="6354581" y="327390"/>
                  <a:pt x="6354581" y="325643"/>
                </a:cubicBezTo>
                <a:cubicBezTo>
                  <a:pt x="6354581" y="309530"/>
                  <a:pt x="6354581" y="293417"/>
                  <a:pt x="6354581" y="277304"/>
                </a:cubicBezTo>
                <a:cubicBezTo>
                  <a:pt x="6354581" y="275363"/>
                  <a:pt x="6353999" y="273810"/>
                  <a:pt x="6351863" y="273227"/>
                </a:cubicBezTo>
                <a:cubicBezTo>
                  <a:pt x="6349922" y="272645"/>
                  <a:pt x="6349534" y="271286"/>
                  <a:pt x="6349922" y="269539"/>
                </a:cubicBezTo>
                <a:cubicBezTo>
                  <a:pt x="6350310" y="267792"/>
                  <a:pt x="6351863" y="267209"/>
                  <a:pt x="6353610" y="267209"/>
                </a:cubicBezTo>
                <a:cubicBezTo>
                  <a:pt x="6354775" y="267209"/>
                  <a:pt x="6356134" y="267209"/>
                  <a:pt x="6357299" y="267209"/>
                </a:cubicBezTo>
                <a:cubicBezTo>
                  <a:pt x="6380206" y="267209"/>
                  <a:pt x="6403308" y="267209"/>
                  <a:pt x="6426409" y="267209"/>
                </a:cubicBezTo>
                <a:cubicBezTo>
                  <a:pt x="6427768" y="267209"/>
                  <a:pt x="6429321" y="267015"/>
                  <a:pt x="6430680" y="267209"/>
                </a:cubicBezTo>
                <a:cubicBezTo>
                  <a:pt x="6433010" y="267404"/>
                  <a:pt x="6433980" y="268568"/>
                  <a:pt x="6433980" y="270704"/>
                </a:cubicBezTo>
                <a:cubicBezTo>
                  <a:pt x="6433786" y="272839"/>
                  <a:pt x="6432233" y="273033"/>
                  <a:pt x="6430486" y="273033"/>
                </a:cubicBezTo>
                <a:cubicBezTo>
                  <a:pt x="6429515" y="273033"/>
                  <a:pt x="6428739" y="273033"/>
                  <a:pt x="6427962" y="273033"/>
                </a:cubicBezTo>
                <a:cubicBezTo>
                  <a:pt x="6427962" y="273422"/>
                  <a:pt x="6427768" y="273810"/>
                  <a:pt x="6427768" y="274198"/>
                </a:cubicBezTo>
                <a:cubicBezTo>
                  <a:pt x="6427768" y="292641"/>
                  <a:pt x="6427768" y="310889"/>
                  <a:pt x="6427768" y="329137"/>
                </a:cubicBezTo>
                <a:cubicBezTo>
                  <a:pt x="6428933" y="329331"/>
                  <a:pt x="6429904" y="329137"/>
                  <a:pt x="6430874" y="329331"/>
                </a:cubicBezTo>
                <a:cubicBezTo>
                  <a:pt x="6432622" y="329525"/>
                  <a:pt x="6433786" y="330690"/>
                  <a:pt x="6433786" y="332438"/>
                </a:cubicBezTo>
                <a:cubicBezTo>
                  <a:pt x="6433980" y="334379"/>
                  <a:pt x="6433010" y="335737"/>
                  <a:pt x="6430874" y="336126"/>
                </a:cubicBezTo>
                <a:cubicBezTo>
                  <a:pt x="6429710" y="336320"/>
                  <a:pt x="6428739" y="336320"/>
                  <a:pt x="6427768" y="336320"/>
                </a:cubicBezTo>
                <a:cubicBezTo>
                  <a:pt x="6427768" y="354763"/>
                  <a:pt x="6427768" y="373011"/>
                  <a:pt x="6427768" y="391259"/>
                </a:cubicBezTo>
                <a:cubicBezTo>
                  <a:pt x="6428933" y="391259"/>
                  <a:pt x="6429904" y="391259"/>
                  <a:pt x="6430874" y="391453"/>
                </a:cubicBezTo>
                <a:cubicBezTo>
                  <a:pt x="6433010" y="391647"/>
                  <a:pt x="6433786" y="393006"/>
                  <a:pt x="6433786" y="395142"/>
                </a:cubicBezTo>
                <a:cubicBezTo>
                  <a:pt x="6433786" y="396889"/>
                  <a:pt x="6432816" y="398054"/>
                  <a:pt x="6430874" y="398248"/>
                </a:cubicBezTo>
                <a:cubicBezTo>
                  <a:pt x="6429710" y="398248"/>
                  <a:pt x="6428739" y="398248"/>
                  <a:pt x="6427768" y="398248"/>
                </a:cubicBezTo>
                <a:cubicBezTo>
                  <a:pt x="6427768" y="417078"/>
                  <a:pt x="6427768" y="435715"/>
                  <a:pt x="6427768" y="454351"/>
                </a:cubicBezTo>
                <a:cubicBezTo>
                  <a:pt x="6428933" y="454545"/>
                  <a:pt x="6429904" y="454351"/>
                  <a:pt x="6430874" y="454545"/>
                </a:cubicBezTo>
                <a:cubicBezTo>
                  <a:pt x="6432622" y="454740"/>
                  <a:pt x="6433786" y="455904"/>
                  <a:pt x="6433786" y="457652"/>
                </a:cubicBezTo>
                <a:cubicBezTo>
                  <a:pt x="6433980" y="459593"/>
                  <a:pt x="6433010" y="460952"/>
                  <a:pt x="6430874" y="461340"/>
                </a:cubicBezTo>
                <a:cubicBezTo>
                  <a:pt x="6429710" y="461534"/>
                  <a:pt x="6428739" y="461534"/>
                  <a:pt x="6427768" y="461534"/>
                </a:cubicBezTo>
                <a:cubicBezTo>
                  <a:pt x="6427574" y="461534"/>
                  <a:pt x="6427574" y="461534"/>
                  <a:pt x="6427574" y="461534"/>
                </a:cubicBezTo>
                <a:cubicBezTo>
                  <a:pt x="6427574" y="461728"/>
                  <a:pt x="6427574" y="461728"/>
                  <a:pt x="6427574" y="461728"/>
                </a:cubicBezTo>
                <a:lnTo>
                  <a:pt x="6427768" y="461728"/>
                </a:lnTo>
                <a:cubicBezTo>
                  <a:pt x="6427768" y="480171"/>
                  <a:pt x="6427768" y="498419"/>
                  <a:pt x="6427768" y="516667"/>
                </a:cubicBezTo>
                <a:cubicBezTo>
                  <a:pt x="6428933" y="516861"/>
                  <a:pt x="6429904" y="516667"/>
                  <a:pt x="6430874" y="516861"/>
                </a:cubicBezTo>
                <a:cubicBezTo>
                  <a:pt x="6433010" y="517055"/>
                  <a:pt x="6433980" y="518608"/>
                  <a:pt x="6433786" y="520550"/>
                </a:cubicBezTo>
                <a:cubicBezTo>
                  <a:pt x="6433786" y="522297"/>
                  <a:pt x="6432816" y="523462"/>
                  <a:pt x="6430874" y="523656"/>
                </a:cubicBezTo>
                <a:cubicBezTo>
                  <a:pt x="6429710" y="523850"/>
                  <a:pt x="6428739" y="523850"/>
                  <a:pt x="6427768" y="523850"/>
                </a:cubicBezTo>
                <a:cubicBezTo>
                  <a:pt x="6427768" y="542681"/>
                  <a:pt x="6427768" y="561317"/>
                  <a:pt x="6427768" y="579954"/>
                </a:cubicBezTo>
                <a:cubicBezTo>
                  <a:pt x="6429127" y="579954"/>
                  <a:pt x="6430292" y="579954"/>
                  <a:pt x="6431457" y="580148"/>
                </a:cubicBezTo>
                <a:cubicBezTo>
                  <a:pt x="6433010" y="580536"/>
                  <a:pt x="6433786" y="581701"/>
                  <a:pt x="6433786" y="583254"/>
                </a:cubicBezTo>
                <a:cubicBezTo>
                  <a:pt x="6433786" y="585001"/>
                  <a:pt x="6433010" y="585778"/>
                  <a:pt x="6431263" y="585972"/>
                </a:cubicBezTo>
                <a:cubicBezTo>
                  <a:pt x="6430098" y="586166"/>
                  <a:pt x="6428933" y="586749"/>
                  <a:pt x="6427768" y="587137"/>
                </a:cubicBezTo>
                <a:cubicBezTo>
                  <a:pt x="6427768" y="605580"/>
                  <a:pt x="6427768" y="623828"/>
                  <a:pt x="6427768" y="642076"/>
                </a:cubicBezTo>
                <a:cubicBezTo>
                  <a:pt x="6428933" y="642270"/>
                  <a:pt x="6429904" y="642076"/>
                  <a:pt x="6430874" y="642270"/>
                </a:cubicBezTo>
                <a:cubicBezTo>
                  <a:pt x="6433010" y="642465"/>
                  <a:pt x="6433980" y="643823"/>
                  <a:pt x="6433786" y="645959"/>
                </a:cubicBezTo>
                <a:cubicBezTo>
                  <a:pt x="6433786" y="647706"/>
                  <a:pt x="6432816" y="648871"/>
                  <a:pt x="6430874" y="649065"/>
                </a:cubicBezTo>
                <a:cubicBezTo>
                  <a:pt x="6429710" y="649259"/>
                  <a:pt x="6428739" y="649259"/>
                  <a:pt x="6427768" y="649259"/>
                </a:cubicBezTo>
                <a:cubicBezTo>
                  <a:pt x="6427768" y="675272"/>
                  <a:pt x="6427768" y="701479"/>
                  <a:pt x="6427768" y="727687"/>
                </a:cubicBezTo>
                <a:cubicBezTo>
                  <a:pt x="6435339" y="727687"/>
                  <a:pt x="6443105" y="727881"/>
                  <a:pt x="6450870" y="727881"/>
                </a:cubicBezTo>
                <a:cubicBezTo>
                  <a:pt x="6473583" y="727881"/>
                  <a:pt x="6496490" y="727687"/>
                  <a:pt x="6519204" y="727687"/>
                </a:cubicBezTo>
                <a:cubicBezTo>
                  <a:pt x="6519204" y="714680"/>
                  <a:pt x="6519398" y="701479"/>
                  <a:pt x="6519398" y="688473"/>
                </a:cubicBezTo>
                <a:cubicBezTo>
                  <a:pt x="6519398" y="675466"/>
                  <a:pt x="6519398" y="662266"/>
                  <a:pt x="6519398" y="649259"/>
                </a:cubicBezTo>
                <a:cubicBezTo>
                  <a:pt x="6518427" y="649259"/>
                  <a:pt x="6517651" y="649259"/>
                  <a:pt x="6516874" y="649259"/>
                </a:cubicBezTo>
                <a:cubicBezTo>
                  <a:pt x="6514545" y="649259"/>
                  <a:pt x="6513186" y="647900"/>
                  <a:pt x="6513186" y="645570"/>
                </a:cubicBezTo>
                <a:cubicBezTo>
                  <a:pt x="6513186" y="643435"/>
                  <a:pt x="6514545" y="642465"/>
                  <a:pt x="6516680" y="642270"/>
                </a:cubicBezTo>
                <a:cubicBezTo>
                  <a:pt x="6517651" y="642270"/>
                  <a:pt x="6518427" y="642270"/>
                  <a:pt x="6519204" y="642270"/>
                </a:cubicBezTo>
                <a:cubicBezTo>
                  <a:pt x="6519204" y="623440"/>
                  <a:pt x="6519204" y="604803"/>
                  <a:pt x="6519204" y="586166"/>
                </a:cubicBezTo>
                <a:cubicBezTo>
                  <a:pt x="6518815" y="586166"/>
                  <a:pt x="6518427" y="586166"/>
                  <a:pt x="6518039" y="586166"/>
                </a:cubicBezTo>
                <a:cubicBezTo>
                  <a:pt x="6515904" y="586166"/>
                  <a:pt x="6513768" y="585972"/>
                  <a:pt x="6513574" y="583448"/>
                </a:cubicBezTo>
                <a:cubicBezTo>
                  <a:pt x="6513186" y="580342"/>
                  <a:pt x="6515709" y="580148"/>
                  <a:pt x="6518039" y="580148"/>
                </a:cubicBezTo>
                <a:cubicBezTo>
                  <a:pt x="6518427" y="580148"/>
                  <a:pt x="6518815" y="580148"/>
                  <a:pt x="6519204" y="580148"/>
                </a:cubicBezTo>
                <a:cubicBezTo>
                  <a:pt x="6519204" y="561317"/>
                  <a:pt x="6519204" y="542681"/>
                  <a:pt x="6519204" y="524044"/>
                </a:cubicBezTo>
                <a:cubicBezTo>
                  <a:pt x="6518039" y="523850"/>
                  <a:pt x="6517068" y="524044"/>
                  <a:pt x="6516098" y="523850"/>
                </a:cubicBezTo>
                <a:cubicBezTo>
                  <a:pt x="6514156" y="523462"/>
                  <a:pt x="6513186" y="522297"/>
                  <a:pt x="6513186" y="520550"/>
                </a:cubicBezTo>
                <a:cubicBezTo>
                  <a:pt x="6513186" y="518415"/>
                  <a:pt x="6514156" y="517250"/>
                  <a:pt x="6516292" y="516861"/>
                </a:cubicBezTo>
                <a:cubicBezTo>
                  <a:pt x="6517457" y="516667"/>
                  <a:pt x="6518427" y="516667"/>
                  <a:pt x="6519398" y="516667"/>
                </a:cubicBezTo>
                <a:cubicBezTo>
                  <a:pt x="6519398" y="498225"/>
                  <a:pt x="6519398" y="479977"/>
                  <a:pt x="6519398" y="461728"/>
                </a:cubicBezTo>
                <a:cubicBezTo>
                  <a:pt x="6519204" y="461728"/>
                  <a:pt x="6519010" y="461728"/>
                  <a:pt x="6518815" y="461728"/>
                </a:cubicBezTo>
                <a:cubicBezTo>
                  <a:pt x="6515904" y="461534"/>
                  <a:pt x="6513380" y="460369"/>
                  <a:pt x="6513574" y="457263"/>
                </a:cubicBezTo>
                <a:cubicBezTo>
                  <a:pt x="6513768" y="453963"/>
                  <a:pt x="6517068" y="454740"/>
                  <a:pt x="6519398" y="454545"/>
                </a:cubicBezTo>
                <a:cubicBezTo>
                  <a:pt x="6519398" y="435715"/>
                  <a:pt x="6519398" y="417078"/>
                  <a:pt x="6519398" y="398442"/>
                </a:cubicBezTo>
                <a:cubicBezTo>
                  <a:pt x="6517068" y="398442"/>
                  <a:pt x="6514156" y="399024"/>
                  <a:pt x="6513574" y="395724"/>
                </a:cubicBezTo>
                <a:cubicBezTo>
                  <a:pt x="6513186" y="393589"/>
                  <a:pt x="6515321" y="392036"/>
                  <a:pt x="6519592" y="391259"/>
                </a:cubicBezTo>
                <a:cubicBezTo>
                  <a:pt x="6519592" y="372817"/>
                  <a:pt x="6519592" y="354568"/>
                  <a:pt x="6519592" y="336320"/>
                </a:cubicBezTo>
                <a:cubicBezTo>
                  <a:pt x="6519010" y="336320"/>
                  <a:pt x="6518427" y="336320"/>
                  <a:pt x="6517845" y="336320"/>
                </a:cubicBezTo>
                <a:cubicBezTo>
                  <a:pt x="6515515" y="336320"/>
                  <a:pt x="6513574" y="335543"/>
                  <a:pt x="6513574" y="332826"/>
                </a:cubicBezTo>
                <a:cubicBezTo>
                  <a:pt x="6513574" y="330108"/>
                  <a:pt x="6515321" y="329331"/>
                  <a:pt x="6517845" y="329331"/>
                </a:cubicBezTo>
                <a:cubicBezTo>
                  <a:pt x="6518427" y="329331"/>
                  <a:pt x="6519010" y="329331"/>
                  <a:pt x="6519592" y="329331"/>
                </a:cubicBezTo>
                <a:cubicBezTo>
                  <a:pt x="6519592" y="311083"/>
                  <a:pt x="6519592" y="292835"/>
                  <a:pt x="6519592" y="274586"/>
                </a:cubicBezTo>
                <a:cubicBezTo>
                  <a:pt x="6518621" y="273227"/>
                  <a:pt x="6517068" y="273422"/>
                  <a:pt x="6515709" y="273033"/>
                </a:cubicBezTo>
                <a:cubicBezTo>
                  <a:pt x="6514156" y="272645"/>
                  <a:pt x="6513380" y="271480"/>
                  <a:pt x="6513574" y="269927"/>
                </a:cubicBezTo>
                <a:cubicBezTo>
                  <a:pt x="6513768" y="268374"/>
                  <a:pt x="6514933" y="267598"/>
                  <a:pt x="6516486" y="267404"/>
                </a:cubicBezTo>
                <a:cubicBezTo>
                  <a:pt x="6517651" y="267209"/>
                  <a:pt x="6519010" y="267209"/>
                  <a:pt x="6520174" y="267209"/>
                </a:cubicBezTo>
                <a:cubicBezTo>
                  <a:pt x="6544052" y="267209"/>
                  <a:pt x="6567930" y="267209"/>
                  <a:pt x="6591809" y="267209"/>
                </a:cubicBezTo>
                <a:cubicBezTo>
                  <a:pt x="6592779" y="267209"/>
                  <a:pt x="6593556" y="267209"/>
                  <a:pt x="6594332" y="267209"/>
                </a:cubicBezTo>
                <a:cubicBezTo>
                  <a:pt x="6595885" y="267209"/>
                  <a:pt x="6597632" y="267404"/>
                  <a:pt x="6598409" y="269733"/>
                </a:cubicBezTo>
                <a:cubicBezTo>
                  <a:pt x="6598603" y="271286"/>
                  <a:pt x="6598409" y="273033"/>
                  <a:pt x="6596274" y="273227"/>
                </a:cubicBezTo>
                <a:cubicBezTo>
                  <a:pt x="6593750" y="273616"/>
                  <a:pt x="6593556" y="275169"/>
                  <a:pt x="6593556" y="277110"/>
                </a:cubicBezTo>
                <a:cubicBezTo>
                  <a:pt x="6593556" y="293223"/>
                  <a:pt x="6593556" y="309336"/>
                  <a:pt x="6593556" y="325449"/>
                </a:cubicBezTo>
                <a:cubicBezTo>
                  <a:pt x="6593556" y="327390"/>
                  <a:pt x="6594138" y="328361"/>
                  <a:pt x="6596079" y="329525"/>
                </a:cubicBezTo>
                <a:cubicBezTo>
                  <a:pt x="6599574" y="331467"/>
                  <a:pt x="6599574" y="334185"/>
                  <a:pt x="6595885" y="336126"/>
                </a:cubicBezTo>
                <a:cubicBezTo>
                  <a:pt x="6593750" y="337291"/>
                  <a:pt x="6593556" y="338650"/>
                  <a:pt x="6593556" y="340397"/>
                </a:cubicBezTo>
                <a:cubicBezTo>
                  <a:pt x="6593556" y="355927"/>
                  <a:pt x="6593556" y="371458"/>
                  <a:pt x="6593556" y="386988"/>
                </a:cubicBezTo>
                <a:cubicBezTo>
                  <a:pt x="6593556" y="388929"/>
                  <a:pt x="6593750" y="390482"/>
                  <a:pt x="6596079" y="391647"/>
                </a:cubicBezTo>
                <a:cubicBezTo>
                  <a:pt x="6599768" y="393589"/>
                  <a:pt x="6599574" y="396501"/>
                  <a:pt x="6595691" y="398442"/>
                </a:cubicBezTo>
                <a:cubicBezTo>
                  <a:pt x="6593750" y="399412"/>
                  <a:pt x="6593556" y="400771"/>
                  <a:pt x="6593556" y="402324"/>
                </a:cubicBezTo>
                <a:cubicBezTo>
                  <a:pt x="6593556" y="407954"/>
                  <a:pt x="6593556" y="413390"/>
                  <a:pt x="6593556" y="419020"/>
                </a:cubicBezTo>
                <a:cubicBezTo>
                  <a:pt x="6593556" y="429309"/>
                  <a:pt x="6593556" y="439403"/>
                  <a:pt x="6593556" y="449498"/>
                </a:cubicBezTo>
                <a:cubicBezTo>
                  <a:pt x="6593556" y="451828"/>
                  <a:pt x="6593167" y="453963"/>
                  <a:pt x="6596662" y="454934"/>
                </a:cubicBezTo>
                <a:cubicBezTo>
                  <a:pt x="6599186" y="455516"/>
                  <a:pt x="6599380" y="459981"/>
                  <a:pt x="6596662" y="460952"/>
                </a:cubicBezTo>
                <a:cubicBezTo>
                  <a:pt x="6592779" y="462505"/>
                  <a:pt x="6593362" y="465029"/>
                  <a:pt x="6593362" y="467746"/>
                </a:cubicBezTo>
                <a:cubicBezTo>
                  <a:pt x="6593362" y="482112"/>
                  <a:pt x="6593362" y="496283"/>
                  <a:pt x="6593362" y="510649"/>
                </a:cubicBezTo>
                <a:cubicBezTo>
                  <a:pt x="6593362" y="513367"/>
                  <a:pt x="6592973" y="515891"/>
                  <a:pt x="6596662" y="517444"/>
                </a:cubicBezTo>
                <a:cubicBezTo>
                  <a:pt x="6599380" y="518415"/>
                  <a:pt x="6599186" y="522685"/>
                  <a:pt x="6596468" y="523462"/>
                </a:cubicBezTo>
                <a:cubicBezTo>
                  <a:pt x="6593362" y="524238"/>
                  <a:pt x="6593362" y="525986"/>
                  <a:pt x="6593362" y="528315"/>
                </a:cubicBezTo>
                <a:cubicBezTo>
                  <a:pt x="6593362" y="539381"/>
                  <a:pt x="6593362" y="550640"/>
                  <a:pt x="6593362" y="561706"/>
                </a:cubicBezTo>
                <a:cubicBezTo>
                  <a:pt x="6593362" y="566365"/>
                  <a:pt x="6593362" y="570830"/>
                  <a:pt x="6593362" y="575489"/>
                </a:cubicBezTo>
                <a:cubicBezTo>
                  <a:pt x="6593362" y="577430"/>
                  <a:pt x="6593362" y="578983"/>
                  <a:pt x="6596079" y="579954"/>
                </a:cubicBezTo>
                <a:cubicBezTo>
                  <a:pt x="6598991" y="581119"/>
                  <a:pt x="6599186" y="584613"/>
                  <a:pt x="6596274" y="585584"/>
                </a:cubicBezTo>
                <a:cubicBezTo>
                  <a:pt x="6593167" y="586360"/>
                  <a:pt x="6593167" y="588107"/>
                  <a:pt x="6593167" y="590437"/>
                </a:cubicBezTo>
                <a:cubicBezTo>
                  <a:pt x="6593167" y="600920"/>
                  <a:pt x="6593167" y="611209"/>
                  <a:pt x="6593167" y="621498"/>
                </a:cubicBezTo>
                <a:cubicBezTo>
                  <a:pt x="6593167" y="626934"/>
                  <a:pt x="6593167" y="632175"/>
                  <a:pt x="6593167" y="637611"/>
                </a:cubicBezTo>
                <a:cubicBezTo>
                  <a:pt x="6593167" y="639747"/>
                  <a:pt x="6593556" y="641105"/>
                  <a:pt x="6595885" y="642270"/>
                </a:cubicBezTo>
                <a:cubicBezTo>
                  <a:pt x="6598991" y="644018"/>
                  <a:pt x="6599186" y="647124"/>
                  <a:pt x="6595885" y="648676"/>
                </a:cubicBezTo>
                <a:cubicBezTo>
                  <a:pt x="6593167" y="650036"/>
                  <a:pt x="6593167" y="651783"/>
                  <a:pt x="6593167" y="653918"/>
                </a:cubicBezTo>
                <a:cubicBezTo>
                  <a:pt x="6593167" y="676631"/>
                  <a:pt x="6593167" y="699150"/>
                  <a:pt x="6593167" y="721863"/>
                </a:cubicBezTo>
                <a:cubicBezTo>
                  <a:pt x="6593167" y="726522"/>
                  <a:pt x="6593362" y="726716"/>
                  <a:pt x="6598021" y="726716"/>
                </a:cubicBezTo>
                <a:cubicBezTo>
                  <a:pt x="6631412" y="726716"/>
                  <a:pt x="6664996" y="726716"/>
                  <a:pt x="6698387" y="726716"/>
                </a:cubicBezTo>
                <a:cubicBezTo>
                  <a:pt x="6703434" y="726716"/>
                  <a:pt x="6703434" y="726522"/>
                  <a:pt x="6703434" y="720892"/>
                </a:cubicBezTo>
                <a:cubicBezTo>
                  <a:pt x="6703434" y="682649"/>
                  <a:pt x="6703434" y="644600"/>
                  <a:pt x="6703434" y="606356"/>
                </a:cubicBezTo>
                <a:cubicBezTo>
                  <a:pt x="6703434" y="583836"/>
                  <a:pt x="6703434" y="561511"/>
                  <a:pt x="6703434" y="538992"/>
                </a:cubicBezTo>
                <a:cubicBezTo>
                  <a:pt x="6703434" y="536663"/>
                  <a:pt x="6702658" y="534139"/>
                  <a:pt x="6704405" y="532004"/>
                </a:cubicBezTo>
                <a:cubicBezTo>
                  <a:pt x="6704599" y="534721"/>
                  <a:pt x="6704599" y="537633"/>
                  <a:pt x="6704599" y="540351"/>
                </a:cubicBezTo>
                <a:cubicBezTo>
                  <a:pt x="6704599" y="599949"/>
                  <a:pt x="6704599" y="659548"/>
                  <a:pt x="6704599" y="719145"/>
                </a:cubicBezTo>
                <a:cubicBezTo>
                  <a:pt x="6704599" y="721863"/>
                  <a:pt x="6704405" y="724775"/>
                  <a:pt x="6704405" y="727493"/>
                </a:cubicBezTo>
                <a:cubicBezTo>
                  <a:pt x="6704599" y="727493"/>
                  <a:pt x="6704987" y="727493"/>
                  <a:pt x="6705181" y="727493"/>
                </a:cubicBezTo>
                <a:cubicBezTo>
                  <a:pt x="6705181" y="727493"/>
                  <a:pt x="6704987" y="727299"/>
                  <a:pt x="6704987" y="727299"/>
                </a:cubicBezTo>
                <a:cubicBezTo>
                  <a:pt x="6704987" y="663430"/>
                  <a:pt x="6704987" y="599367"/>
                  <a:pt x="6704987" y="535498"/>
                </a:cubicBezTo>
                <a:cubicBezTo>
                  <a:pt x="6704987" y="534333"/>
                  <a:pt x="6704793" y="533169"/>
                  <a:pt x="6705375" y="532004"/>
                </a:cubicBezTo>
                <a:cubicBezTo>
                  <a:pt x="6708482" y="504049"/>
                  <a:pt x="6734301" y="488518"/>
                  <a:pt x="6753132" y="490460"/>
                </a:cubicBezTo>
                <a:cubicBezTo>
                  <a:pt x="6777592" y="488907"/>
                  <a:pt x="6800111" y="511814"/>
                  <a:pt x="6799917" y="535304"/>
                </a:cubicBezTo>
                <a:cubicBezTo>
                  <a:pt x="6799723" y="583836"/>
                  <a:pt x="6799917" y="632564"/>
                  <a:pt x="6799917" y="681290"/>
                </a:cubicBezTo>
                <a:cubicBezTo>
                  <a:pt x="6799917" y="726522"/>
                  <a:pt x="6799917" y="771949"/>
                  <a:pt x="6799917" y="817181"/>
                </a:cubicBezTo>
                <a:cubicBezTo>
                  <a:pt x="6799917" y="819511"/>
                  <a:pt x="6798558" y="822423"/>
                  <a:pt x="6801858" y="823976"/>
                </a:cubicBezTo>
                <a:cubicBezTo>
                  <a:pt x="6804964" y="815046"/>
                  <a:pt x="6809429" y="806892"/>
                  <a:pt x="6814283" y="798933"/>
                </a:cubicBezTo>
                <a:cubicBezTo>
                  <a:pt x="6816612" y="795244"/>
                  <a:pt x="6817389" y="791750"/>
                  <a:pt x="6817389" y="787673"/>
                </a:cubicBezTo>
                <a:cubicBezTo>
                  <a:pt x="6817389" y="720698"/>
                  <a:pt x="6817389" y="653724"/>
                  <a:pt x="6817389" y="586749"/>
                </a:cubicBezTo>
                <a:cubicBezTo>
                  <a:pt x="6817389" y="570247"/>
                  <a:pt x="6817777" y="553746"/>
                  <a:pt x="6817389" y="537245"/>
                </a:cubicBezTo>
                <a:cubicBezTo>
                  <a:pt x="6816806" y="517055"/>
                  <a:pt x="6831366" y="495313"/>
                  <a:pt x="6856991" y="490460"/>
                </a:cubicBezTo>
                <a:cubicBezTo>
                  <a:pt x="6859709" y="489877"/>
                  <a:pt x="6862621" y="489877"/>
                  <a:pt x="6865339" y="490265"/>
                </a:cubicBezTo>
                <a:cubicBezTo>
                  <a:pt x="6890770" y="489101"/>
                  <a:pt x="6912125" y="512202"/>
                  <a:pt x="6912125" y="535110"/>
                </a:cubicBezTo>
                <a:cubicBezTo>
                  <a:pt x="6911930" y="594708"/>
                  <a:pt x="6912125" y="654306"/>
                  <a:pt x="6912125" y="713904"/>
                </a:cubicBezTo>
                <a:cubicBezTo>
                  <a:pt x="6912125" y="715845"/>
                  <a:pt x="6912125" y="717592"/>
                  <a:pt x="6912125" y="719339"/>
                </a:cubicBezTo>
                <a:cubicBezTo>
                  <a:pt x="6912125" y="721475"/>
                  <a:pt x="6913872" y="721669"/>
                  <a:pt x="6915425" y="721669"/>
                </a:cubicBezTo>
                <a:cubicBezTo>
                  <a:pt x="6936780" y="715068"/>
                  <a:pt x="6958910" y="713321"/>
                  <a:pt x="6980847" y="716039"/>
                </a:cubicBezTo>
                <a:cubicBezTo>
                  <a:pt x="7045687" y="724193"/>
                  <a:pt x="7092666" y="757971"/>
                  <a:pt x="7121398" y="816793"/>
                </a:cubicBezTo>
                <a:cubicBezTo>
                  <a:pt x="7125086" y="824558"/>
                  <a:pt x="7128386" y="832517"/>
                  <a:pt x="7130134" y="840865"/>
                </a:cubicBezTo>
                <a:cubicBezTo>
                  <a:pt x="7131298" y="841447"/>
                  <a:pt x="7132269" y="842030"/>
                  <a:pt x="7133434" y="842224"/>
                </a:cubicBezTo>
                <a:cubicBezTo>
                  <a:pt x="7140423" y="843777"/>
                  <a:pt x="7143140" y="846883"/>
                  <a:pt x="7143140" y="854066"/>
                </a:cubicBezTo>
                <a:lnTo>
                  <a:pt x="7143162" y="858635"/>
                </a:lnTo>
                <a:lnTo>
                  <a:pt x="7363499" y="801441"/>
                </a:lnTo>
                <a:cubicBezTo>
                  <a:pt x="7365074" y="800811"/>
                  <a:pt x="7366334" y="800181"/>
                  <a:pt x="7367909" y="799551"/>
                </a:cubicBezTo>
                <a:cubicBezTo>
                  <a:pt x="7367909" y="797346"/>
                  <a:pt x="7367909" y="795141"/>
                  <a:pt x="7367909" y="792936"/>
                </a:cubicBezTo>
                <a:cubicBezTo>
                  <a:pt x="7368224" y="788211"/>
                  <a:pt x="7367594" y="785061"/>
                  <a:pt x="7362239" y="782541"/>
                </a:cubicBezTo>
                <a:cubicBezTo>
                  <a:pt x="7355625" y="779392"/>
                  <a:pt x="7355625" y="775296"/>
                  <a:pt x="7360349" y="769312"/>
                </a:cubicBezTo>
                <a:cubicBezTo>
                  <a:pt x="7362239" y="767107"/>
                  <a:pt x="7364129" y="766792"/>
                  <a:pt x="7365389" y="769627"/>
                </a:cubicBezTo>
                <a:cubicBezTo>
                  <a:pt x="7366334" y="772462"/>
                  <a:pt x="7366649" y="772777"/>
                  <a:pt x="7368854" y="770257"/>
                </a:cubicBezTo>
                <a:cubicBezTo>
                  <a:pt x="7372319" y="766162"/>
                  <a:pt x="7372634" y="766477"/>
                  <a:pt x="7374839" y="772777"/>
                </a:cubicBezTo>
                <a:cubicBezTo>
                  <a:pt x="7377044" y="772462"/>
                  <a:pt x="7376729" y="769942"/>
                  <a:pt x="7378304" y="768682"/>
                </a:cubicBezTo>
                <a:cubicBezTo>
                  <a:pt x="7379564" y="768052"/>
                  <a:pt x="7381139" y="767107"/>
                  <a:pt x="7381769" y="768367"/>
                </a:cubicBezTo>
                <a:cubicBezTo>
                  <a:pt x="7383659" y="772462"/>
                  <a:pt x="7384289" y="771517"/>
                  <a:pt x="7387439" y="768682"/>
                </a:cubicBezTo>
                <a:cubicBezTo>
                  <a:pt x="7391534" y="764902"/>
                  <a:pt x="7391219" y="770257"/>
                  <a:pt x="7392164" y="772462"/>
                </a:cubicBezTo>
                <a:cubicBezTo>
                  <a:pt x="7395314" y="772147"/>
                  <a:pt x="7396259" y="763327"/>
                  <a:pt x="7401299" y="770257"/>
                </a:cubicBezTo>
                <a:cubicBezTo>
                  <a:pt x="7402244" y="771832"/>
                  <a:pt x="7402874" y="769627"/>
                  <a:pt x="7403819" y="768997"/>
                </a:cubicBezTo>
                <a:cubicBezTo>
                  <a:pt x="7408858" y="764587"/>
                  <a:pt x="7408544" y="769312"/>
                  <a:pt x="7409488" y="772462"/>
                </a:cubicBezTo>
                <a:cubicBezTo>
                  <a:pt x="7412008" y="771517"/>
                  <a:pt x="7412638" y="767737"/>
                  <a:pt x="7416103" y="767737"/>
                </a:cubicBezTo>
                <a:cubicBezTo>
                  <a:pt x="7416733" y="768367"/>
                  <a:pt x="7417678" y="768997"/>
                  <a:pt x="7417993" y="769627"/>
                </a:cubicBezTo>
                <a:cubicBezTo>
                  <a:pt x="7423978" y="780336"/>
                  <a:pt x="7422403" y="778762"/>
                  <a:pt x="7413268" y="784116"/>
                </a:cubicBezTo>
                <a:cubicBezTo>
                  <a:pt x="7410434" y="785691"/>
                  <a:pt x="7411694" y="786636"/>
                  <a:pt x="7413268" y="788211"/>
                </a:cubicBezTo>
                <a:cubicBezTo>
                  <a:pt x="7442563" y="780966"/>
                  <a:pt x="7471857" y="773406"/>
                  <a:pt x="7501152" y="765847"/>
                </a:cubicBezTo>
                <a:cubicBezTo>
                  <a:pt x="7550291" y="753247"/>
                  <a:pt x="7599745" y="740332"/>
                  <a:pt x="7648884" y="727417"/>
                </a:cubicBezTo>
                <a:cubicBezTo>
                  <a:pt x="7653609" y="726157"/>
                  <a:pt x="7657703" y="726157"/>
                  <a:pt x="7662113" y="727417"/>
                </a:cubicBezTo>
                <a:cubicBezTo>
                  <a:pt x="7670303" y="729307"/>
                  <a:pt x="7678493" y="732457"/>
                  <a:pt x="7687313" y="733402"/>
                </a:cubicBezTo>
                <a:cubicBezTo>
                  <a:pt x="7687313" y="667255"/>
                  <a:pt x="7687313" y="601421"/>
                  <a:pt x="7687313" y="535272"/>
                </a:cubicBezTo>
                <a:cubicBezTo>
                  <a:pt x="7687313" y="494323"/>
                  <a:pt x="7687313" y="453059"/>
                  <a:pt x="7687313" y="411795"/>
                </a:cubicBezTo>
                <a:cubicBezTo>
                  <a:pt x="7687313" y="402660"/>
                  <a:pt x="7687313" y="402660"/>
                  <a:pt x="7696133" y="402660"/>
                </a:cubicBezTo>
                <a:cubicBezTo>
                  <a:pt x="7700858" y="402660"/>
                  <a:pt x="7705898" y="402975"/>
                  <a:pt x="7710622" y="402975"/>
                </a:cubicBezTo>
                <a:cubicBezTo>
                  <a:pt x="7715977" y="402975"/>
                  <a:pt x="7721647" y="402660"/>
                  <a:pt x="7727002" y="402660"/>
                </a:cubicBezTo>
                <a:cubicBezTo>
                  <a:pt x="7730467" y="402660"/>
                  <a:pt x="7732042" y="404550"/>
                  <a:pt x="7732042" y="408015"/>
                </a:cubicBezTo>
                <a:cubicBezTo>
                  <a:pt x="7732042" y="409275"/>
                  <a:pt x="7732042" y="410535"/>
                  <a:pt x="7732042" y="411795"/>
                </a:cubicBezTo>
                <a:cubicBezTo>
                  <a:pt x="7732042" y="522673"/>
                  <a:pt x="7732042" y="633865"/>
                  <a:pt x="7732042" y="745057"/>
                </a:cubicBezTo>
                <a:cubicBezTo>
                  <a:pt x="7744012" y="749467"/>
                  <a:pt x="7756926" y="751987"/>
                  <a:pt x="7769211" y="755137"/>
                </a:cubicBezTo>
                <a:cubicBezTo>
                  <a:pt x="7773936" y="756397"/>
                  <a:pt x="7778346" y="760177"/>
                  <a:pt x="7783701" y="758602"/>
                </a:cubicBezTo>
                <a:cubicBezTo>
                  <a:pt x="7783701" y="644260"/>
                  <a:pt x="7783701" y="529917"/>
                  <a:pt x="7783701" y="415575"/>
                </a:cubicBezTo>
                <a:cubicBezTo>
                  <a:pt x="7783701" y="401085"/>
                  <a:pt x="7782126" y="402660"/>
                  <a:pt x="7796616" y="402660"/>
                </a:cubicBezTo>
                <a:cubicBezTo>
                  <a:pt x="7800396" y="402660"/>
                  <a:pt x="7803860" y="402975"/>
                  <a:pt x="7807325" y="402975"/>
                </a:cubicBezTo>
                <a:cubicBezTo>
                  <a:pt x="7812365" y="402975"/>
                  <a:pt x="7817720" y="402975"/>
                  <a:pt x="7822760" y="402660"/>
                </a:cubicBezTo>
                <a:cubicBezTo>
                  <a:pt x="7827485" y="402345"/>
                  <a:pt x="7829060" y="404550"/>
                  <a:pt x="7828745" y="408960"/>
                </a:cubicBezTo>
                <a:cubicBezTo>
                  <a:pt x="7828745" y="411795"/>
                  <a:pt x="7828745" y="414315"/>
                  <a:pt x="7828745" y="416835"/>
                </a:cubicBezTo>
                <a:cubicBezTo>
                  <a:pt x="7828745" y="534642"/>
                  <a:pt x="7828745" y="652765"/>
                  <a:pt x="7828745" y="770572"/>
                </a:cubicBezTo>
                <a:cubicBezTo>
                  <a:pt x="7841660" y="774036"/>
                  <a:pt x="7854260" y="777186"/>
                  <a:pt x="7867174" y="780652"/>
                </a:cubicBezTo>
                <a:cubicBezTo>
                  <a:pt x="7869064" y="780022"/>
                  <a:pt x="7870954" y="779706"/>
                  <a:pt x="7870954" y="777186"/>
                </a:cubicBezTo>
                <a:cubicBezTo>
                  <a:pt x="7870954" y="774036"/>
                  <a:pt x="7870954" y="771202"/>
                  <a:pt x="7870954" y="768367"/>
                </a:cubicBezTo>
                <a:cubicBezTo>
                  <a:pt x="7870954" y="696548"/>
                  <a:pt x="7870954" y="625046"/>
                  <a:pt x="7870954" y="553542"/>
                </a:cubicBezTo>
                <a:cubicBezTo>
                  <a:pt x="7870954" y="549762"/>
                  <a:pt x="7871269" y="545667"/>
                  <a:pt x="7871269" y="541887"/>
                </a:cubicBezTo>
                <a:cubicBezTo>
                  <a:pt x="7870954" y="534327"/>
                  <a:pt x="7870639" y="526452"/>
                  <a:pt x="7870639" y="518892"/>
                </a:cubicBezTo>
                <a:cubicBezTo>
                  <a:pt x="7870639" y="511018"/>
                  <a:pt x="7870954" y="511018"/>
                  <a:pt x="7878514" y="511018"/>
                </a:cubicBezTo>
                <a:cubicBezTo>
                  <a:pt x="7895524" y="511018"/>
                  <a:pt x="7912533" y="511018"/>
                  <a:pt x="7929543" y="511018"/>
                </a:cubicBezTo>
                <a:cubicBezTo>
                  <a:pt x="7942458" y="511018"/>
                  <a:pt x="7955058" y="511018"/>
                  <a:pt x="7967972" y="511018"/>
                </a:cubicBezTo>
                <a:cubicBezTo>
                  <a:pt x="7970807" y="511018"/>
                  <a:pt x="7974272" y="511963"/>
                  <a:pt x="7977107" y="509758"/>
                </a:cubicBezTo>
                <a:cubicBezTo>
                  <a:pt x="7976792" y="500308"/>
                  <a:pt x="7976792" y="490543"/>
                  <a:pt x="7976792" y="481093"/>
                </a:cubicBezTo>
                <a:cubicBezTo>
                  <a:pt x="7976792" y="479203"/>
                  <a:pt x="7976477" y="476683"/>
                  <a:pt x="7979627" y="476368"/>
                </a:cubicBezTo>
                <a:cubicBezTo>
                  <a:pt x="7983722" y="476054"/>
                  <a:pt x="7983407" y="478888"/>
                  <a:pt x="7983407" y="481409"/>
                </a:cubicBezTo>
                <a:cubicBezTo>
                  <a:pt x="7983722" y="491173"/>
                  <a:pt x="7983722" y="501253"/>
                  <a:pt x="7983722" y="511018"/>
                </a:cubicBezTo>
                <a:cubicBezTo>
                  <a:pt x="7986242" y="511018"/>
                  <a:pt x="7988447" y="511018"/>
                  <a:pt x="7990967" y="511018"/>
                </a:cubicBezTo>
                <a:cubicBezTo>
                  <a:pt x="7990967" y="502828"/>
                  <a:pt x="7991282" y="494323"/>
                  <a:pt x="7991282" y="486133"/>
                </a:cubicBezTo>
                <a:cubicBezTo>
                  <a:pt x="7991282" y="484243"/>
                  <a:pt x="7991282" y="482353"/>
                  <a:pt x="7991282" y="480463"/>
                </a:cubicBezTo>
                <a:cubicBezTo>
                  <a:pt x="7991282" y="477944"/>
                  <a:pt x="7992227" y="476054"/>
                  <a:pt x="7995062" y="476054"/>
                </a:cubicBezTo>
                <a:cubicBezTo>
                  <a:pt x="7998212" y="475739"/>
                  <a:pt x="7998842" y="477629"/>
                  <a:pt x="7998842" y="480149"/>
                </a:cubicBezTo>
                <a:cubicBezTo>
                  <a:pt x="7998842" y="488023"/>
                  <a:pt x="7998842" y="496213"/>
                  <a:pt x="7998842" y="504088"/>
                </a:cubicBezTo>
                <a:cubicBezTo>
                  <a:pt x="7998842" y="506293"/>
                  <a:pt x="7999157" y="508498"/>
                  <a:pt x="7999157" y="510703"/>
                </a:cubicBezTo>
                <a:cubicBezTo>
                  <a:pt x="8001676" y="510703"/>
                  <a:pt x="8003881" y="510703"/>
                  <a:pt x="8006401" y="510703"/>
                </a:cubicBezTo>
                <a:cubicBezTo>
                  <a:pt x="8006401" y="502513"/>
                  <a:pt x="8006716" y="494008"/>
                  <a:pt x="8006716" y="485818"/>
                </a:cubicBezTo>
                <a:cubicBezTo>
                  <a:pt x="8006716" y="483929"/>
                  <a:pt x="8006716" y="482039"/>
                  <a:pt x="8006716" y="480149"/>
                </a:cubicBezTo>
                <a:cubicBezTo>
                  <a:pt x="8006716" y="477313"/>
                  <a:pt x="8007661" y="475739"/>
                  <a:pt x="8010497" y="475739"/>
                </a:cubicBezTo>
                <a:cubicBezTo>
                  <a:pt x="8013646" y="475424"/>
                  <a:pt x="8014276" y="477313"/>
                  <a:pt x="8014276" y="479833"/>
                </a:cubicBezTo>
                <a:cubicBezTo>
                  <a:pt x="8014276" y="487709"/>
                  <a:pt x="8014276" y="495898"/>
                  <a:pt x="8014276" y="503773"/>
                </a:cubicBezTo>
                <a:cubicBezTo>
                  <a:pt x="8014276" y="505978"/>
                  <a:pt x="8014591" y="508183"/>
                  <a:pt x="8014591" y="510388"/>
                </a:cubicBezTo>
                <a:cubicBezTo>
                  <a:pt x="8044515" y="510388"/>
                  <a:pt x="8074755" y="510388"/>
                  <a:pt x="8104995" y="510388"/>
                </a:cubicBezTo>
                <a:cubicBezTo>
                  <a:pt x="8104679" y="504718"/>
                  <a:pt x="8107514" y="503143"/>
                  <a:pt x="8113184" y="503143"/>
                </a:cubicBezTo>
                <a:cubicBezTo>
                  <a:pt x="8138384" y="503458"/>
                  <a:pt x="8163898" y="503773"/>
                  <a:pt x="8189098" y="503143"/>
                </a:cubicBezTo>
                <a:cubicBezTo>
                  <a:pt x="8195398" y="502828"/>
                  <a:pt x="8198548" y="505033"/>
                  <a:pt x="8199807" y="510703"/>
                </a:cubicBezTo>
                <a:cubicBezTo>
                  <a:pt x="8213982" y="510703"/>
                  <a:pt x="8213982" y="510703"/>
                  <a:pt x="8213037" y="525192"/>
                </a:cubicBezTo>
                <a:cubicBezTo>
                  <a:pt x="8213037" y="530862"/>
                  <a:pt x="8213037" y="536532"/>
                  <a:pt x="8212722" y="542202"/>
                </a:cubicBezTo>
                <a:cubicBezTo>
                  <a:pt x="8212722" y="545982"/>
                  <a:pt x="8213037" y="549447"/>
                  <a:pt x="8213037" y="552912"/>
                </a:cubicBezTo>
                <a:lnTo>
                  <a:pt x="8213037" y="899839"/>
                </a:lnTo>
                <a:lnTo>
                  <a:pt x="8222585" y="899839"/>
                </a:lnTo>
                <a:lnTo>
                  <a:pt x="8222588" y="899188"/>
                </a:lnTo>
                <a:lnTo>
                  <a:pt x="8361723" y="819757"/>
                </a:lnTo>
                <a:lnTo>
                  <a:pt x="8400660" y="891401"/>
                </a:lnTo>
                <a:lnTo>
                  <a:pt x="8528374" y="819237"/>
                </a:lnTo>
                <a:lnTo>
                  <a:pt x="8564716" y="886728"/>
                </a:lnTo>
                <a:cubicBezTo>
                  <a:pt x="8564716" y="832735"/>
                  <a:pt x="8565754" y="778742"/>
                  <a:pt x="8566273" y="724750"/>
                </a:cubicBezTo>
                <a:cubicBezTo>
                  <a:pt x="8566273" y="702426"/>
                  <a:pt x="8567831" y="700868"/>
                  <a:pt x="8590674" y="700868"/>
                </a:cubicBezTo>
                <a:cubicBezTo>
                  <a:pt x="8620266" y="700868"/>
                  <a:pt x="8617151" y="704503"/>
                  <a:pt x="8617151" y="674910"/>
                </a:cubicBezTo>
                <a:cubicBezTo>
                  <a:pt x="8617151" y="658297"/>
                  <a:pt x="8617151" y="641165"/>
                  <a:pt x="8617151" y="624552"/>
                </a:cubicBezTo>
                <a:cubicBezTo>
                  <a:pt x="8617670" y="600671"/>
                  <a:pt x="8628053" y="582500"/>
                  <a:pt x="8649858" y="572636"/>
                </a:cubicBezTo>
                <a:cubicBezTo>
                  <a:pt x="8659722" y="568483"/>
                  <a:pt x="8663356" y="562771"/>
                  <a:pt x="8662318" y="552388"/>
                </a:cubicBezTo>
                <a:cubicBezTo>
                  <a:pt x="8661280" y="543043"/>
                  <a:pt x="8661799" y="533698"/>
                  <a:pt x="8661799" y="524353"/>
                </a:cubicBezTo>
                <a:cubicBezTo>
                  <a:pt x="8661280" y="514490"/>
                  <a:pt x="8665952" y="509298"/>
                  <a:pt x="8675816" y="509298"/>
                </a:cubicBezTo>
                <a:cubicBezTo>
                  <a:pt x="8715273" y="509298"/>
                  <a:pt x="8754729" y="509298"/>
                  <a:pt x="8794185" y="509298"/>
                </a:cubicBezTo>
                <a:cubicBezTo>
                  <a:pt x="8806645" y="509298"/>
                  <a:pt x="8810279" y="516566"/>
                  <a:pt x="8810279" y="527469"/>
                </a:cubicBezTo>
                <a:cubicBezTo>
                  <a:pt x="8809760" y="563810"/>
                  <a:pt x="8809760" y="600151"/>
                  <a:pt x="8810279" y="636493"/>
                </a:cubicBezTo>
                <a:cubicBezTo>
                  <a:pt x="8810279" y="649991"/>
                  <a:pt x="8811317" y="664008"/>
                  <a:pt x="8811837" y="677506"/>
                </a:cubicBezTo>
                <a:cubicBezTo>
                  <a:pt x="8811837" y="681659"/>
                  <a:pt x="8811837" y="686851"/>
                  <a:pt x="8817547" y="686332"/>
                </a:cubicBezTo>
                <a:cubicBezTo>
                  <a:pt x="8822739" y="685813"/>
                  <a:pt x="8822220" y="681659"/>
                  <a:pt x="8822220" y="678025"/>
                </a:cubicBezTo>
                <a:cubicBezTo>
                  <a:pt x="8822220" y="669200"/>
                  <a:pt x="8822739" y="660893"/>
                  <a:pt x="8822220" y="652587"/>
                </a:cubicBezTo>
                <a:cubicBezTo>
                  <a:pt x="8821701" y="641684"/>
                  <a:pt x="8826373" y="635454"/>
                  <a:pt x="8837795" y="637012"/>
                </a:cubicBezTo>
                <a:cubicBezTo>
                  <a:pt x="8849216" y="638569"/>
                  <a:pt x="8854408" y="634935"/>
                  <a:pt x="8854408" y="621956"/>
                </a:cubicBezTo>
                <a:cubicBezTo>
                  <a:pt x="8854408" y="603786"/>
                  <a:pt x="8863234" y="589249"/>
                  <a:pt x="8877770" y="577828"/>
                </a:cubicBezTo>
                <a:cubicBezTo>
                  <a:pt x="8884000" y="572636"/>
                  <a:pt x="8891268" y="569521"/>
                  <a:pt x="8895941" y="561214"/>
                </a:cubicBezTo>
                <a:cubicBezTo>
                  <a:pt x="8900613" y="552908"/>
                  <a:pt x="8927610" y="556023"/>
                  <a:pt x="8932282" y="564848"/>
                </a:cubicBezTo>
                <a:cubicBezTo>
                  <a:pt x="8934359" y="568483"/>
                  <a:pt x="8936955" y="570559"/>
                  <a:pt x="8940589" y="572636"/>
                </a:cubicBezTo>
                <a:cubicBezTo>
                  <a:pt x="8962394" y="585096"/>
                  <a:pt x="8972258" y="604305"/>
                  <a:pt x="8972258" y="628706"/>
                </a:cubicBezTo>
                <a:cubicBezTo>
                  <a:pt x="8972258" y="659855"/>
                  <a:pt x="8972258" y="691523"/>
                  <a:pt x="8972258" y="722673"/>
                </a:cubicBezTo>
                <a:lnTo>
                  <a:pt x="9035595" y="719558"/>
                </a:lnTo>
                <a:lnTo>
                  <a:pt x="9068822" y="146923"/>
                </a:lnTo>
                <a:lnTo>
                  <a:pt x="9146177" y="146923"/>
                </a:lnTo>
                <a:lnTo>
                  <a:pt x="9180961" y="716962"/>
                </a:lnTo>
                <a:lnTo>
                  <a:pt x="9225090" y="715405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D5F95E-A64B-4CF3-896F-F3B321903429}"/>
              </a:ext>
            </a:extLst>
          </p:cNvPr>
          <p:cNvGrpSpPr/>
          <p:nvPr userDrawn="1"/>
        </p:nvGrpSpPr>
        <p:grpSpPr>
          <a:xfrm>
            <a:off x="218787" y="2622975"/>
            <a:ext cx="11517590" cy="3946317"/>
            <a:chOff x="218787" y="2622975"/>
            <a:chExt cx="11517590" cy="3946317"/>
          </a:xfrm>
          <a:solidFill>
            <a:schemeClr val="bg1">
              <a:alpha val="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598B69-F9FE-4154-B147-8335AB2E2E58}"/>
                </a:ext>
              </a:extLst>
            </p:cNvPr>
            <p:cNvGrpSpPr/>
            <p:nvPr/>
          </p:nvGrpSpPr>
          <p:grpSpPr>
            <a:xfrm rot="12366785">
              <a:off x="10129411" y="5122363"/>
              <a:ext cx="1606966" cy="1446929"/>
              <a:chOff x="6486650" y="2648852"/>
              <a:chExt cx="2745260" cy="2471860"/>
            </a:xfrm>
            <a:grpFill/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2891B34-6F88-4D11-AD5C-410F7771AEA2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1D81169-CACA-4F00-B325-E9872F60ED27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F939FB8C-F4E6-45BF-BE92-A0D7E337E986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7D2F5C8-112A-47AC-8EBA-CA3BCCFFD653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07F2CD7-68E5-49F5-BBED-77DA2BFBE7AD}"/>
                </a:ext>
              </a:extLst>
            </p:cNvPr>
            <p:cNvSpPr/>
            <p:nvPr/>
          </p:nvSpPr>
          <p:spPr>
            <a:xfrm>
              <a:off x="10132589" y="4237994"/>
              <a:ext cx="577306" cy="577307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CD81010-EBF6-414C-927A-9FFCBAFAE158}"/>
                </a:ext>
              </a:extLst>
            </p:cNvPr>
            <p:cNvGrpSpPr/>
            <p:nvPr/>
          </p:nvGrpSpPr>
          <p:grpSpPr>
            <a:xfrm rot="2159485">
              <a:off x="10055501" y="296435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935FFD8-C758-4E69-865F-0D3F0FF08A12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B2E929D-2A5A-4E4D-8AFF-089163D7F028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A8A0495-30E8-45A0-B48A-6EFDF9C8B696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86DEB52C-C941-4797-8322-11F1C0AD0C40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5B6E65-0935-40EC-806D-53C1E043E564}"/>
                </a:ext>
              </a:extLst>
            </p:cNvPr>
            <p:cNvSpPr/>
            <p:nvPr/>
          </p:nvSpPr>
          <p:spPr>
            <a:xfrm>
              <a:off x="5436819" y="3673417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7478775-9720-4065-9D9F-0A2FCB97F2F0}"/>
                </a:ext>
              </a:extLst>
            </p:cNvPr>
            <p:cNvSpPr/>
            <p:nvPr/>
          </p:nvSpPr>
          <p:spPr>
            <a:xfrm>
              <a:off x="4032637" y="2622975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466B1FD-A1C4-48E5-82F9-88F257D12E08}"/>
                </a:ext>
              </a:extLst>
            </p:cNvPr>
            <p:cNvSpPr/>
            <p:nvPr/>
          </p:nvSpPr>
          <p:spPr>
            <a:xfrm>
              <a:off x="4673077" y="4204265"/>
              <a:ext cx="853923" cy="853924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777225-2D61-4C66-B198-7D070CA8492F}"/>
                </a:ext>
              </a:extLst>
            </p:cNvPr>
            <p:cNvGrpSpPr/>
            <p:nvPr/>
          </p:nvGrpSpPr>
          <p:grpSpPr>
            <a:xfrm rot="2246763">
              <a:off x="932314" y="2900862"/>
              <a:ext cx="3054679" cy="1218879"/>
              <a:chOff x="1727363" y="3556278"/>
              <a:chExt cx="3054679" cy="1218879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3E67246-C28F-4691-8DF2-21886E878D44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5925A4A-CBF1-48EF-AB30-CEBB54EC947A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59AB121F-74A9-4A6A-B896-45331194465F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CC131B02-5DBE-4634-A680-3DE71C853BD5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D8BF0D2-0FDC-4959-85DD-F748038440E1}"/>
                  </a:ext>
                </a:extLst>
              </p:cNvPr>
              <p:cNvSpPr/>
              <p:nvPr/>
            </p:nvSpPr>
            <p:spPr>
              <a:xfrm>
                <a:off x="1727363" y="4086481"/>
                <a:ext cx="683882" cy="686216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C9083CC-CC13-4BCC-8521-7079F8EBE42B}"/>
                </a:ext>
              </a:extLst>
            </p:cNvPr>
            <p:cNvGrpSpPr/>
            <p:nvPr/>
          </p:nvGrpSpPr>
          <p:grpSpPr>
            <a:xfrm>
              <a:off x="6486650" y="2648852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CC45CD8-C56F-467E-BEF3-DF307BE9C4B4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74DC46F-EE01-49F6-894A-71B37D0AC15C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1AB69D80-C161-41AB-A5DD-3B118793A012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718FFC3D-130E-4587-9FAD-F134E15CA98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E715F5-3FF5-4CC0-99F7-2396CA9783A9}"/>
                </a:ext>
              </a:extLst>
            </p:cNvPr>
            <p:cNvGrpSpPr/>
            <p:nvPr/>
          </p:nvGrpSpPr>
          <p:grpSpPr>
            <a:xfrm rot="18655185">
              <a:off x="7923365" y="480976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307BAC0-5062-49C4-A10C-F15443D0B43E}"/>
                  </a:ext>
                </a:extLst>
              </p:cNvPr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CF69320-9037-483C-B337-9C3798F9516C}"/>
                  </a:ext>
                </a:extLst>
              </p:cNvPr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E8FAEED8-8E0A-4D16-BC31-1DD02EB1FE84}"/>
                    </a:ext>
                  </a:extLst>
                </p:cNvPr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ABEF1D94-1333-4CA0-B29B-49A00AFB5E03}"/>
                    </a:ext>
                  </a:extLst>
                </p:cNvPr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943520-8E50-4DAD-A59E-7A5A1DEE2133}"/>
                </a:ext>
              </a:extLst>
            </p:cNvPr>
            <p:cNvGrpSpPr/>
            <p:nvPr/>
          </p:nvGrpSpPr>
          <p:grpSpPr>
            <a:xfrm>
              <a:off x="218787" y="4076953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A826ACA-0EB1-4F7B-86EA-A2622410F84A}"/>
                  </a:ext>
                </a:extLst>
              </p:cNvPr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1613B70-341B-437A-A0D4-569BDB3F76E5}"/>
                  </a:ext>
                </a:extLst>
              </p:cNvPr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96EF5B8-28BF-47BD-A097-7ADED01EDC98}"/>
                    </a:ext>
                  </a:extLst>
                </p:cNvPr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A9D3A2AA-E3A6-42DB-936E-D30F8E2F943A}"/>
                    </a:ext>
                  </a:extLst>
                </p:cNvPr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C996FD-CF0A-4F68-895E-6062455A1573}"/>
                </a:ext>
              </a:extLst>
            </p:cNvPr>
            <p:cNvSpPr/>
            <p:nvPr/>
          </p:nvSpPr>
          <p:spPr>
            <a:xfrm>
              <a:off x="4309443" y="5224203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6A48627-8991-4822-BA51-E0B5CA3A4F9C}"/>
                </a:ext>
              </a:extLst>
            </p:cNvPr>
            <p:cNvSpPr/>
            <p:nvPr/>
          </p:nvSpPr>
          <p:spPr>
            <a:xfrm>
              <a:off x="3167084" y="4595897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F068BD-5041-4E65-88AE-B9DC621AE8FB}"/>
                </a:ext>
              </a:extLst>
            </p:cNvPr>
            <p:cNvSpPr/>
            <p:nvPr/>
          </p:nvSpPr>
          <p:spPr>
            <a:xfrm rot="2246763">
              <a:off x="322349" y="3332008"/>
              <a:ext cx="1218879" cy="1218879"/>
            </a:xfrm>
            <a:custGeom>
              <a:avLst/>
              <a:gdLst>
                <a:gd name="connsiteX0" fmla="*/ 894776 w 1774962"/>
                <a:gd name="connsiteY0" fmla="*/ 1775736 h 1774962"/>
                <a:gd name="connsiteX1" fmla="*/ 852466 w 1774962"/>
                <a:gd name="connsiteY1" fmla="*/ 1775736 h 1774962"/>
                <a:gd name="connsiteX2" fmla="*/ 839567 w 1774962"/>
                <a:gd name="connsiteY2" fmla="*/ 1764901 h 1774962"/>
                <a:gd name="connsiteX3" fmla="*/ 819960 w 1774962"/>
                <a:gd name="connsiteY3" fmla="*/ 1666349 h 1774962"/>
                <a:gd name="connsiteX4" fmla="*/ 822024 w 1774962"/>
                <a:gd name="connsiteY4" fmla="*/ 1636938 h 1774962"/>
                <a:gd name="connsiteX5" fmla="*/ 811704 w 1774962"/>
                <a:gd name="connsiteY5" fmla="*/ 1623523 h 1774962"/>
                <a:gd name="connsiteX6" fmla="*/ 695093 w 1774962"/>
                <a:gd name="connsiteY6" fmla="*/ 1601852 h 1774962"/>
                <a:gd name="connsiteX7" fmla="*/ 680130 w 1774962"/>
                <a:gd name="connsiteY7" fmla="*/ 1610623 h 1774962"/>
                <a:gd name="connsiteX8" fmla="*/ 615116 w 1774962"/>
                <a:gd name="connsiteY8" fmla="*/ 1727234 h 1774962"/>
                <a:gd name="connsiteX9" fmla="*/ 603765 w 1774962"/>
                <a:gd name="connsiteY9" fmla="*/ 1730330 h 1774962"/>
                <a:gd name="connsiteX10" fmla="*/ 512953 w 1774962"/>
                <a:gd name="connsiteY10" fmla="*/ 1694212 h 1774962"/>
                <a:gd name="connsiteX11" fmla="*/ 507277 w 1774962"/>
                <a:gd name="connsiteY11" fmla="*/ 1681828 h 1774962"/>
                <a:gd name="connsiteX12" fmla="*/ 527400 w 1774962"/>
                <a:gd name="connsiteY12" fmla="*/ 1583277 h 1774962"/>
                <a:gd name="connsiteX13" fmla="*/ 541848 w 1774962"/>
                <a:gd name="connsiteY13" fmla="*/ 1552834 h 1774962"/>
                <a:gd name="connsiteX14" fmla="*/ 537720 w 1774962"/>
                <a:gd name="connsiteY14" fmla="*/ 1539418 h 1774962"/>
                <a:gd name="connsiteX15" fmla="*/ 435041 w 1774962"/>
                <a:gd name="connsiteY15" fmla="*/ 1472857 h 1774962"/>
                <a:gd name="connsiteX16" fmla="*/ 420593 w 1774962"/>
                <a:gd name="connsiteY16" fmla="*/ 1474921 h 1774962"/>
                <a:gd name="connsiteX17" fmla="*/ 315334 w 1774962"/>
                <a:gd name="connsiteY17" fmla="*/ 1559026 h 1774962"/>
                <a:gd name="connsiteX18" fmla="*/ 302950 w 1774962"/>
                <a:gd name="connsiteY18" fmla="*/ 1557478 h 1774962"/>
                <a:gd name="connsiteX19" fmla="*/ 233809 w 1774962"/>
                <a:gd name="connsiteY19" fmla="*/ 1490401 h 1774962"/>
                <a:gd name="connsiteX20" fmla="*/ 232777 w 1774962"/>
                <a:gd name="connsiteY20" fmla="*/ 1476985 h 1774962"/>
                <a:gd name="connsiteX21" fmla="*/ 289019 w 1774962"/>
                <a:gd name="connsiteY21" fmla="*/ 1393397 h 1774962"/>
                <a:gd name="connsiteX22" fmla="*/ 312754 w 1774962"/>
                <a:gd name="connsiteY22" fmla="*/ 1371726 h 1774962"/>
                <a:gd name="connsiteX23" fmla="*/ 314818 w 1774962"/>
                <a:gd name="connsiteY23" fmla="*/ 1355731 h 1774962"/>
                <a:gd name="connsiteX24" fmla="*/ 246193 w 1774962"/>
                <a:gd name="connsiteY24" fmla="*/ 1255631 h 1774962"/>
                <a:gd name="connsiteX25" fmla="*/ 230713 w 1774962"/>
                <a:gd name="connsiteY25" fmla="*/ 1253051 h 1774962"/>
                <a:gd name="connsiteX26" fmla="*/ 102751 w 1774962"/>
                <a:gd name="connsiteY26" fmla="*/ 1289685 h 1774962"/>
                <a:gd name="connsiteX27" fmla="*/ 91916 w 1774962"/>
                <a:gd name="connsiteY27" fmla="*/ 1282978 h 1774962"/>
                <a:gd name="connsiteX28" fmla="*/ 53733 w 1774962"/>
                <a:gd name="connsiteY28" fmla="*/ 1194230 h 1774962"/>
                <a:gd name="connsiteX29" fmla="*/ 58377 w 1774962"/>
                <a:gd name="connsiteY29" fmla="*/ 1181330 h 1774962"/>
                <a:gd name="connsiteX30" fmla="*/ 142481 w 1774962"/>
                <a:gd name="connsiteY30" fmla="*/ 1125605 h 1774962"/>
                <a:gd name="connsiteX31" fmla="*/ 173956 w 1774962"/>
                <a:gd name="connsiteY31" fmla="*/ 1114253 h 1774962"/>
                <a:gd name="connsiteX32" fmla="*/ 180664 w 1774962"/>
                <a:gd name="connsiteY32" fmla="*/ 1101870 h 1774962"/>
                <a:gd name="connsiteX33" fmla="*/ 154865 w 1774962"/>
                <a:gd name="connsiteY33" fmla="*/ 981131 h 1774962"/>
                <a:gd name="connsiteX34" fmla="*/ 144029 w 1774962"/>
                <a:gd name="connsiteY34" fmla="*/ 973391 h 1774962"/>
                <a:gd name="connsiteX35" fmla="*/ 10391 w 1774962"/>
                <a:gd name="connsiteY35" fmla="*/ 958428 h 1774962"/>
                <a:gd name="connsiteX36" fmla="*/ 2135 w 1774962"/>
                <a:gd name="connsiteY36" fmla="*/ 948624 h 1774962"/>
                <a:gd name="connsiteX37" fmla="*/ 588 w 1774962"/>
                <a:gd name="connsiteY37" fmla="*/ 850589 h 1774962"/>
                <a:gd name="connsiteX38" fmla="*/ 10391 w 1774962"/>
                <a:gd name="connsiteY38" fmla="*/ 840785 h 1774962"/>
                <a:gd name="connsiteX39" fmla="*/ 110491 w 1774962"/>
                <a:gd name="connsiteY39" fmla="*/ 820662 h 1774962"/>
                <a:gd name="connsiteX40" fmla="*/ 139901 w 1774962"/>
                <a:gd name="connsiteY40" fmla="*/ 822726 h 1774962"/>
                <a:gd name="connsiteX41" fmla="*/ 153317 w 1774962"/>
                <a:gd name="connsiteY41" fmla="*/ 811890 h 1774962"/>
                <a:gd name="connsiteX42" fmla="*/ 174472 w 1774962"/>
                <a:gd name="connsiteY42" fmla="*/ 696827 h 1774962"/>
                <a:gd name="connsiteX43" fmla="*/ 164152 w 1774962"/>
                <a:gd name="connsiteY43" fmla="*/ 680316 h 1774962"/>
                <a:gd name="connsiteX44" fmla="*/ 49090 w 1774962"/>
                <a:gd name="connsiteY44" fmla="*/ 615819 h 1774962"/>
                <a:gd name="connsiteX45" fmla="*/ 45993 w 1774962"/>
                <a:gd name="connsiteY45" fmla="*/ 606015 h 1774962"/>
                <a:gd name="connsiteX46" fmla="*/ 82628 w 1774962"/>
                <a:gd name="connsiteY46" fmla="*/ 513655 h 1774962"/>
                <a:gd name="connsiteX47" fmla="*/ 93979 w 1774962"/>
                <a:gd name="connsiteY47" fmla="*/ 508496 h 1774962"/>
                <a:gd name="connsiteX48" fmla="*/ 224006 w 1774962"/>
                <a:gd name="connsiteY48" fmla="*/ 543066 h 1774962"/>
                <a:gd name="connsiteX49" fmla="*/ 236905 w 1774962"/>
                <a:gd name="connsiteY49" fmla="*/ 538938 h 1774962"/>
                <a:gd name="connsiteX50" fmla="*/ 302434 w 1774962"/>
                <a:gd name="connsiteY50" fmla="*/ 437291 h 1774962"/>
                <a:gd name="connsiteX51" fmla="*/ 302950 w 1774962"/>
                <a:gd name="connsiteY51" fmla="*/ 423359 h 1774962"/>
                <a:gd name="connsiteX52" fmla="*/ 238453 w 1774962"/>
                <a:gd name="connsiteY52" fmla="*/ 346995 h 1774962"/>
                <a:gd name="connsiteX53" fmla="*/ 228650 w 1774962"/>
                <a:gd name="connsiteY53" fmla="*/ 333063 h 1774962"/>
                <a:gd name="connsiteX54" fmla="*/ 230713 w 1774962"/>
                <a:gd name="connsiteY54" fmla="*/ 290237 h 1774962"/>
                <a:gd name="connsiteX55" fmla="*/ 283859 w 1774962"/>
                <a:gd name="connsiteY55" fmla="*/ 236060 h 1774962"/>
                <a:gd name="connsiteX56" fmla="*/ 300370 w 1774962"/>
                <a:gd name="connsiteY56" fmla="*/ 234512 h 1774962"/>
                <a:gd name="connsiteX57" fmla="*/ 380863 w 1774962"/>
                <a:gd name="connsiteY57" fmla="*/ 288173 h 1774962"/>
                <a:gd name="connsiteX58" fmla="*/ 403050 w 1774962"/>
                <a:gd name="connsiteY58" fmla="*/ 311392 h 1774962"/>
                <a:gd name="connsiteX59" fmla="*/ 422141 w 1774962"/>
                <a:gd name="connsiteY59" fmla="*/ 313972 h 1774962"/>
                <a:gd name="connsiteX60" fmla="*/ 519661 w 1774962"/>
                <a:gd name="connsiteY60" fmla="*/ 246895 h 1774962"/>
                <a:gd name="connsiteX61" fmla="*/ 524820 w 1774962"/>
                <a:gd name="connsiteY61" fmla="*/ 233996 h 1774962"/>
                <a:gd name="connsiteX62" fmla="*/ 492314 w 1774962"/>
                <a:gd name="connsiteY62" fmla="*/ 127704 h 1774962"/>
                <a:gd name="connsiteX63" fmla="*/ 514501 w 1774962"/>
                <a:gd name="connsiteY63" fmla="*/ 82298 h 1774962"/>
                <a:gd name="connsiteX64" fmla="*/ 578482 w 1774962"/>
                <a:gd name="connsiteY64" fmla="*/ 55468 h 1774962"/>
                <a:gd name="connsiteX65" fmla="*/ 595509 w 1774962"/>
                <a:gd name="connsiteY65" fmla="*/ 60111 h 1774962"/>
                <a:gd name="connsiteX66" fmla="*/ 648655 w 1774962"/>
                <a:gd name="connsiteY66" fmla="*/ 139572 h 1774962"/>
                <a:gd name="connsiteX67" fmla="*/ 661039 w 1774962"/>
                <a:gd name="connsiteY67" fmla="*/ 172078 h 1774962"/>
                <a:gd name="connsiteX68" fmla="*/ 675486 w 1774962"/>
                <a:gd name="connsiteY68" fmla="*/ 180334 h 1774962"/>
                <a:gd name="connsiteX69" fmla="*/ 792613 w 1774962"/>
                <a:gd name="connsiteY69" fmla="*/ 155567 h 1774962"/>
                <a:gd name="connsiteX70" fmla="*/ 801900 w 1774962"/>
                <a:gd name="connsiteY70" fmla="*/ 143700 h 1774962"/>
                <a:gd name="connsiteX71" fmla="*/ 816864 w 1774962"/>
                <a:gd name="connsiteY71" fmla="*/ 11094 h 1774962"/>
                <a:gd name="connsiteX72" fmla="*/ 826151 w 1774962"/>
                <a:gd name="connsiteY72" fmla="*/ 2322 h 1774962"/>
                <a:gd name="connsiteX73" fmla="*/ 925219 w 1774962"/>
                <a:gd name="connsiteY73" fmla="*/ 774 h 1774962"/>
                <a:gd name="connsiteX74" fmla="*/ 934507 w 1774962"/>
                <a:gd name="connsiteY74" fmla="*/ 10062 h 1774962"/>
                <a:gd name="connsiteX75" fmla="*/ 954114 w 1774962"/>
                <a:gd name="connsiteY75" fmla="*/ 111193 h 1774962"/>
                <a:gd name="connsiteX76" fmla="*/ 952050 w 1774962"/>
                <a:gd name="connsiteY76" fmla="*/ 140604 h 1774962"/>
                <a:gd name="connsiteX77" fmla="*/ 962369 w 1774962"/>
                <a:gd name="connsiteY77" fmla="*/ 152987 h 1774962"/>
                <a:gd name="connsiteX78" fmla="*/ 1078980 w 1774962"/>
                <a:gd name="connsiteY78" fmla="*/ 174658 h 1774962"/>
                <a:gd name="connsiteX79" fmla="*/ 1093428 w 1774962"/>
                <a:gd name="connsiteY79" fmla="*/ 168467 h 1774962"/>
                <a:gd name="connsiteX80" fmla="*/ 1147089 w 1774962"/>
                <a:gd name="connsiteY80" fmla="*/ 69399 h 1774962"/>
                <a:gd name="connsiteX81" fmla="*/ 1192495 w 1774962"/>
                <a:gd name="connsiteY81" fmla="*/ 54436 h 1774962"/>
                <a:gd name="connsiteX82" fmla="*/ 1258024 w 1774962"/>
                <a:gd name="connsiteY82" fmla="*/ 81266 h 1774962"/>
                <a:gd name="connsiteX83" fmla="*/ 1267312 w 1774962"/>
                <a:gd name="connsiteY83" fmla="*/ 96746 h 1774962"/>
                <a:gd name="connsiteX84" fmla="*/ 1247705 w 1774962"/>
                <a:gd name="connsiteY84" fmla="*/ 192718 h 1774962"/>
                <a:gd name="connsiteX85" fmla="*/ 1233258 w 1774962"/>
                <a:gd name="connsiteY85" fmla="*/ 224192 h 1774962"/>
                <a:gd name="connsiteX86" fmla="*/ 1237385 w 1774962"/>
                <a:gd name="connsiteY86" fmla="*/ 237608 h 1774962"/>
                <a:gd name="connsiteX87" fmla="*/ 1340065 w 1774962"/>
                <a:gd name="connsiteY87" fmla="*/ 304169 h 1774962"/>
                <a:gd name="connsiteX88" fmla="*/ 1354512 w 1774962"/>
                <a:gd name="connsiteY88" fmla="*/ 302621 h 1774962"/>
                <a:gd name="connsiteX89" fmla="*/ 1459771 w 1774962"/>
                <a:gd name="connsiteY89" fmla="*/ 218516 h 1774962"/>
                <a:gd name="connsiteX90" fmla="*/ 1472155 w 1774962"/>
                <a:gd name="connsiteY90" fmla="*/ 220064 h 1774962"/>
                <a:gd name="connsiteX91" fmla="*/ 1541296 w 1774962"/>
                <a:gd name="connsiteY91" fmla="*/ 287657 h 1774962"/>
                <a:gd name="connsiteX92" fmla="*/ 1542328 w 1774962"/>
                <a:gd name="connsiteY92" fmla="*/ 301073 h 1774962"/>
                <a:gd name="connsiteX93" fmla="*/ 1485570 w 1774962"/>
                <a:gd name="connsiteY93" fmla="*/ 385693 h 1774962"/>
                <a:gd name="connsiteX94" fmla="*/ 1462868 w 1774962"/>
                <a:gd name="connsiteY94" fmla="*/ 406332 h 1774962"/>
                <a:gd name="connsiteX95" fmla="*/ 1460803 w 1774962"/>
                <a:gd name="connsiteY95" fmla="*/ 422327 h 1774962"/>
                <a:gd name="connsiteX96" fmla="*/ 1529428 w 1774962"/>
                <a:gd name="connsiteY96" fmla="*/ 522427 h 1774962"/>
                <a:gd name="connsiteX97" fmla="*/ 1544908 w 1774962"/>
                <a:gd name="connsiteY97" fmla="*/ 525007 h 1774962"/>
                <a:gd name="connsiteX98" fmla="*/ 1672870 w 1774962"/>
                <a:gd name="connsiteY98" fmla="*/ 488373 h 1774962"/>
                <a:gd name="connsiteX99" fmla="*/ 1683706 w 1774962"/>
                <a:gd name="connsiteY99" fmla="*/ 495080 h 1774962"/>
                <a:gd name="connsiteX100" fmla="*/ 1721888 w 1774962"/>
                <a:gd name="connsiteY100" fmla="*/ 583828 h 1774962"/>
                <a:gd name="connsiteX101" fmla="*/ 1717244 w 1774962"/>
                <a:gd name="connsiteY101" fmla="*/ 596728 h 1774962"/>
                <a:gd name="connsiteX102" fmla="*/ 1633140 w 1774962"/>
                <a:gd name="connsiteY102" fmla="*/ 652453 h 1774962"/>
                <a:gd name="connsiteX103" fmla="*/ 1601665 w 1774962"/>
                <a:gd name="connsiteY103" fmla="*/ 663805 h 1774962"/>
                <a:gd name="connsiteX104" fmla="*/ 1594958 w 1774962"/>
                <a:gd name="connsiteY104" fmla="*/ 676188 h 1774962"/>
                <a:gd name="connsiteX105" fmla="*/ 1620241 w 1774962"/>
                <a:gd name="connsiteY105" fmla="*/ 795895 h 1774962"/>
                <a:gd name="connsiteX106" fmla="*/ 1631076 w 1774962"/>
                <a:gd name="connsiteY106" fmla="*/ 804667 h 1774962"/>
                <a:gd name="connsiteX107" fmla="*/ 1763682 w 1774962"/>
                <a:gd name="connsiteY107" fmla="*/ 819630 h 1774962"/>
                <a:gd name="connsiteX108" fmla="*/ 1773486 w 1774962"/>
                <a:gd name="connsiteY108" fmla="*/ 829950 h 1774962"/>
                <a:gd name="connsiteX109" fmla="*/ 1775034 w 1774962"/>
                <a:gd name="connsiteY109" fmla="*/ 927985 h 1774962"/>
                <a:gd name="connsiteX110" fmla="*/ 1766262 w 1774962"/>
                <a:gd name="connsiteY110" fmla="*/ 937273 h 1774962"/>
                <a:gd name="connsiteX111" fmla="*/ 1663583 w 1774962"/>
                <a:gd name="connsiteY111" fmla="*/ 957396 h 1774962"/>
                <a:gd name="connsiteX112" fmla="*/ 1636752 w 1774962"/>
                <a:gd name="connsiteY112" fmla="*/ 955332 h 1774962"/>
                <a:gd name="connsiteX113" fmla="*/ 1622304 w 1774962"/>
                <a:gd name="connsiteY113" fmla="*/ 966684 h 1774962"/>
                <a:gd name="connsiteX114" fmla="*/ 1601149 w 1774962"/>
                <a:gd name="connsiteY114" fmla="*/ 1081746 h 1774962"/>
                <a:gd name="connsiteX115" fmla="*/ 1610437 w 1774962"/>
                <a:gd name="connsiteY115" fmla="*/ 1097742 h 1774962"/>
                <a:gd name="connsiteX116" fmla="*/ 1726016 w 1774962"/>
                <a:gd name="connsiteY116" fmla="*/ 1161723 h 1774962"/>
                <a:gd name="connsiteX117" fmla="*/ 1729112 w 1774962"/>
                <a:gd name="connsiteY117" fmla="*/ 1174107 h 1774962"/>
                <a:gd name="connsiteX118" fmla="*/ 1693509 w 1774962"/>
                <a:gd name="connsiteY118" fmla="*/ 1263887 h 1774962"/>
                <a:gd name="connsiteX119" fmla="*/ 1681126 w 1774962"/>
                <a:gd name="connsiteY119" fmla="*/ 1270078 h 1774962"/>
                <a:gd name="connsiteX120" fmla="*/ 1581542 w 1774962"/>
                <a:gd name="connsiteY120" fmla="*/ 1249955 h 1774962"/>
                <a:gd name="connsiteX121" fmla="*/ 1552647 w 1774962"/>
                <a:gd name="connsiteY121" fmla="*/ 1236024 h 1774962"/>
                <a:gd name="connsiteX122" fmla="*/ 1538200 w 1774962"/>
                <a:gd name="connsiteY122" fmla="*/ 1240152 h 1774962"/>
                <a:gd name="connsiteX123" fmla="*/ 1473187 w 1774962"/>
                <a:gd name="connsiteY123" fmla="*/ 1340767 h 1774962"/>
                <a:gd name="connsiteX124" fmla="*/ 1475251 w 1774962"/>
                <a:gd name="connsiteY124" fmla="*/ 1358310 h 1774962"/>
                <a:gd name="connsiteX125" fmla="*/ 1535104 w 1774962"/>
                <a:gd name="connsiteY125" fmla="*/ 1430031 h 1774962"/>
                <a:gd name="connsiteX126" fmla="*/ 1545424 w 1774962"/>
                <a:gd name="connsiteY126" fmla="*/ 1444995 h 1774962"/>
                <a:gd name="connsiteX127" fmla="*/ 1542844 w 1774962"/>
                <a:gd name="connsiteY127" fmla="*/ 1489885 h 1774962"/>
                <a:gd name="connsiteX128" fmla="*/ 1491246 w 1774962"/>
                <a:gd name="connsiteY128" fmla="*/ 1542514 h 1774962"/>
                <a:gd name="connsiteX129" fmla="*/ 1472155 w 1774962"/>
                <a:gd name="connsiteY129" fmla="*/ 1544062 h 1774962"/>
                <a:gd name="connsiteX130" fmla="*/ 1393726 w 1774962"/>
                <a:gd name="connsiteY130" fmla="*/ 1491948 h 1774962"/>
                <a:gd name="connsiteX131" fmla="*/ 1369992 w 1774962"/>
                <a:gd name="connsiteY131" fmla="*/ 1466666 h 1774962"/>
                <a:gd name="connsiteX132" fmla="*/ 1352964 w 1774962"/>
                <a:gd name="connsiteY132" fmla="*/ 1464602 h 1774962"/>
                <a:gd name="connsiteX133" fmla="*/ 1254413 w 1774962"/>
                <a:gd name="connsiteY133" fmla="*/ 1532711 h 1774962"/>
                <a:gd name="connsiteX134" fmla="*/ 1248737 w 1774962"/>
                <a:gd name="connsiteY134" fmla="*/ 1544578 h 1774962"/>
                <a:gd name="connsiteX135" fmla="*/ 1284339 w 1774962"/>
                <a:gd name="connsiteY135" fmla="*/ 1662221 h 1774962"/>
                <a:gd name="connsiteX136" fmla="*/ 1268860 w 1774962"/>
                <a:gd name="connsiteY136" fmla="*/ 1693180 h 1774962"/>
                <a:gd name="connsiteX137" fmla="*/ 1195591 w 1774962"/>
                <a:gd name="connsiteY137" fmla="*/ 1724654 h 1774962"/>
                <a:gd name="connsiteX138" fmla="*/ 1178564 w 1774962"/>
                <a:gd name="connsiteY138" fmla="*/ 1719495 h 1774962"/>
                <a:gd name="connsiteX139" fmla="*/ 1125418 w 1774962"/>
                <a:gd name="connsiteY139" fmla="*/ 1640034 h 1774962"/>
                <a:gd name="connsiteX140" fmla="*/ 1113035 w 1774962"/>
                <a:gd name="connsiteY140" fmla="*/ 1606496 h 1774962"/>
                <a:gd name="connsiteX141" fmla="*/ 1099619 w 1774962"/>
                <a:gd name="connsiteY141" fmla="*/ 1599272 h 1774962"/>
                <a:gd name="connsiteX142" fmla="*/ 979913 w 1774962"/>
                <a:gd name="connsiteY142" fmla="*/ 1624555 h 1774962"/>
                <a:gd name="connsiteX143" fmla="*/ 972173 w 1774962"/>
                <a:gd name="connsiteY143" fmla="*/ 1634874 h 1774962"/>
                <a:gd name="connsiteX144" fmla="*/ 957726 w 1774962"/>
                <a:gd name="connsiteY144" fmla="*/ 1767481 h 1774962"/>
                <a:gd name="connsiteX145" fmla="*/ 945858 w 1774962"/>
                <a:gd name="connsiteY145" fmla="*/ 1777800 h 1774962"/>
                <a:gd name="connsiteX146" fmla="*/ 895808 w 1774962"/>
                <a:gd name="connsiteY146" fmla="*/ 1779864 h 1774962"/>
                <a:gd name="connsiteX147" fmla="*/ 894776 w 1774962"/>
                <a:gd name="connsiteY147" fmla="*/ 1775736 h 1774962"/>
                <a:gd name="connsiteX148" fmla="*/ 890648 w 1774962"/>
                <a:gd name="connsiteY148" fmla="*/ 1454798 h 1774962"/>
                <a:gd name="connsiteX149" fmla="*/ 1452548 w 1774962"/>
                <a:gd name="connsiteY149" fmla="*/ 884127 h 1774962"/>
                <a:gd name="connsiteX150" fmla="*/ 881361 w 1774962"/>
                <a:gd name="connsiteY150" fmla="*/ 322228 h 1774962"/>
                <a:gd name="connsiteX151" fmla="*/ 320494 w 1774962"/>
                <a:gd name="connsiteY151" fmla="*/ 893415 h 1774962"/>
                <a:gd name="connsiteX152" fmla="*/ 890648 w 1774962"/>
                <a:gd name="connsiteY152" fmla="*/ 1454798 h 1774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774962" h="1774962">
                  <a:moveTo>
                    <a:pt x="894776" y="1775736"/>
                  </a:moveTo>
                  <a:cubicBezTo>
                    <a:pt x="880845" y="1775736"/>
                    <a:pt x="866397" y="1775736"/>
                    <a:pt x="852466" y="1775736"/>
                  </a:cubicBezTo>
                  <a:cubicBezTo>
                    <a:pt x="844726" y="1775736"/>
                    <a:pt x="840599" y="1772640"/>
                    <a:pt x="839567" y="1764901"/>
                  </a:cubicBezTo>
                  <a:cubicBezTo>
                    <a:pt x="833375" y="1731878"/>
                    <a:pt x="826151" y="1699371"/>
                    <a:pt x="819960" y="1666349"/>
                  </a:cubicBezTo>
                  <a:cubicBezTo>
                    <a:pt x="817896" y="1656545"/>
                    <a:pt x="820992" y="1646742"/>
                    <a:pt x="822024" y="1636938"/>
                  </a:cubicBezTo>
                  <a:cubicBezTo>
                    <a:pt x="823056" y="1628682"/>
                    <a:pt x="820992" y="1624555"/>
                    <a:pt x="811704" y="1623523"/>
                  </a:cubicBezTo>
                  <a:cubicBezTo>
                    <a:pt x="772490" y="1619395"/>
                    <a:pt x="733275" y="1612171"/>
                    <a:pt x="695093" y="1601852"/>
                  </a:cubicBezTo>
                  <a:cubicBezTo>
                    <a:pt x="686837" y="1599788"/>
                    <a:pt x="682194" y="1602368"/>
                    <a:pt x="680130" y="1610623"/>
                  </a:cubicBezTo>
                  <a:cubicBezTo>
                    <a:pt x="669294" y="1655513"/>
                    <a:pt x="636788" y="1688020"/>
                    <a:pt x="615116" y="1727234"/>
                  </a:cubicBezTo>
                  <a:cubicBezTo>
                    <a:pt x="612537" y="1731878"/>
                    <a:pt x="608409" y="1731878"/>
                    <a:pt x="603765" y="1730330"/>
                  </a:cubicBezTo>
                  <a:cubicBezTo>
                    <a:pt x="572807" y="1720011"/>
                    <a:pt x="542364" y="1707627"/>
                    <a:pt x="512953" y="1694212"/>
                  </a:cubicBezTo>
                  <a:cubicBezTo>
                    <a:pt x="506761" y="1691632"/>
                    <a:pt x="506245" y="1686988"/>
                    <a:pt x="507277" y="1681828"/>
                  </a:cubicBezTo>
                  <a:cubicBezTo>
                    <a:pt x="513985" y="1648806"/>
                    <a:pt x="519661" y="1615783"/>
                    <a:pt x="527400" y="1583277"/>
                  </a:cubicBezTo>
                  <a:cubicBezTo>
                    <a:pt x="529980" y="1572441"/>
                    <a:pt x="536172" y="1562637"/>
                    <a:pt x="541848" y="1552834"/>
                  </a:cubicBezTo>
                  <a:cubicBezTo>
                    <a:pt x="545460" y="1546642"/>
                    <a:pt x="544428" y="1543030"/>
                    <a:pt x="537720" y="1539418"/>
                  </a:cubicBezTo>
                  <a:cubicBezTo>
                    <a:pt x="501601" y="1520327"/>
                    <a:pt x="467547" y="1497624"/>
                    <a:pt x="435041" y="1472857"/>
                  </a:cubicBezTo>
                  <a:cubicBezTo>
                    <a:pt x="429365" y="1468214"/>
                    <a:pt x="425237" y="1468214"/>
                    <a:pt x="420593" y="1474921"/>
                  </a:cubicBezTo>
                  <a:cubicBezTo>
                    <a:pt x="393762" y="1512588"/>
                    <a:pt x="350936" y="1531163"/>
                    <a:pt x="315334" y="1559026"/>
                  </a:cubicBezTo>
                  <a:cubicBezTo>
                    <a:pt x="310690" y="1562637"/>
                    <a:pt x="307078" y="1561090"/>
                    <a:pt x="302950" y="1557478"/>
                  </a:cubicBezTo>
                  <a:cubicBezTo>
                    <a:pt x="278699" y="1536323"/>
                    <a:pt x="255996" y="1513104"/>
                    <a:pt x="233809" y="1490401"/>
                  </a:cubicBezTo>
                  <a:cubicBezTo>
                    <a:pt x="229682" y="1485757"/>
                    <a:pt x="229165" y="1482145"/>
                    <a:pt x="232777" y="1476985"/>
                  </a:cubicBezTo>
                  <a:cubicBezTo>
                    <a:pt x="251352" y="1449122"/>
                    <a:pt x="269928" y="1421260"/>
                    <a:pt x="289019" y="1393397"/>
                  </a:cubicBezTo>
                  <a:cubicBezTo>
                    <a:pt x="295210" y="1384625"/>
                    <a:pt x="304498" y="1378949"/>
                    <a:pt x="312754" y="1371726"/>
                  </a:cubicBezTo>
                  <a:cubicBezTo>
                    <a:pt x="318946" y="1366566"/>
                    <a:pt x="319978" y="1361922"/>
                    <a:pt x="314818" y="1355731"/>
                  </a:cubicBezTo>
                  <a:cubicBezTo>
                    <a:pt x="289535" y="1324256"/>
                    <a:pt x="266316" y="1291233"/>
                    <a:pt x="246193" y="1255631"/>
                  </a:cubicBezTo>
                  <a:cubicBezTo>
                    <a:pt x="241549" y="1247375"/>
                    <a:pt x="236905" y="1248923"/>
                    <a:pt x="230713" y="1253051"/>
                  </a:cubicBezTo>
                  <a:cubicBezTo>
                    <a:pt x="191499" y="1277302"/>
                    <a:pt x="145577" y="1277818"/>
                    <a:pt x="102751" y="1289685"/>
                  </a:cubicBezTo>
                  <a:cubicBezTo>
                    <a:pt x="97075" y="1291233"/>
                    <a:pt x="93979" y="1288137"/>
                    <a:pt x="91916" y="1282978"/>
                  </a:cubicBezTo>
                  <a:cubicBezTo>
                    <a:pt x="77984" y="1254083"/>
                    <a:pt x="65085" y="1224156"/>
                    <a:pt x="53733" y="1194230"/>
                  </a:cubicBezTo>
                  <a:cubicBezTo>
                    <a:pt x="51669" y="1188038"/>
                    <a:pt x="53217" y="1184426"/>
                    <a:pt x="58377" y="1181330"/>
                  </a:cubicBezTo>
                  <a:cubicBezTo>
                    <a:pt x="86240" y="1162755"/>
                    <a:pt x="113587" y="1143664"/>
                    <a:pt x="142481" y="1125605"/>
                  </a:cubicBezTo>
                  <a:cubicBezTo>
                    <a:pt x="151769" y="1119929"/>
                    <a:pt x="163120" y="1117349"/>
                    <a:pt x="173956" y="1114253"/>
                  </a:cubicBezTo>
                  <a:cubicBezTo>
                    <a:pt x="180664" y="1112189"/>
                    <a:pt x="182727" y="1109093"/>
                    <a:pt x="180664" y="1101870"/>
                  </a:cubicBezTo>
                  <a:cubicBezTo>
                    <a:pt x="168796" y="1062139"/>
                    <a:pt x="160541" y="1021893"/>
                    <a:pt x="154865" y="981131"/>
                  </a:cubicBezTo>
                  <a:cubicBezTo>
                    <a:pt x="153833" y="974423"/>
                    <a:pt x="150737" y="972359"/>
                    <a:pt x="144029" y="973391"/>
                  </a:cubicBezTo>
                  <a:cubicBezTo>
                    <a:pt x="98107" y="981131"/>
                    <a:pt x="54765" y="963588"/>
                    <a:pt x="10391" y="958428"/>
                  </a:cubicBezTo>
                  <a:cubicBezTo>
                    <a:pt x="4715" y="957912"/>
                    <a:pt x="2652" y="954300"/>
                    <a:pt x="2135" y="948624"/>
                  </a:cubicBezTo>
                  <a:cubicBezTo>
                    <a:pt x="-960" y="916118"/>
                    <a:pt x="72" y="883611"/>
                    <a:pt x="588" y="850589"/>
                  </a:cubicBezTo>
                  <a:cubicBezTo>
                    <a:pt x="588" y="844397"/>
                    <a:pt x="4715" y="841817"/>
                    <a:pt x="10391" y="840785"/>
                  </a:cubicBezTo>
                  <a:cubicBezTo>
                    <a:pt x="43930" y="834077"/>
                    <a:pt x="76952" y="827370"/>
                    <a:pt x="110491" y="820662"/>
                  </a:cubicBezTo>
                  <a:cubicBezTo>
                    <a:pt x="120294" y="818598"/>
                    <a:pt x="130098" y="821694"/>
                    <a:pt x="139901" y="822726"/>
                  </a:cubicBezTo>
                  <a:cubicBezTo>
                    <a:pt x="148157" y="823758"/>
                    <a:pt x="152285" y="820662"/>
                    <a:pt x="153317" y="811890"/>
                  </a:cubicBezTo>
                  <a:cubicBezTo>
                    <a:pt x="157445" y="773192"/>
                    <a:pt x="164668" y="734494"/>
                    <a:pt x="174472" y="696827"/>
                  </a:cubicBezTo>
                  <a:cubicBezTo>
                    <a:pt x="177052" y="687024"/>
                    <a:pt x="173440" y="682380"/>
                    <a:pt x="164152" y="680316"/>
                  </a:cubicBezTo>
                  <a:cubicBezTo>
                    <a:pt x="120294" y="668965"/>
                    <a:pt x="87272" y="636974"/>
                    <a:pt x="49090" y="615819"/>
                  </a:cubicBezTo>
                  <a:cubicBezTo>
                    <a:pt x="44961" y="613755"/>
                    <a:pt x="44961" y="610143"/>
                    <a:pt x="45993" y="606015"/>
                  </a:cubicBezTo>
                  <a:cubicBezTo>
                    <a:pt x="56313" y="574541"/>
                    <a:pt x="69212" y="544098"/>
                    <a:pt x="82628" y="513655"/>
                  </a:cubicBezTo>
                  <a:cubicBezTo>
                    <a:pt x="85208" y="507980"/>
                    <a:pt x="89336" y="506948"/>
                    <a:pt x="93979" y="508496"/>
                  </a:cubicBezTo>
                  <a:cubicBezTo>
                    <a:pt x="137322" y="519847"/>
                    <a:pt x="183760" y="518815"/>
                    <a:pt x="224006" y="543066"/>
                  </a:cubicBezTo>
                  <a:cubicBezTo>
                    <a:pt x="230713" y="547194"/>
                    <a:pt x="233809" y="544614"/>
                    <a:pt x="236905" y="538938"/>
                  </a:cubicBezTo>
                  <a:cubicBezTo>
                    <a:pt x="255996" y="503336"/>
                    <a:pt x="278183" y="469281"/>
                    <a:pt x="302434" y="437291"/>
                  </a:cubicBezTo>
                  <a:cubicBezTo>
                    <a:pt x="305530" y="433163"/>
                    <a:pt x="310690" y="428519"/>
                    <a:pt x="302950" y="423359"/>
                  </a:cubicBezTo>
                  <a:cubicBezTo>
                    <a:pt x="273540" y="404268"/>
                    <a:pt x="258576" y="373826"/>
                    <a:pt x="238453" y="346995"/>
                  </a:cubicBezTo>
                  <a:cubicBezTo>
                    <a:pt x="234841" y="342351"/>
                    <a:pt x="232262" y="337707"/>
                    <a:pt x="228650" y="333063"/>
                  </a:cubicBezTo>
                  <a:cubicBezTo>
                    <a:pt x="212654" y="310360"/>
                    <a:pt x="212138" y="309844"/>
                    <a:pt x="230713" y="290237"/>
                  </a:cubicBezTo>
                  <a:cubicBezTo>
                    <a:pt x="248257" y="271662"/>
                    <a:pt x="266316" y="254119"/>
                    <a:pt x="283859" y="236060"/>
                  </a:cubicBezTo>
                  <a:cubicBezTo>
                    <a:pt x="289535" y="230384"/>
                    <a:pt x="294179" y="229868"/>
                    <a:pt x="300370" y="234512"/>
                  </a:cubicBezTo>
                  <a:cubicBezTo>
                    <a:pt x="327201" y="252571"/>
                    <a:pt x="354032" y="270114"/>
                    <a:pt x="380863" y="288173"/>
                  </a:cubicBezTo>
                  <a:cubicBezTo>
                    <a:pt x="390150" y="294365"/>
                    <a:pt x="396342" y="303137"/>
                    <a:pt x="403050" y="311392"/>
                  </a:cubicBezTo>
                  <a:cubicBezTo>
                    <a:pt x="408726" y="319132"/>
                    <a:pt x="413885" y="320680"/>
                    <a:pt x="422141" y="313972"/>
                  </a:cubicBezTo>
                  <a:cubicBezTo>
                    <a:pt x="452584" y="288689"/>
                    <a:pt x="485606" y="266502"/>
                    <a:pt x="519661" y="246895"/>
                  </a:cubicBezTo>
                  <a:cubicBezTo>
                    <a:pt x="524820" y="243799"/>
                    <a:pt x="529464" y="240703"/>
                    <a:pt x="524820" y="233996"/>
                  </a:cubicBezTo>
                  <a:cubicBezTo>
                    <a:pt x="502633" y="202005"/>
                    <a:pt x="501086" y="163823"/>
                    <a:pt x="492314" y="127704"/>
                  </a:cubicBezTo>
                  <a:cubicBezTo>
                    <a:pt x="484574" y="96230"/>
                    <a:pt x="485606" y="96746"/>
                    <a:pt x="514501" y="82298"/>
                  </a:cubicBezTo>
                  <a:cubicBezTo>
                    <a:pt x="535140" y="71979"/>
                    <a:pt x="557327" y="64239"/>
                    <a:pt x="578482" y="55468"/>
                  </a:cubicBezTo>
                  <a:cubicBezTo>
                    <a:pt x="586222" y="52372"/>
                    <a:pt x="590866" y="52888"/>
                    <a:pt x="595509" y="60111"/>
                  </a:cubicBezTo>
                  <a:cubicBezTo>
                    <a:pt x="613053" y="86942"/>
                    <a:pt x="630596" y="113257"/>
                    <a:pt x="648655" y="139572"/>
                  </a:cubicBezTo>
                  <a:cubicBezTo>
                    <a:pt x="655363" y="149375"/>
                    <a:pt x="657427" y="160727"/>
                    <a:pt x="661039" y="172078"/>
                  </a:cubicBezTo>
                  <a:cubicBezTo>
                    <a:pt x="663618" y="180334"/>
                    <a:pt x="667230" y="182914"/>
                    <a:pt x="675486" y="180334"/>
                  </a:cubicBezTo>
                  <a:cubicBezTo>
                    <a:pt x="713668" y="168983"/>
                    <a:pt x="752882" y="160727"/>
                    <a:pt x="792613" y="155567"/>
                  </a:cubicBezTo>
                  <a:cubicBezTo>
                    <a:pt x="800352" y="154535"/>
                    <a:pt x="802932" y="151439"/>
                    <a:pt x="801900" y="143700"/>
                  </a:cubicBezTo>
                  <a:cubicBezTo>
                    <a:pt x="795193" y="98294"/>
                    <a:pt x="811704" y="55468"/>
                    <a:pt x="816864" y="11094"/>
                  </a:cubicBezTo>
                  <a:cubicBezTo>
                    <a:pt x="817380" y="5934"/>
                    <a:pt x="820476" y="2838"/>
                    <a:pt x="826151" y="2322"/>
                  </a:cubicBezTo>
                  <a:cubicBezTo>
                    <a:pt x="859174" y="-1290"/>
                    <a:pt x="892196" y="258"/>
                    <a:pt x="925219" y="774"/>
                  </a:cubicBezTo>
                  <a:cubicBezTo>
                    <a:pt x="930895" y="774"/>
                    <a:pt x="933475" y="4902"/>
                    <a:pt x="934507" y="10062"/>
                  </a:cubicBezTo>
                  <a:cubicBezTo>
                    <a:pt x="941214" y="43600"/>
                    <a:pt x="948438" y="77139"/>
                    <a:pt x="954114" y="111193"/>
                  </a:cubicBezTo>
                  <a:cubicBezTo>
                    <a:pt x="955662" y="120481"/>
                    <a:pt x="953082" y="130800"/>
                    <a:pt x="952050" y="140604"/>
                  </a:cubicBezTo>
                  <a:cubicBezTo>
                    <a:pt x="951018" y="148343"/>
                    <a:pt x="954114" y="151955"/>
                    <a:pt x="962369" y="152987"/>
                  </a:cubicBezTo>
                  <a:cubicBezTo>
                    <a:pt x="1001584" y="157115"/>
                    <a:pt x="1040798" y="164339"/>
                    <a:pt x="1078980" y="174658"/>
                  </a:cubicBezTo>
                  <a:cubicBezTo>
                    <a:pt x="1085172" y="176206"/>
                    <a:pt x="1091364" y="176722"/>
                    <a:pt x="1093428" y="168467"/>
                  </a:cubicBezTo>
                  <a:cubicBezTo>
                    <a:pt x="1101683" y="130284"/>
                    <a:pt x="1127482" y="101390"/>
                    <a:pt x="1147089" y="69399"/>
                  </a:cubicBezTo>
                  <a:cubicBezTo>
                    <a:pt x="1162569" y="43084"/>
                    <a:pt x="1163601" y="43600"/>
                    <a:pt x="1192495" y="54436"/>
                  </a:cubicBezTo>
                  <a:cubicBezTo>
                    <a:pt x="1214682" y="62691"/>
                    <a:pt x="1236353" y="71979"/>
                    <a:pt x="1258024" y="81266"/>
                  </a:cubicBezTo>
                  <a:cubicBezTo>
                    <a:pt x="1265764" y="84362"/>
                    <a:pt x="1268860" y="88490"/>
                    <a:pt x="1267312" y="96746"/>
                  </a:cubicBezTo>
                  <a:cubicBezTo>
                    <a:pt x="1260604" y="128736"/>
                    <a:pt x="1254928" y="160727"/>
                    <a:pt x="1247705" y="192718"/>
                  </a:cubicBezTo>
                  <a:cubicBezTo>
                    <a:pt x="1245125" y="203553"/>
                    <a:pt x="1238417" y="213873"/>
                    <a:pt x="1233258" y="224192"/>
                  </a:cubicBezTo>
                  <a:cubicBezTo>
                    <a:pt x="1229646" y="230384"/>
                    <a:pt x="1230678" y="233996"/>
                    <a:pt x="1237385" y="237608"/>
                  </a:cubicBezTo>
                  <a:cubicBezTo>
                    <a:pt x="1273504" y="256699"/>
                    <a:pt x="1307558" y="279402"/>
                    <a:pt x="1340065" y="304169"/>
                  </a:cubicBezTo>
                  <a:cubicBezTo>
                    <a:pt x="1345741" y="308812"/>
                    <a:pt x="1349868" y="309328"/>
                    <a:pt x="1354512" y="302621"/>
                  </a:cubicBezTo>
                  <a:cubicBezTo>
                    <a:pt x="1381343" y="264954"/>
                    <a:pt x="1424169" y="246379"/>
                    <a:pt x="1459771" y="218516"/>
                  </a:cubicBezTo>
                  <a:cubicBezTo>
                    <a:pt x="1464415" y="214905"/>
                    <a:pt x="1468027" y="216452"/>
                    <a:pt x="1472155" y="220064"/>
                  </a:cubicBezTo>
                  <a:cubicBezTo>
                    <a:pt x="1496406" y="241219"/>
                    <a:pt x="1519109" y="264438"/>
                    <a:pt x="1541296" y="287657"/>
                  </a:cubicBezTo>
                  <a:cubicBezTo>
                    <a:pt x="1545424" y="292301"/>
                    <a:pt x="1545940" y="296429"/>
                    <a:pt x="1542328" y="301073"/>
                  </a:cubicBezTo>
                  <a:cubicBezTo>
                    <a:pt x="1523237" y="329452"/>
                    <a:pt x="1505177" y="357830"/>
                    <a:pt x="1485570" y="385693"/>
                  </a:cubicBezTo>
                  <a:cubicBezTo>
                    <a:pt x="1479895" y="393949"/>
                    <a:pt x="1470607" y="400140"/>
                    <a:pt x="1462868" y="406332"/>
                  </a:cubicBezTo>
                  <a:cubicBezTo>
                    <a:pt x="1456676" y="411492"/>
                    <a:pt x="1455644" y="416136"/>
                    <a:pt x="1460803" y="422327"/>
                  </a:cubicBezTo>
                  <a:cubicBezTo>
                    <a:pt x="1486086" y="453802"/>
                    <a:pt x="1509305" y="487341"/>
                    <a:pt x="1529428" y="522427"/>
                  </a:cubicBezTo>
                  <a:cubicBezTo>
                    <a:pt x="1534072" y="530167"/>
                    <a:pt x="1538716" y="529135"/>
                    <a:pt x="1544908" y="525007"/>
                  </a:cubicBezTo>
                  <a:cubicBezTo>
                    <a:pt x="1584122" y="500756"/>
                    <a:pt x="1630044" y="500240"/>
                    <a:pt x="1672870" y="488373"/>
                  </a:cubicBezTo>
                  <a:cubicBezTo>
                    <a:pt x="1678546" y="486825"/>
                    <a:pt x="1681642" y="489921"/>
                    <a:pt x="1683706" y="495080"/>
                  </a:cubicBezTo>
                  <a:cubicBezTo>
                    <a:pt x="1697637" y="523975"/>
                    <a:pt x="1710537" y="553902"/>
                    <a:pt x="1721888" y="583828"/>
                  </a:cubicBezTo>
                  <a:cubicBezTo>
                    <a:pt x="1723952" y="590020"/>
                    <a:pt x="1722404" y="593632"/>
                    <a:pt x="1717244" y="596728"/>
                  </a:cubicBezTo>
                  <a:cubicBezTo>
                    <a:pt x="1689381" y="615303"/>
                    <a:pt x="1662035" y="634394"/>
                    <a:pt x="1633140" y="652453"/>
                  </a:cubicBezTo>
                  <a:cubicBezTo>
                    <a:pt x="1623852" y="658129"/>
                    <a:pt x="1612501" y="660709"/>
                    <a:pt x="1601665" y="663805"/>
                  </a:cubicBezTo>
                  <a:cubicBezTo>
                    <a:pt x="1594958" y="665869"/>
                    <a:pt x="1592894" y="668965"/>
                    <a:pt x="1594958" y="676188"/>
                  </a:cubicBezTo>
                  <a:cubicBezTo>
                    <a:pt x="1606309" y="715403"/>
                    <a:pt x="1615081" y="755133"/>
                    <a:pt x="1620241" y="795895"/>
                  </a:cubicBezTo>
                  <a:cubicBezTo>
                    <a:pt x="1621272" y="803119"/>
                    <a:pt x="1624368" y="805699"/>
                    <a:pt x="1631076" y="804667"/>
                  </a:cubicBezTo>
                  <a:cubicBezTo>
                    <a:pt x="1676482" y="797959"/>
                    <a:pt x="1719308" y="814470"/>
                    <a:pt x="1763682" y="819630"/>
                  </a:cubicBezTo>
                  <a:cubicBezTo>
                    <a:pt x="1769874" y="820146"/>
                    <a:pt x="1772454" y="823758"/>
                    <a:pt x="1773486" y="829950"/>
                  </a:cubicBezTo>
                  <a:cubicBezTo>
                    <a:pt x="1776582" y="862456"/>
                    <a:pt x="1775034" y="895479"/>
                    <a:pt x="1775034" y="927985"/>
                  </a:cubicBezTo>
                  <a:cubicBezTo>
                    <a:pt x="1775034" y="933661"/>
                    <a:pt x="1771422" y="936241"/>
                    <a:pt x="1766262" y="937273"/>
                  </a:cubicBezTo>
                  <a:cubicBezTo>
                    <a:pt x="1732207" y="943981"/>
                    <a:pt x="1698153" y="951204"/>
                    <a:pt x="1663583" y="957396"/>
                  </a:cubicBezTo>
                  <a:cubicBezTo>
                    <a:pt x="1654811" y="958944"/>
                    <a:pt x="1645523" y="956364"/>
                    <a:pt x="1636752" y="955332"/>
                  </a:cubicBezTo>
                  <a:cubicBezTo>
                    <a:pt x="1627980" y="954300"/>
                    <a:pt x="1623336" y="956364"/>
                    <a:pt x="1622304" y="966684"/>
                  </a:cubicBezTo>
                  <a:cubicBezTo>
                    <a:pt x="1618177" y="1005382"/>
                    <a:pt x="1610953" y="1044080"/>
                    <a:pt x="1601149" y="1081746"/>
                  </a:cubicBezTo>
                  <a:cubicBezTo>
                    <a:pt x="1598569" y="1091034"/>
                    <a:pt x="1601665" y="1095678"/>
                    <a:pt x="1610437" y="1097742"/>
                  </a:cubicBezTo>
                  <a:cubicBezTo>
                    <a:pt x="1654811" y="1108577"/>
                    <a:pt x="1687318" y="1140568"/>
                    <a:pt x="1726016" y="1161723"/>
                  </a:cubicBezTo>
                  <a:cubicBezTo>
                    <a:pt x="1731176" y="1164819"/>
                    <a:pt x="1731176" y="1168947"/>
                    <a:pt x="1729112" y="1174107"/>
                  </a:cubicBezTo>
                  <a:cubicBezTo>
                    <a:pt x="1718792" y="1204549"/>
                    <a:pt x="1706409" y="1234476"/>
                    <a:pt x="1693509" y="1263887"/>
                  </a:cubicBezTo>
                  <a:cubicBezTo>
                    <a:pt x="1690929" y="1269562"/>
                    <a:pt x="1687318" y="1271626"/>
                    <a:pt x="1681126" y="1270078"/>
                  </a:cubicBezTo>
                  <a:cubicBezTo>
                    <a:pt x="1648103" y="1263371"/>
                    <a:pt x="1614565" y="1257179"/>
                    <a:pt x="1581542" y="1249955"/>
                  </a:cubicBezTo>
                  <a:cubicBezTo>
                    <a:pt x="1571223" y="1247375"/>
                    <a:pt x="1561935" y="1241184"/>
                    <a:pt x="1552647" y="1236024"/>
                  </a:cubicBezTo>
                  <a:cubicBezTo>
                    <a:pt x="1545940" y="1232412"/>
                    <a:pt x="1542328" y="1232928"/>
                    <a:pt x="1538200" y="1240152"/>
                  </a:cubicBezTo>
                  <a:cubicBezTo>
                    <a:pt x="1519109" y="1275238"/>
                    <a:pt x="1497954" y="1309293"/>
                    <a:pt x="1473187" y="1340767"/>
                  </a:cubicBezTo>
                  <a:cubicBezTo>
                    <a:pt x="1467511" y="1347991"/>
                    <a:pt x="1466479" y="1352635"/>
                    <a:pt x="1475251" y="1358310"/>
                  </a:cubicBezTo>
                  <a:cubicBezTo>
                    <a:pt x="1502598" y="1375854"/>
                    <a:pt x="1516013" y="1405264"/>
                    <a:pt x="1535104" y="1430031"/>
                  </a:cubicBezTo>
                  <a:cubicBezTo>
                    <a:pt x="1538716" y="1434675"/>
                    <a:pt x="1541812" y="1439835"/>
                    <a:pt x="1545424" y="1444995"/>
                  </a:cubicBezTo>
                  <a:cubicBezTo>
                    <a:pt x="1566063" y="1474921"/>
                    <a:pt x="1565031" y="1464602"/>
                    <a:pt x="1542844" y="1489885"/>
                  </a:cubicBezTo>
                  <a:cubicBezTo>
                    <a:pt x="1526849" y="1508460"/>
                    <a:pt x="1508273" y="1524971"/>
                    <a:pt x="1491246" y="1542514"/>
                  </a:cubicBezTo>
                  <a:cubicBezTo>
                    <a:pt x="1485054" y="1549222"/>
                    <a:pt x="1479895" y="1549222"/>
                    <a:pt x="1472155" y="1544062"/>
                  </a:cubicBezTo>
                  <a:cubicBezTo>
                    <a:pt x="1446356" y="1526519"/>
                    <a:pt x="1420041" y="1508976"/>
                    <a:pt x="1393726" y="1491948"/>
                  </a:cubicBezTo>
                  <a:cubicBezTo>
                    <a:pt x="1383923" y="1485241"/>
                    <a:pt x="1377215" y="1475437"/>
                    <a:pt x="1369992" y="1466666"/>
                  </a:cubicBezTo>
                  <a:cubicBezTo>
                    <a:pt x="1364316" y="1459958"/>
                    <a:pt x="1359672" y="1458926"/>
                    <a:pt x="1352964" y="1464602"/>
                  </a:cubicBezTo>
                  <a:cubicBezTo>
                    <a:pt x="1322005" y="1489885"/>
                    <a:pt x="1288983" y="1512588"/>
                    <a:pt x="1254413" y="1532711"/>
                  </a:cubicBezTo>
                  <a:cubicBezTo>
                    <a:pt x="1249769" y="1535291"/>
                    <a:pt x="1244609" y="1537871"/>
                    <a:pt x="1248737" y="1544578"/>
                  </a:cubicBezTo>
                  <a:cubicBezTo>
                    <a:pt x="1272472" y="1580181"/>
                    <a:pt x="1274020" y="1622491"/>
                    <a:pt x="1284339" y="1662221"/>
                  </a:cubicBezTo>
                  <a:cubicBezTo>
                    <a:pt x="1290531" y="1685440"/>
                    <a:pt x="1292079" y="1682344"/>
                    <a:pt x="1268860" y="1693180"/>
                  </a:cubicBezTo>
                  <a:cubicBezTo>
                    <a:pt x="1244609" y="1704531"/>
                    <a:pt x="1219842" y="1714335"/>
                    <a:pt x="1195591" y="1724654"/>
                  </a:cubicBezTo>
                  <a:cubicBezTo>
                    <a:pt x="1187851" y="1727750"/>
                    <a:pt x="1183208" y="1726718"/>
                    <a:pt x="1178564" y="1719495"/>
                  </a:cubicBezTo>
                  <a:cubicBezTo>
                    <a:pt x="1161021" y="1692664"/>
                    <a:pt x="1142962" y="1666865"/>
                    <a:pt x="1125418" y="1640034"/>
                  </a:cubicBezTo>
                  <a:cubicBezTo>
                    <a:pt x="1118711" y="1629715"/>
                    <a:pt x="1116131" y="1617847"/>
                    <a:pt x="1113035" y="1606496"/>
                  </a:cubicBezTo>
                  <a:cubicBezTo>
                    <a:pt x="1110971" y="1599272"/>
                    <a:pt x="1107359" y="1597208"/>
                    <a:pt x="1099619" y="1599272"/>
                  </a:cubicBezTo>
                  <a:cubicBezTo>
                    <a:pt x="1060405" y="1611139"/>
                    <a:pt x="1020675" y="1619395"/>
                    <a:pt x="979913" y="1624555"/>
                  </a:cubicBezTo>
                  <a:cubicBezTo>
                    <a:pt x="973205" y="1625587"/>
                    <a:pt x="971141" y="1628682"/>
                    <a:pt x="972173" y="1634874"/>
                  </a:cubicBezTo>
                  <a:cubicBezTo>
                    <a:pt x="979397" y="1680280"/>
                    <a:pt x="962885" y="1723106"/>
                    <a:pt x="957726" y="1767481"/>
                  </a:cubicBezTo>
                  <a:cubicBezTo>
                    <a:pt x="956694" y="1775220"/>
                    <a:pt x="952566" y="1777800"/>
                    <a:pt x="945858" y="1777800"/>
                  </a:cubicBezTo>
                  <a:cubicBezTo>
                    <a:pt x="929347" y="1778316"/>
                    <a:pt x="912320" y="1779348"/>
                    <a:pt x="895808" y="1779864"/>
                  </a:cubicBezTo>
                  <a:cubicBezTo>
                    <a:pt x="894776" y="1776252"/>
                    <a:pt x="894776" y="1776252"/>
                    <a:pt x="894776" y="1775736"/>
                  </a:cubicBezTo>
                  <a:close/>
                  <a:moveTo>
                    <a:pt x="890648" y="1454798"/>
                  </a:moveTo>
                  <a:cubicBezTo>
                    <a:pt x="1199203" y="1449638"/>
                    <a:pt x="1454096" y="1207645"/>
                    <a:pt x="1452548" y="884127"/>
                  </a:cubicBezTo>
                  <a:cubicBezTo>
                    <a:pt x="1451516" y="575057"/>
                    <a:pt x="1205395" y="320164"/>
                    <a:pt x="881361" y="322228"/>
                  </a:cubicBezTo>
                  <a:cubicBezTo>
                    <a:pt x="571775" y="324292"/>
                    <a:pt x="318429" y="570929"/>
                    <a:pt x="320494" y="893415"/>
                  </a:cubicBezTo>
                  <a:cubicBezTo>
                    <a:pt x="323073" y="1202485"/>
                    <a:pt x="569195" y="1452218"/>
                    <a:pt x="890648" y="145479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F296DB-D0C8-471D-91FE-F4B26B99C108}"/>
                </a:ext>
              </a:extLst>
            </p:cNvPr>
            <p:cNvSpPr/>
            <p:nvPr/>
          </p:nvSpPr>
          <p:spPr>
            <a:xfrm>
              <a:off x="6408280" y="6041992"/>
              <a:ext cx="494433" cy="491686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0811BDD-858E-4663-871A-2B293641141B}"/>
              </a:ext>
            </a:extLst>
          </p:cNvPr>
          <p:cNvGrpSpPr/>
          <p:nvPr/>
        </p:nvGrpSpPr>
        <p:grpSpPr>
          <a:xfrm rot="12366785">
            <a:off x="10129411" y="5122363"/>
            <a:ext cx="1606966" cy="1446929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28A7DD-C11F-4B4E-AF2C-CE54F2008B9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EBFD568-8E6E-401C-AE55-F36A046BAF38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F4DA946-3FFE-44A8-9614-341AEDEEE4EB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9B41061-E576-4CF5-9B7C-FC1E177299A2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C2D19A9-E706-4355-967B-37AED5F69B20}"/>
              </a:ext>
            </a:extLst>
          </p:cNvPr>
          <p:cNvSpPr/>
          <p:nvPr/>
        </p:nvSpPr>
        <p:spPr>
          <a:xfrm>
            <a:off x="10132589" y="4237994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C20A26-F482-4693-ACD6-51371EC7CC4B}"/>
              </a:ext>
            </a:extLst>
          </p:cNvPr>
          <p:cNvGrpSpPr/>
          <p:nvPr/>
        </p:nvGrpSpPr>
        <p:grpSpPr>
          <a:xfrm rot="2159485">
            <a:off x="10055501" y="296435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D9359D8-12EB-4981-8FC9-674C1DA3FA8C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9AE250E-0814-4DFF-80F3-7D1B1F0463B4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AA6CAE3-5ACB-4D9C-ADB8-97A59EC650F1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F2F002E-A757-44E2-B762-EAA60285B2A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D14329A-1A87-4CC1-B3DE-BA0FD7750868}"/>
              </a:ext>
            </a:extLst>
          </p:cNvPr>
          <p:cNvSpPr/>
          <p:nvPr/>
        </p:nvSpPr>
        <p:spPr>
          <a:xfrm>
            <a:off x="8967752" y="3381941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9A123FC-02CE-41F5-8044-BF4EEF221F28}"/>
              </a:ext>
            </a:extLst>
          </p:cNvPr>
          <p:cNvSpPr/>
          <p:nvPr/>
        </p:nvSpPr>
        <p:spPr>
          <a:xfrm>
            <a:off x="3024122" y="1688320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4288D6C-FFD6-4513-B7FB-6E8702672008}"/>
              </a:ext>
            </a:extLst>
          </p:cNvPr>
          <p:cNvSpPr/>
          <p:nvPr/>
        </p:nvSpPr>
        <p:spPr>
          <a:xfrm>
            <a:off x="11118869" y="220249"/>
            <a:ext cx="853923" cy="853924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009AE0-84D1-46BD-A3D1-DE1CB19D32ED}"/>
              </a:ext>
            </a:extLst>
          </p:cNvPr>
          <p:cNvGrpSpPr/>
          <p:nvPr/>
        </p:nvGrpSpPr>
        <p:grpSpPr>
          <a:xfrm rot="1212279">
            <a:off x="4087175" y="247501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247D2D1-6005-4632-809B-6B5BDCD4F2E1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C69DB4C-B2EA-4392-B4A3-EE775C7B812F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5A57558-A521-4754-B376-50F1CEB743F4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53A0459-4D3D-48F2-8909-33333F49E440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AD32A1-1249-4ABA-B7D2-F068D0D4D3F8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215BE9-B303-434B-9E15-6EC5D7007495}"/>
              </a:ext>
            </a:extLst>
          </p:cNvPr>
          <p:cNvGrpSpPr/>
          <p:nvPr/>
        </p:nvGrpSpPr>
        <p:grpSpPr>
          <a:xfrm>
            <a:off x="8507469" y="529601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809DAD2-AC54-4D08-BA47-B17D63965C4A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FE9CBB-A365-4955-9D17-02A906A0A62F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449B596-5392-4413-8239-0EFAC58C51AC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8C02BA6-7A63-47F9-8DDF-38320E62477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52D0FF-E99F-49A0-B658-59855EA4A5AC}"/>
              </a:ext>
            </a:extLst>
          </p:cNvPr>
          <p:cNvGrpSpPr/>
          <p:nvPr/>
        </p:nvGrpSpPr>
        <p:grpSpPr>
          <a:xfrm rot="18655185">
            <a:off x="7923365" y="4809769"/>
            <a:ext cx="1639387" cy="985059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E06EEF8-C820-49D6-9EAE-41763A5315FA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B6371E7-8DBE-4426-B808-11EE3562F156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056C3D-76B0-4443-AB02-45EB5BF3EE13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7089887-82B9-4AAD-94F6-87BE88D57333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558D77-924C-4DCC-BFF7-E4B3731F5DA2}"/>
              </a:ext>
            </a:extLst>
          </p:cNvPr>
          <p:cNvGrpSpPr/>
          <p:nvPr/>
        </p:nvGrpSpPr>
        <p:grpSpPr>
          <a:xfrm>
            <a:off x="218787" y="4076953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9ABFBE-0792-4BCE-A56B-CA7BFD894F8B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B55807-BD22-4048-954D-034035693AB1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604511B-5CCB-4401-AD66-43DC945D070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5779E09-5F7A-4743-A1ED-396B9867C6F6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A4F8E1-7B8C-4038-8994-541902C4B0AB}"/>
              </a:ext>
            </a:extLst>
          </p:cNvPr>
          <p:cNvSpPr/>
          <p:nvPr/>
        </p:nvSpPr>
        <p:spPr>
          <a:xfrm>
            <a:off x="3839744" y="5541765"/>
            <a:ext cx="936646" cy="931442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31E7249-19DE-4C8D-8922-A84026F00998}"/>
              </a:ext>
            </a:extLst>
          </p:cNvPr>
          <p:cNvSpPr/>
          <p:nvPr/>
        </p:nvSpPr>
        <p:spPr>
          <a:xfrm>
            <a:off x="3024122" y="4785587"/>
            <a:ext cx="1051669" cy="1070562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5F296A9-A09A-48BD-A24C-EBADEB320079}"/>
              </a:ext>
            </a:extLst>
          </p:cNvPr>
          <p:cNvSpPr/>
          <p:nvPr/>
        </p:nvSpPr>
        <p:spPr>
          <a:xfrm rot="2246763">
            <a:off x="322349" y="3332008"/>
            <a:ext cx="1218879" cy="1218879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7F4FB8-48CF-4E0D-8CB1-B2ED10FE732C}"/>
              </a:ext>
            </a:extLst>
          </p:cNvPr>
          <p:cNvSpPr/>
          <p:nvPr/>
        </p:nvSpPr>
        <p:spPr>
          <a:xfrm>
            <a:off x="6408280" y="6041992"/>
            <a:ext cx="494433" cy="491686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94B5F9-D8AC-415E-8C09-4BE415AA2EDA}"/>
              </a:ext>
            </a:extLst>
          </p:cNvPr>
          <p:cNvGrpSpPr/>
          <p:nvPr userDrawn="1"/>
        </p:nvGrpSpPr>
        <p:grpSpPr>
          <a:xfrm rot="14140429">
            <a:off x="1251624" y="1931265"/>
            <a:ext cx="1916415" cy="17255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EFBED93-CBB4-4C98-8D24-35EE940EECB0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A8F8B1D-3A60-433E-8DEA-E9695D76ACF7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C21027D-C275-43F0-9DF7-CDBF13331717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E31230A-3F00-4E5D-AB2B-619EA30B194D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ED5CE5D-67E4-403F-B3DA-7E99871E9C8C}"/>
              </a:ext>
            </a:extLst>
          </p:cNvPr>
          <p:cNvSpPr/>
          <p:nvPr userDrawn="1"/>
        </p:nvSpPr>
        <p:spPr>
          <a:xfrm>
            <a:off x="529815" y="248541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70C0C8B-A623-4A77-8067-AE3A11119257}"/>
              </a:ext>
            </a:extLst>
          </p:cNvPr>
          <p:cNvSpPr/>
          <p:nvPr userDrawn="1"/>
        </p:nvSpPr>
        <p:spPr>
          <a:xfrm>
            <a:off x="7565721" y="431683"/>
            <a:ext cx="1263772" cy="1286476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DAEFC4-4C0C-4BEB-903F-14C3DBA0B8C0}"/>
              </a:ext>
            </a:extLst>
          </p:cNvPr>
          <p:cNvGrpSpPr/>
          <p:nvPr userDrawn="1"/>
        </p:nvGrpSpPr>
        <p:grpSpPr>
          <a:xfrm rot="19800000">
            <a:off x="206465" y="743263"/>
            <a:ext cx="3054679" cy="1218879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1906127-6506-4703-A9AE-51223C1418C5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3C86351-4A7B-4A01-A872-297FC5E76705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AD4F4732-F596-454F-92F1-65E5E4954D19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B1B23E5-8635-4B3E-8862-FDD5D0A04D2D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4404570-F880-4ADE-AC20-8133EAAC08BE}"/>
                </a:ext>
              </a:extLst>
            </p:cNvPr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E87EBBC-FED0-431E-A2D8-2BF60AF707F1}"/>
              </a:ext>
            </a:extLst>
          </p:cNvPr>
          <p:cNvGrpSpPr/>
          <p:nvPr userDrawn="1"/>
        </p:nvGrpSpPr>
        <p:grpSpPr>
          <a:xfrm rot="13107797">
            <a:off x="6810793" y="5777610"/>
            <a:ext cx="1277753" cy="767764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E8B5CDA-A8E3-48D9-B1C6-1E28374AAF94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5A5C1DD-EF26-4025-B68D-0775AA454261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04AE5A0-084E-4214-8571-E964F22366AE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F66AB02-A030-4AD1-9F74-1D06F453FF8F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1C980EF8-E09C-4F4B-BF9F-49F28E94B6ED}"/>
              </a:ext>
            </a:extLst>
          </p:cNvPr>
          <p:cNvSpPr/>
          <p:nvPr userDrawn="1"/>
        </p:nvSpPr>
        <p:spPr>
          <a:xfrm>
            <a:off x="8809094" y="351406"/>
            <a:ext cx="577306" cy="57730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08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B998F8-5F60-4F3A-941E-65C7CA793196}"/>
              </a:ext>
            </a:extLst>
          </p:cNvPr>
          <p:cNvSpPr/>
          <p:nvPr userDrawn="1"/>
        </p:nvSpPr>
        <p:spPr>
          <a:xfrm>
            <a:off x="0" y="0"/>
            <a:ext cx="398145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6E2B211-279E-47AD-8321-BBE0A034E63C}"/>
              </a:ext>
            </a:extLst>
          </p:cNvPr>
          <p:cNvGrpSpPr/>
          <p:nvPr userDrawn="1"/>
        </p:nvGrpSpPr>
        <p:grpSpPr>
          <a:xfrm rot="12911792" flipH="1" flipV="1">
            <a:off x="2790331" y="4225532"/>
            <a:ext cx="706431" cy="492914"/>
            <a:chOff x="5405974" y="1533288"/>
            <a:chExt cx="608646" cy="424685"/>
          </a:xfrm>
        </p:grpSpPr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3DECB3E9-32A4-485B-873B-63C6C59490D1}"/>
                </a:ext>
              </a:extLst>
            </p:cNvPr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B97B4F36-AF1D-4D48-AB73-9687DD625973}"/>
                </a:ext>
              </a:extLst>
            </p:cNvPr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18628655-B24C-4AA8-B86F-E4649EC635E8}"/>
                </a:ext>
              </a:extLst>
            </p:cNvPr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3A6B24C9-2F1F-4C5E-B867-73AE6CD03838}"/>
                </a:ext>
              </a:extLst>
            </p:cNvPr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2AA7F5E5-BC6C-4756-A8EB-16B8328FA881}"/>
                </a:ext>
              </a:extLst>
            </p:cNvPr>
            <p:cNvSpPr/>
            <p:nvPr/>
          </p:nvSpPr>
          <p:spPr>
            <a:xfrm rot="8867088" flipH="1">
              <a:off x="5921123" y="1778027"/>
              <a:ext cx="93497" cy="179946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7CDF6D-E63B-4A20-B935-7F27169038D3}"/>
              </a:ext>
            </a:extLst>
          </p:cNvPr>
          <p:cNvGrpSpPr/>
          <p:nvPr userDrawn="1"/>
        </p:nvGrpSpPr>
        <p:grpSpPr>
          <a:xfrm rot="20269720">
            <a:off x="2788843" y="4597087"/>
            <a:ext cx="773065" cy="771576"/>
            <a:chOff x="7167947" y="1624190"/>
            <a:chExt cx="2677920" cy="2672764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45EA29E-0702-4F6E-81A2-E3C8EFB2FBFE}"/>
                </a:ext>
              </a:extLst>
            </p:cNvPr>
            <p:cNvSpPr/>
            <p:nvPr/>
          </p:nvSpPr>
          <p:spPr>
            <a:xfrm>
              <a:off x="7167947" y="1624190"/>
              <a:ext cx="2677920" cy="2672764"/>
            </a:xfrm>
            <a:custGeom>
              <a:avLst/>
              <a:gdLst>
                <a:gd name="connsiteX0" fmla="*/ 2538684 w 2677922"/>
                <a:gd name="connsiteY0" fmla="*/ 1897505 h 2672762"/>
                <a:gd name="connsiteX1" fmla="*/ 2456643 w 2677922"/>
                <a:gd name="connsiteY1" fmla="*/ 1879446 h 2672762"/>
                <a:gd name="connsiteX2" fmla="*/ 2389566 w 2677922"/>
                <a:gd name="connsiteY2" fmla="*/ 1863966 h 2672762"/>
                <a:gd name="connsiteX3" fmla="*/ 2354479 w 2677922"/>
                <a:gd name="connsiteY3" fmla="*/ 1874802 h 2672762"/>
                <a:gd name="connsiteX4" fmla="*/ 2312170 w 2677922"/>
                <a:gd name="connsiteY4" fmla="*/ 1950651 h 2672762"/>
                <a:gd name="connsiteX5" fmla="*/ 2322489 w 2677922"/>
                <a:gd name="connsiteY5" fmla="*/ 1983157 h 2672762"/>
                <a:gd name="connsiteX6" fmla="*/ 2412785 w 2677922"/>
                <a:gd name="connsiteY6" fmla="*/ 2080161 h 2672762"/>
                <a:gd name="connsiteX7" fmla="*/ 2418461 w 2677922"/>
                <a:gd name="connsiteY7" fmla="*/ 2146722 h 2672762"/>
                <a:gd name="connsiteX8" fmla="*/ 2414849 w 2677922"/>
                <a:gd name="connsiteY8" fmla="*/ 2151882 h 2672762"/>
                <a:gd name="connsiteX9" fmla="*/ 2324037 w 2677922"/>
                <a:gd name="connsiteY9" fmla="*/ 2174585 h 2672762"/>
                <a:gd name="connsiteX10" fmla="*/ 2219294 w 2677922"/>
                <a:gd name="connsiteY10" fmla="*/ 2118859 h 2672762"/>
                <a:gd name="connsiteX11" fmla="*/ 2178531 w 2677922"/>
                <a:gd name="connsiteY11" fmla="*/ 2120407 h 2672762"/>
                <a:gd name="connsiteX12" fmla="*/ 2125386 w 2677922"/>
                <a:gd name="connsiteY12" fmla="*/ 2172521 h 2672762"/>
                <a:gd name="connsiteX13" fmla="*/ 2122806 w 2677922"/>
                <a:gd name="connsiteY13" fmla="*/ 2217411 h 2672762"/>
                <a:gd name="connsiteX14" fmla="*/ 2184723 w 2677922"/>
                <a:gd name="connsiteY14" fmla="*/ 2334538 h 2672762"/>
                <a:gd name="connsiteX15" fmla="*/ 2174404 w 2677922"/>
                <a:gd name="connsiteY15" fmla="*/ 2395423 h 2672762"/>
                <a:gd name="connsiteX16" fmla="*/ 2164084 w 2677922"/>
                <a:gd name="connsiteY16" fmla="*/ 2404711 h 2672762"/>
                <a:gd name="connsiteX17" fmla="*/ 2075336 w 2677922"/>
                <a:gd name="connsiteY17" fmla="*/ 2401615 h 2672762"/>
                <a:gd name="connsiteX18" fmla="*/ 1988652 w 2677922"/>
                <a:gd name="connsiteY18" fmla="*/ 2320606 h 2672762"/>
                <a:gd name="connsiteX19" fmla="*/ 1944277 w 2677922"/>
                <a:gd name="connsiteY19" fmla="*/ 2311835 h 2672762"/>
                <a:gd name="connsiteX20" fmla="*/ 1883392 w 2677922"/>
                <a:gd name="connsiteY20" fmla="*/ 2346405 h 2672762"/>
                <a:gd name="connsiteX21" fmla="*/ 1868429 w 2677922"/>
                <a:gd name="connsiteY21" fmla="*/ 2391811 h 2672762"/>
                <a:gd name="connsiteX22" fmla="*/ 1899388 w 2677922"/>
                <a:gd name="connsiteY22" fmla="*/ 2526997 h 2672762"/>
                <a:gd name="connsiteX23" fmla="*/ 1879264 w 2677922"/>
                <a:gd name="connsiteY23" fmla="*/ 2571887 h 2672762"/>
                <a:gd name="connsiteX24" fmla="*/ 1841082 w 2677922"/>
                <a:gd name="connsiteY24" fmla="*/ 2588915 h 2672762"/>
                <a:gd name="connsiteX25" fmla="*/ 1782777 w 2677922"/>
                <a:gd name="connsiteY25" fmla="*/ 2568276 h 2672762"/>
                <a:gd name="connsiteX26" fmla="*/ 1715184 w 2677922"/>
                <a:gd name="connsiteY26" fmla="*/ 2459404 h 2672762"/>
                <a:gd name="connsiteX27" fmla="*/ 1664618 w 2677922"/>
                <a:gd name="connsiteY27" fmla="*/ 2435669 h 2672762"/>
                <a:gd name="connsiteX28" fmla="*/ 1610440 w 2677922"/>
                <a:gd name="connsiteY28" fmla="*/ 2450117 h 2672762"/>
                <a:gd name="connsiteX29" fmla="*/ 1577418 w 2677922"/>
                <a:gd name="connsiteY29" fmla="*/ 2495007 h 2672762"/>
                <a:gd name="connsiteX30" fmla="*/ 1573806 w 2677922"/>
                <a:gd name="connsiteY30" fmla="*/ 2616777 h 2672762"/>
                <a:gd name="connsiteX31" fmla="*/ 1526852 w 2677922"/>
                <a:gd name="connsiteY31" fmla="*/ 2672503 h 2672762"/>
                <a:gd name="connsiteX32" fmla="*/ 1497441 w 2677922"/>
                <a:gd name="connsiteY32" fmla="*/ 2676115 h 2672762"/>
                <a:gd name="connsiteX33" fmla="*/ 1449972 w 2677922"/>
                <a:gd name="connsiteY33" fmla="*/ 2644124 h 2672762"/>
                <a:gd name="connsiteX34" fmla="*/ 1410241 w 2677922"/>
                <a:gd name="connsiteY34" fmla="*/ 2514614 h 2672762"/>
                <a:gd name="connsiteX35" fmla="*/ 1373091 w 2677922"/>
                <a:gd name="connsiteY35" fmla="*/ 2482623 h 2672762"/>
                <a:gd name="connsiteX36" fmla="*/ 1304982 w 2677922"/>
                <a:gd name="connsiteY36" fmla="*/ 2483139 h 2672762"/>
                <a:gd name="connsiteX37" fmla="*/ 1271959 w 2677922"/>
                <a:gd name="connsiteY37" fmla="*/ 2511518 h 2672762"/>
                <a:gd name="connsiteX38" fmla="*/ 1234293 w 2677922"/>
                <a:gd name="connsiteY38" fmla="*/ 2633805 h 2672762"/>
                <a:gd name="connsiteX39" fmla="*/ 1170828 w 2677922"/>
                <a:gd name="connsiteY39" fmla="*/ 2674567 h 2672762"/>
                <a:gd name="connsiteX40" fmla="*/ 1106847 w 2677922"/>
                <a:gd name="connsiteY40" fmla="*/ 2602330 h 2672762"/>
                <a:gd name="connsiteX41" fmla="*/ 1103751 w 2677922"/>
                <a:gd name="connsiteY41" fmla="*/ 2491395 h 2672762"/>
                <a:gd name="connsiteX42" fmla="*/ 1080532 w 2677922"/>
                <a:gd name="connsiteY42" fmla="*/ 2454244 h 2672762"/>
                <a:gd name="connsiteX43" fmla="*/ 1005199 w 2677922"/>
                <a:gd name="connsiteY43" fmla="*/ 2435153 h 2672762"/>
                <a:gd name="connsiteX44" fmla="*/ 969080 w 2677922"/>
                <a:gd name="connsiteY44" fmla="*/ 2454244 h 2672762"/>
                <a:gd name="connsiteX45" fmla="*/ 900456 w 2677922"/>
                <a:gd name="connsiteY45" fmla="*/ 2564148 h 2672762"/>
                <a:gd name="connsiteX46" fmla="*/ 836474 w 2677922"/>
                <a:gd name="connsiteY46" fmla="*/ 2587367 h 2672762"/>
                <a:gd name="connsiteX47" fmla="*/ 831830 w 2677922"/>
                <a:gd name="connsiteY47" fmla="*/ 2585819 h 2672762"/>
                <a:gd name="connsiteX48" fmla="*/ 785392 w 2677922"/>
                <a:gd name="connsiteY48" fmla="*/ 2504810 h 2672762"/>
                <a:gd name="connsiteX49" fmla="*/ 811707 w 2677922"/>
                <a:gd name="connsiteY49" fmla="*/ 2390779 h 2672762"/>
                <a:gd name="connsiteX50" fmla="*/ 794680 w 2677922"/>
                <a:gd name="connsiteY50" fmla="*/ 2344341 h 2672762"/>
                <a:gd name="connsiteX51" fmla="*/ 739470 w 2677922"/>
                <a:gd name="connsiteY51" fmla="*/ 2312351 h 2672762"/>
                <a:gd name="connsiteX52" fmla="*/ 689421 w 2677922"/>
                <a:gd name="connsiteY52" fmla="*/ 2321638 h 2672762"/>
                <a:gd name="connsiteX53" fmla="*/ 596029 w 2677922"/>
                <a:gd name="connsiteY53" fmla="*/ 2408838 h 2672762"/>
                <a:gd name="connsiteX54" fmla="*/ 530500 w 2677922"/>
                <a:gd name="connsiteY54" fmla="*/ 2415030 h 2672762"/>
                <a:gd name="connsiteX55" fmla="*/ 521212 w 2677922"/>
                <a:gd name="connsiteY55" fmla="*/ 2408838 h 2672762"/>
                <a:gd name="connsiteX56" fmla="*/ 500573 w 2677922"/>
                <a:gd name="connsiteY56" fmla="*/ 2322670 h 2672762"/>
                <a:gd name="connsiteX57" fmla="*/ 556298 w 2677922"/>
                <a:gd name="connsiteY57" fmla="*/ 2217927 h 2672762"/>
                <a:gd name="connsiteX58" fmla="*/ 552171 w 2677922"/>
                <a:gd name="connsiteY58" fmla="*/ 2168909 h 2672762"/>
                <a:gd name="connsiteX59" fmla="*/ 505733 w 2677922"/>
                <a:gd name="connsiteY59" fmla="*/ 2122987 h 2672762"/>
                <a:gd name="connsiteX60" fmla="*/ 457747 w 2677922"/>
                <a:gd name="connsiteY60" fmla="*/ 2119375 h 2672762"/>
                <a:gd name="connsiteX61" fmla="*/ 341652 w 2677922"/>
                <a:gd name="connsiteY61" fmla="*/ 2180777 h 2672762"/>
                <a:gd name="connsiteX62" fmla="*/ 278187 w 2677922"/>
                <a:gd name="connsiteY62" fmla="*/ 2168909 h 2672762"/>
                <a:gd name="connsiteX63" fmla="*/ 274059 w 2677922"/>
                <a:gd name="connsiteY63" fmla="*/ 2164265 h 2672762"/>
                <a:gd name="connsiteX64" fmla="*/ 276639 w 2677922"/>
                <a:gd name="connsiteY64" fmla="*/ 2069325 h 2672762"/>
                <a:gd name="connsiteX65" fmla="*/ 354551 w 2677922"/>
                <a:gd name="connsiteY65" fmla="*/ 1986253 h 2672762"/>
                <a:gd name="connsiteX66" fmla="*/ 363839 w 2677922"/>
                <a:gd name="connsiteY66" fmla="*/ 1940847 h 2672762"/>
                <a:gd name="connsiteX67" fmla="*/ 328237 w 2677922"/>
                <a:gd name="connsiteY67" fmla="*/ 1878930 h 2672762"/>
                <a:gd name="connsiteX68" fmla="*/ 283347 w 2677922"/>
                <a:gd name="connsiteY68" fmla="*/ 1866030 h 2672762"/>
                <a:gd name="connsiteX69" fmla="*/ 170864 w 2677922"/>
                <a:gd name="connsiteY69" fmla="*/ 1891829 h 2672762"/>
                <a:gd name="connsiteX70" fmla="*/ 155900 w 2677922"/>
                <a:gd name="connsiteY70" fmla="*/ 1895441 h 2672762"/>
                <a:gd name="connsiteX71" fmla="*/ 100175 w 2677922"/>
                <a:gd name="connsiteY71" fmla="*/ 1868094 h 2672762"/>
                <a:gd name="connsiteX72" fmla="*/ 87275 w 2677922"/>
                <a:gd name="connsiteY72" fmla="*/ 1838168 h 2672762"/>
                <a:gd name="connsiteX73" fmla="*/ 107915 w 2677922"/>
                <a:gd name="connsiteY73" fmla="*/ 1779862 h 2672762"/>
                <a:gd name="connsiteX74" fmla="*/ 213690 w 2677922"/>
                <a:gd name="connsiteY74" fmla="*/ 1713817 h 2672762"/>
                <a:gd name="connsiteX75" fmla="*/ 238972 w 2677922"/>
                <a:gd name="connsiteY75" fmla="*/ 1654480 h 2672762"/>
                <a:gd name="connsiteX76" fmla="*/ 222977 w 2677922"/>
                <a:gd name="connsiteY76" fmla="*/ 1600818 h 2672762"/>
                <a:gd name="connsiteX77" fmla="*/ 184279 w 2677922"/>
                <a:gd name="connsiteY77" fmla="*/ 1575019 h 2672762"/>
                <a:gd name="connsiteX78" fmla="*/ 59413 w 2677922"/>
                <a:gd name="connsiteY78" fmla="*/ 1571407 h 2672762"/>
                <a:gd name="connsiteX79" fmla="*/ 3687 w 2677922"/>
                <a:gd name="connsiteY79" fmla="*/ 1524453 h 2672762"/>
                <a:gd name="connsiteX80" fmla="*/ 1623 w 2677922"/>
                <a:gd name="connsiteY80" fmla="*/ 1513618 h 2672762"/>
                <a:gd name="connsiteX81" fmla="*/ 48577 w 2677922"/>
                <a:gd name="connsiteY81" fmla="*/ 1442413 h 2672762"/>
                <a:gd name="connsiteX82" fmla="*/ 160544 w 2677922"/>
                <a:gd name="connsiteY82" fmla="*/ 1408358 h 2672762"/>
                <a:gd name="connsiteX83" fmla="*/ 194083 w 2677922"/>
                <a:gd name="connsiteY83" fmla="*/ 1370692 h 2672762"/>
                <a:gd name="connsiteX84" fmla="*/ 192534 w 2677922"/>
                <a:gd name="connsiteY84" fmla="*/ 1298971 h 2672762"/>
                <a:gd name="connsiteX85" fmla="*/ 166220 w 2677922"/>
                <a:gd name="connsiteY85" fmla="*/ 1269560 h 2672762"/>
                <a:gd name="connsiteX86" fmla="*/ 47029 w 2677922"/>
                <a:gd name="connsiteY86" fmla="*/ 1232926 h 2672762"/>
                <a:gd name="connsiteX87" fmla="*/ 1623 w 2677922"/>
                <a:gd name="connsiteY87" fmla="*/ 1166881 h 2672762"/>
                <a:gd name="connsiteX88" fmla="*/ 6267 w 2677922"/>
                <a:gd name="connsiteY88" fmla="*/ 1139534 h 2672762"/>
                <a:gd name="connsiteX89" fmla="*/ 49093 w 2677922"/>
                <a:gd name="connsiteY89" fmla="*/ 1105480 h 2672762"/>
                <a:gd name="connsiteX90" fmla="*/ 164672 w 2677922"/>
                <a:gd name="connsiteY90" fmla="*/ 1101868 h 2672762"/>
                <a:gd name="connsiteX91" fmla="*/ 181699 w 2677922"/>
                <a:gd name="connsiteY91" fmla="*/ 1101352 h 2672762"/>
                <a:gd name="connsiteX92" fmla="*/ 227621 w 2677922"/>
                <a:gd name="connsiteY92" fmla="*/ 1065233 h 2672762"/>
                <a:gd name="connsiteX93" fmla="*/ 241036 w 2677922"/>
                <a:gd name="connsiteY93" fmla="*/ 1014152 h 2672762"/>
                <a:gd name="connsiteX94" fmla="*/ 219366 w 2677922"/>
                <a:gd name="connsiteY94" fmla="*/ 965650 h 2672762"/>
                <a:gd name="connsiteX95" fmla="*/ 113590 w 2677922"/>
                <a:gd name="connsiteY95" fmla="*/ 899605 h 2672762"/>
                <a:gd name="connsiteX96" fmla="*/ 89855 w 2677922"/>
                <a:gd name="connsiteY96" fmla="*/ 832012 h 2672762"/>
                <a:gd name="connsiteX97" fmla="*/ 104818 w 2677922"/>
                <a:gd name="connsiteY97" fmla="*/ 799505 h 2672762"/>
                <a:gd name="connsiteX98" fmla="*/ 151256 w 2677922"/>
                <a:gd name="connsiteY98" fmla="*/ 779898 h 2672762"/>
                <a:gd name="connsiteX99" fmla="*/ 283347 w 2677922"/>
                <a:gd name="connsiteY99" fmla="*/ 810341 h 2672762"/>
                <a:gd name="connsiteX100" fmla="*/ 331332 w 2677922"/>
                <a:gd name="connsiteY100" fmla="*/ 794345 h 2672762"/>
                <a:gd name="connsiteX101" fmla="*/ 363839 w 2677922"/>
                <a:gd name="connsiteY101" fmla="*/ 737588 h 2672762"/>
                <a:gd name="connsiteX102" fmla="*/ 354551 w 2677922"/>
                <a:gd name="connsiteY102" fmla="*/ 689086 h 2672762"/>
                <a:gd name="connsiteX103" fmla="*/ 266835 w 2677922"/>
                <a:gd name="connsiteY103" fmla="*/ 595694 h 2672762"/>
                <a:gd name="connsiteX104" fmla="*/ 261675 w 2677922"/>
                <a:gd name="connsiteY104" fmla="*/ 529133 h 2672762"/>
                <a:gd name="connsiteX105" fmla="*/ 270447 w 2677922"/>
                <a:gd name="connsiteY105" fmla="*/ 516233 h 2672762"/>
                <a:gd name="connsiteX106" fmla="*/ 349907 w 2677922"/>
                <a:gd name="connsiteY106" fmla="*/ 498690 h 2672762"/>
                <a:gd name="connsiteX107" fmla="*/ 457231 w 2677922"/>
                <a:gd name="connsiteY107" fmla="*/ 555964 h 2672762"/>
                <a:gd name="connsiteX108" fmla="*/ 507797 w 2677922"/>
                <a:gd name="connsiteY108" fmla="*/ 551320 h 2672762"/>
                <a:gd name="connsiteX109" fmla="*/ 551139 w 2677922"/>
                <a:gd name="connsiteY109" fmla="*/ 508494 h 2672762"/>
                <a:gd name="connsiteX110" fmla="*/ 556815 w 2677922"/>
                <a:gd name="connsiteY110" fmla="*/ 456896 h 2672762"/>
                <a:gd name="connsiteX111" fmla="*/ 494381 w 2677922"/>
                <a:gd name="connsiteY111" fmla="*/ 339769 h 2672762"/>
                <a:gd name="connsiteX112" fmla="*/ 505217 w 2677922"/>
                <a:gd name="connsiteY112" fmla="*/ 280432 h 2672762"/>
                <a:gd name="connsiteX113" fmla="*/ 537723 w 2677922"/>
                <a:gd name="connsiteY113" fmla="*/ 256181 h 2672762"/>
                <a:gd name="connsiteX114" fmla="*/ 590353 w 2677922"/>
                <a:gd name="connsiteY114" fmla="*/ 261857 h 2672762"/>
                <a:gd name="connsiteX115" fmla="*/ 679617 w 2677922"/>
                <a:gd name="connsiteY115" fmla="*/ 344929 h 2672762"/>
                <a:gd name="connsiteX116" fmla="*/ 754950 w 2677922"/>
                <a:gd name="connsiteY116" fmla="*/ 355765 h 2672762"/>
                <a:gd name="connsiteX117" fmla="*/ 797260 w 2677922"/>
                <a:gd name="connsiteY117" fmla="*/ 329450 h 2672762"/>
                <a:gd name="connsiteX118" fmla="*/ 811707 w 2677922"/>
                <a:gd name="connsiteY118" fmla="*/ 285076 h 2672762"/>
                <a:gd name="connsiteX119" fmla="*/ 781781 w 2677922"/>
                <a:gd name="connsiteY119" fmla="*/ 156081 h 2672762"/>
                <a:gd name="connsiteX120" fmla="*/ 807064 w 2677922"/>
                <a:gd name="connsiteY120" fmla="*/ 100872 h 2672762"/>
                <a:gd name="connsiteX121" fmla="*/ 841634 w 2677922"/>
                <a:gd name="connsiteY121" fmla="*/ 86424 h 2672762"/>
                <a:gd name="connsiteX122" fmla="*/ 896328 w 2677922"/>
                <a:gd name="connsiteY122" fmla="*/ 106031 h 2672762"/>
                <a:gd name="connsiteX123" fmla="*/ 965469 w 2677922"/>
                <a:gd name="connsiteY123" fmla="*/ 217483 h 2672762"/>
                <a:gd name="connsiteX124" fmla="*/ 1013455 w 2677922"/>
                <a:gd name="connsiteY124" fmla="*/ 240702 h 2672762"/>
                <a:gd name="connsiteX125" fmla="*/ 1077952 w 2677922"/>
                <a:gd name="connsiteY125" fmla="*/ 222642 h 2672762"/>
                <a:gd name="connsiteX126" fmla="*/ 1101687 w 2677922"/>
                <a:gd name="connsiteY126" fmla="*/ 188072 h 2672762"/>
                <a:gd name="connsiteX127" fmla="*/ 1106847 w 2677922"/>
                <a:gd name="connsiteY127" fmla="*/ 53918 h 2672762"/>
                <a:gd name="connsiteX128" fmla="*/ 1145029 w 2677922"/>
                <a:gd name="connsiteY128" fmla="*/ 4900 h 2672762"/>
                <a:gd name="connsiteX129" fmla="*/ 1158960 w 2677922"/>
                <a:gd name="connsiteY129" fmla="*/ 1804 h 2672762"/>
                <a:gd name="connsiteX130" fmla="*/ 1235841 w 2677922"/>
                <a:gd name="connsiteY130" fmla="*/ 48758 h 2672762"/>
                <a:gd name="connsiteX131" fmla="*/ 1269895 w 2677922"/>
                <a:gd name="connsiteY131" fmla="*/ 162273 h 2672762"/>
                <a:gd name="connsiteX132" fmla="*/ 1303434 w 2677922"/>
                <a:gd name="connsiteY132" fmla="*/ 192716 h 2672762"/>
                <a:gd name="connsiteX133" fmla="*/ 1376702 w 2677922"/>
                <a:gd name="connsiteY133" fmla="*/ 192716 h 2672762"/>
                <a:gd name="connsiteX134" fmla="*/ 1409209 w 2677922"/>
                <a:gd name="connsiteY134" fmla="*/ 163305 h 2672762"/>
                <a:gd name="connsiteX135" fmla="*/ 1447392 w 2677922"/>
                <a:gd name="connsiteY135" fmla="*/ 37922 h 2672762"/>
                <a:gd name="connsiteX136" fmla="*/ 1499505 w 2677922"/>
                <a:gd name="connsiteY136" fmla="*/ 256 h 2672762"/>
                <a:gd name="connsiteX137" fmla="*/ 1513436 w 2677922"/>
                <a:gd name="connsiteY137" fmla="*/ 772 h 2672762"/>
                <a:gd name="connsiteX138" fmla="*/ 1573290 w 2677922"/>
                <a:gd name="connsiteY138" fmla="*/ 65269 h 2672762"/>
                <a:gd name="connsiteX139" fmla="*/ 1576902 w 2677922"/>
                <a:gd name="connsiteY139" fmla="*/ 185492 h 2672762"/>
                <a:gd name="connsiteX140" fmla="*/ 1598057 w 2677922"/>
                <a:gd name="connsiteY140" fmla="*/ 220578 h 2672762"/>
                <a:gd name="connsiteX141" fmla="*/ 1674422 w 2677922"/>
                <a:gd name="connsiteY141" fmla="*/ 240702 h 2672762"/>
                <a:gd name="connsiteX142" fmla="*/ 1710540 w 2677922"/>
                <a:gd name="connsiteY142" fmla="*/ 221610 h 2672762"/>
                <a:gd name="connsiteX143" fmla="*/ 1779165 w 2677922"/>
                <a:gd name="connsiteY143" fmla="*/ 111707 h 2672762"/>
                <a:gd name="connsiteX144" fmla="*/ 1845726 w 2677922"/>
                <a:gd name="connsiteY144" fmla="*/ 88488 h 2672762"/>
                <a:gd name="connsiteX145" fmla="*/ 1857594 w 2677922"/>
                <a:gd name="connsiteY145" fmla="*/ 92616 h 2672762"/>
                <a:gd name="connsiteX146" fmla="*/ 1895260 w 2677922"/>
                <a:gd name="connsiteY146" fmla="*/ 166401 h 2672762"/>
                <a:gd name="connsiteX147" fmla="*/ 1868429 w 2677922"/>
                <a:gd name="connsiteY147" fmla="*/ 281980 h 2672762"/>
                <a:gd name="connsiteX148" fmla="*/ 1887004 w 2677922"/>
                <a:gd name="connsiteY148" fmla="*/ 332030 h 2672762"/>
                <a:gd name="connsiteX149" fmla="*/ 1946857 w 2677922"/>
                <a:gd name="connsiteY149" fmla="*/ 365052 h 2672762"/>
                <a:gd name="connsiteX150" fmla="*/ 1986588 w 2677922"/>
                <a:gd name="connsiteY150" fmla="*/ 355765 h 2672762"/>
                <a:gd name="connsiteX151" fmla="*/ 2081528 w 2677922"/>
                <a:gd name="connsiteY151" fmla="*/ 267532 h 2672762"/>
                <a:gd name="connsiteX152" fmla="*/ 2151701 w 2677922"/>
                <a:gd name="connsiteY152" fmla="*/ 261857 h 2672762"/>
                <a:gd name="connsiteX153" fmla="*/ 2155312 w 2677922"/>
                <a:gd name="connsiteY153" fmla="*/ 264437 h 2672762"/>
                <a:gd name="connsiteX154" fmla="*/ 2177500 w 2677922"/>
                <a:gd name="connsiteY154" fmla="*/ 353701 h 2672762"/>
                <a:gd name="connsiteX155" fmla="*/ 2122290 w 2677922"/>
                <a:gd name="connsiteY155" fmla="*/ 456896 h 2672762"/>
                <a:gd name="connsiteX156" fmla="*/ 2126934 w 2677922"/>
                <a:gd name="connsiteY156" fmla="*/ 505914 h 2672762"/>
                <a:gd name="connsiteX157" fmla="*/ 2173372 w 2677922"/>
                <a:gd name="connsiteY157" fmla="*/ 551836 h 2672762"/>
                <a:gd name="connsiteX158" fmla="*/ 2219810 w 2677922"/>
                <a:gd name="connsiteY158" fmla="*/ 555964 h 2672762"/>
                <a:gd name="connsiteX159" fmla="*/ 2336937 w 2677922"/>
                <a:gd name="connsiteY159" fmla="*/ 494046 h 2672762"/>
                <a:gd name="connsiteX160" fmla="*/ 2400917 w 2677922"/>
                <a:gd name="connsiteY160" fmla="*/ 507462 h 2672762"/>
                <a:gd name="connsiteX161" fmla="*/ 2420525 w 2677922"/>
                <a:gd name="connsiteY161" fmla="*/ 533777 h 2672762"/>
                <a:gd name="connsiteX162" fmla="*/ 2415365 w 2677922"/>
                <a:gd name="connsiteY162" fmla="*/ 591566 h 2672762"/>
                <a:gd name="connsiteX163" fmla="*/ 2321973 w 2677922"/>
                <a:gd name="connsiteY163" fmla="*/ 692182 h 2672762"/>
                <a:gd name="connsiteX164" fmla="*/ 2313718 w 2677922"/>
                <a:gd name="connsiteY164" fmla="*/ 733460 h 2672762"/>
                <a:gd name="connsiteX165" fmla="*/ 2349320 w 2677922"/>
                <a:gd name="connsiteY165" fmla="*/ 795377 h 2672762"/>
                <a:gd name="connsiteX166" fmla="*/ 2394726 w 2677922"/>
                <a:gd name="connsiteY166" fmla="*/ 810341 h 2672762"/>
                <a:gd name="connsiteX167" fmla="*/ 2526816 w 2677922"/>
                <a:gd name="connsiteY167" fmla="*/ 780414 h 2672762"/>
                <a:gd name="connsiteX168" fmla="*/ 2575834 w 2677922"/>
                <a:gd name="connsiteY168" fmla="*/ 803117 h 2672762"/>
                <a:gd name="connsiteX169" fmla="*/ 2591313 w 2677922"/>
                <a:gd name="connsiteY169" fmla="*/ 838719 h 2672762"/>
                <a:gd name="connsiteX170" fmla="*/ 2570158 w 2677922"/>
                <a:gd name="connsiteY170" fmla="*/ 896509 h 2672762"/>
                <a:gd name="connsiteX171" fmla="*/ 2461287 w 2677922"/>
                <a:gd name="connsiteY171" fmla="*/ 964102 h 2672762"/>
                <a:gd name="connsiteX172" fmla="*/ 2438068 w 2677922"/>
                <a:gd name="connsiteY172" fmla="*/ 1014668 h 2672762"/>
                <a:gd name="connsiteX173" fmla="*/ 2454063 w 2677922"/>
                <a:gd name="connsiteY173" fmla="*/ 1073489 h 2672762"/>
                <a:gd name="connsiteX174" fmla="*/ 2492762 w 2677922"/>
                <a:gd name="connsiteY174" fmla="*/ 1100836 h 2672762"/>
                <a:gd name="connsiteX175" fmla="*/ 2628464 w 2677922"/>
                <a:gd name="connsiteY175" fmla="*/ 1105996 h 2672762"/>
                <a:gd name="connsiteX176" fmla="*/ 2672322 w 2677922"/>
                <a:gd name="connsiteY176" fmla="*/ 1140566 h 2672762"/>
                <a:gd name="connsiteX177" fmla="*/ 2677998 w 2677922"/>
                <a:gd name="connsiteY177" fmla="*/ 1182360 h 2672762"/>
                <a:gd name="connsiteX178" fmla="*/ 2644459 w 2677922"/>
                <a:gd name="connsiteY178" fmla="*/ 1229830 h 2672762"/>
                <a:gd name="connsiteX179" fmla="*/ 2522172 w 2677922"/>
                <a:gd name="connsiteY179" fmla="*/ 1267497 h 2672762"/>
                <a:gd name="connsiteX180" fmla="*/ 2483990 w 2677922"/>
                <a:gd name="connsiteY180" fmla="*/ 1315998 h 2672762"/>
                <a:gd name="connsiteX181" fmla="*/ 2486570 w 2677922"/>
                <a:gd name="connsiteY181" fmla="*/ 1379980 h 2672762"/>
                <a:gd name="connsiteX182" fmla="*/ 2512885 w 2677922"/>
                <a:gd name="connsiteY182" fmla="*/ 1407842 h 2672762"/>
                <a:gd name="connsiteX183" fmla="*/ 2641363 w 2677922"/>
                <a:gd name="connsiteY183" fmla="*/ 1447057 h 2672762"/>
                <a:gd name="connsiteX184" fmla="*/ 2677998 w 2677922"/>
                <a:gd name="connsiteY184" fmla="*/ 1498138 h 2672762"/>
                <a:gd name="connsiteX185" fmla="*/ 2677998 w 2677922"/>
                <a:gd name="connsiteY185" fmla="*/ 1507426 h 2672762"/>
                <a:gd name="connsiteX186" fmla="*/ 2611952 w 2677922"/>
                <a:gd name="connsiteY186" fmla="*/ 1572955 h 2672762"/>
                <a:gd name="connsiteX187" fmla="*/ 2490182 w 2677922"/>
                <a:gd name="connsiteY187" fmla="*/ 1576567 h 2672762"/>
                <a:gd name="connsiteX188" fmla="*/ 2457675 w 2677922"/>
                <a:gd name="connsiteY188" fmla="*/ 1596690 h 2672762"/>
                <a:gd name="connsiteX189" fmla="*/ 2437036 w 2677922"/>
                <a:gd name="connsiteY189" fmla="*/ 1673055 h 2672762"/>
                <a:gd name="connsiteX190" fmla="*/ 2457159 w 2677922"/>
                <a:gd name="connsiteY190" fmla="*/ 1710205 h 2672762"/>
                <a:gd name="connsiteX191" fmla="*/ 2564483 w 2677922"/>
                <a:gd name="connsiteY191" fmla="*/ 1777282 h 2672762"/>
                <a:gd name="connsiteX192" fmla="*/ 2588733 w 2677922"/>
                <a:gd name="connsiteY192" fmla="*/ 1845907 h 2672762"/>
                <a:gd name="connsiteX193" fmla="*/ 2571706 w 2677922"/>
                <a:gd name="connsiteY193" fmla="*/ 1880994 h 2672762"/>
                <a:gd name="connsiteX194" fmla="*/ 2538684 w 2677922"/>
                <a:gd name="connsiteY194" fmla="*/ 1897505 h 2672762"/>
                <a:gd name="connsiteX195" fmla="*/ 1338521 w 2677922"/>
                <a:gd name="connsiteY195" fmla="*/ 2312867 h 2672762"/>
                <a:gd name="connsiteX196" fmla="*/ 2316814 w 2677922"/>
                <a:gd name="connsiteY196" fmla="*/ 1335605 h 2672762"/>
                <a:gd name="connsiteX197" fmla="*/ 1340068 w 2677922"/>
                <a:gd name="connsiteY197" fmla="*/ 359376 h 2672762"/>
                <a:gd name="connsiteX198" fmla="*/ 361775 w 2677922"/>
                <a:gd name="connsiteY198" fmla="*/ 1331994 h 2672762"/>
                <a:gd name="connsiteX199" fmla="*/ 1338521 w 2677922"/>
                <a:gd name="connsiteY199" fmla="*/ 2312867 h 267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677922" h="2672762">
                  <a:moveTo>
                    <a:pt x="2538684" y="1897505"/>
                  </a:moveTo>
                  <a:cubicBezTo>
                    <a:pt x="2511337" y="1891313"/>
                    <a:pt x="2483990" y="1885121"/>
                    <a:pt x="2456643" y="1879446"/>
                  </a:cubicBezTo>
                  <a:cubicBezTo>
                    <a:pt x="2434456" y="1874286"/>
                    <a:pt x="2411753" y="1869642"/>
                    <a:pt x="2389566" y="1863966"/>
                  </a:cubicBezTo>
                  <a:cubicBezTo>
                    <a:pt x="2375119" y="1860354"/>
                    <a:pt x="2363767" y="1864482"/>
                    <a:pt x="2354479" y="1874802"/>
                  </a:cubicBezTo>
                  <a:cubicBezTo>
                    <a:pt x="2335389" y="1896989"/>
                    <a:pt x="2320425" y="1922272"/>
                    <a:pt x="2312170" y="1950651"/>
                  </a:cubicBezTo>
                  <a:cubicBezTo>
                    <a:pt x="2308042" y="1964066"/>
                    <a:pt x="2314234" y="1973869"/>
                    <a:pt x="2322489" y="1983157"/>
                  </a:cubicBezTo>
                  <a:cubicBezTo>
                    <a:pt x="2352416" y="2015664"/>
                    <a:pt x="2382858" y="2048170"/>
                    <a:pt x="2412785" y="2080161"/>
                  </a:cubicBezTo>
                  <a:cubicBezTo>
                    <a:pt x="2435488" y="2104412"/>
                    <a:pt x="2436520" y="2118859"/>
                    <a:pt x="2418461" y="2146722"/>
                  </a:cubicBezTo>
                  <a:cubicBezTo>
                    <a:pt x="2417429" y="2148270"/>
                    <a:pt x="2416397" y="2150334"/>
                    <a:pt x="2414849" y="2151882"/>
                  </a:cubicBezTo>
                  <a:cubicBezTo>
                    <a:pt x="2380795" y="2197804"/>
                    <a:pt x="2365831" y="2198320"/>
                    <a:pt x="2324037" y="2174585"/>
                  </a:cubicBezTo>
                  <a:cubicBezTo>
                    <a:pt x="2289982" y="2154978"/>
                    <a:pt x="2253864" y="2137434"/>
                    <a:pt x="2219294" y="2118859"/>
                  </a:cubicBezTo>
                  <a:cubicBezTo>
                    <a:pt x="2204846" y="2111120"/>
                    <a:pt x="2191431" y="2111120"/>
                    <a:pt x="2178531" y="2120407"/>
                  </a:cubicBezTo>
                  <a:cubicBezTo>
                    <a:pt x="2157892" y="2134855"/>
                    <a:pt x="2140349" y="2152398"/>
                    <a:pt x="2125386" y="2172521"/>
                  </a:cubicBezTo>
                  <a:cubicBezTo>
                    <a:pt x="2114550" y="2186968"/>
                    <a:pt x="2114034" y="2201416"/>
                    <a:pt x="2122806" y="2217411"/>
                  </a:cubicBezTo>
                  <a:cubicBezTo>
                    <a:pt x="2143961" y="2256109"/>
                    <a:pt x="2164600" y="2295323"/>
                    <a:pt x="2184723" y="2334538"/>
                  </a:cubicBezTo>
                  <a:cubicBezTo>
                    <a:pt x="2198655" y="2361885"/>
                    <a:pt x="2196591" y="2374268"/>
                    <a:pt x="2174404" y="2395423"/>
                  </a:cubicBezTo>
                  <a:cubicBezTo>
                    <a:pt x="2170792" y="2398519"/>
                    <a:pt x="2167696" y="2402131"/>
                    <a:pt x="2164084" y="2404711"/>
                  </a:cubicBezTo>
                  <a:cubicBezTo>
                    <a:pt x="2131062" y="2428962"/>
                    <a:pt x="2114034" y="2440829"/>
                    <a:pt x="2075336" y="2401615"/>
                  </a:cubicBezTo>
                  <a:cubicBezTo>
                    <a:pt x="2047473" y="2373236"/>
                    <a:pt x="2017547" y="2347953"/>
                    <a:pt x="1988652" y="2320606"/>
                  </a:cubicBezTo>
                  <a:cubicBezTo>
                    <a:pt x="1975236" y="2307707"/>
                    <a:pt x="1960789" y="2305127"/>
                    <a:pt x="1944277" y="2311835"/>
                  </a:cubicBezTo>
                  <a:cubicBezTo>
                    <a:pt x="1922607" y="2320606"/>
                    <a:pt x="1901968" y="2331958"/>
                    <a:pt x="1883392" y="2346405"/>
                  </a:cubicBezTo>
                  <a:cubicBezTo>
                    <a:pt x="1867913" y="2358273"/>
                    <a:pt x="1863785" y="2373236"/>
                    <a:pt x="1868429" y="2391811"/>
                  </a:cubicBezTo>
                  <a:cubicBezTo>
                    <a:pt x="1879264" y="2436701"/>
                    <a:pt x="1889584" y="2482107"/>
                    <a:pt x="1899388" y="2526997"/>
                  </a:cubicBezTo>
                  <a:cubicBezTo>
                    <a:pt x="1903516" y="2546604"/>
                    <a:pt x="1896808" y="2561568"/>
                    <a:pt x="1879264" y="2571887"/>
                  </a:cubicBezTo>
                  <a:cubicBezTo>
                    <a:pt x="1867397" y="2579111"/>
                    <a:pt x="1854498" y="2584787"/>
                    <a:pt x="1841082" y="2588915"/>
                  </a:cubicBezTo>
                  <a:cubicBezTo>
                    <a:pt x="1813736" y="2597686"/>
                    <a:pt x="1798256" y="2592526"/>
                    <a:pt x="1782777" y="2568276"/>
                  </a:cubicBezTo>
                  <a:cubicBezTo>
                    <a:pt x="1760074" y="2532157"/>
                    <a:pt x="1736855" y="2496555"/>
                    <a:pt x="1715184" y="2459404"/>
                  </a:cubicBezTo>
                  <a:cubicBezTo>
                    <a:pt x="1703316" y="2439281"/>
                    <a:pt x="1687837" y="2431542"/>
                    <a:pt x="1664618" y="2435669"/>
                  </a:cubicBezTo>
                  <a:cubicBezTo>
                    <a:pt x="1646043" y="2439281"/>
                    <a:pt x="1627984" y="2443925"/>
                    <a:pt x="1610440" y="2450117"/>
                  </a:cubicBezTo>
                  <a:cubicBezTo>
                    <a:pt x="1586190" y="2458888"/>
                    <a:pt x="1578450" y="2469208"/>
                    <a:pt x="1577418" y="2495007"/>
                  </a:cubicBezTo>
                  <a:cubicBezTo>
                    <a:pt x="1575870" y="2535769"/>
                    <a:pt x="1574838" y="2576015"/>
                    <a:pt x="1573806" y="2616777"/>
                  </a:cubicBezTo>
                  <a:cubicBezTo>
                    <a:pt x="1572774" y="2653928"/>
                    <a:pt x="1563487" y="2665795"/>
                    <a:pt x="1526852" y="2672503"/>
                  </a:cubicBezTo>
                  <a:cubicBezTo>
                    <a:pt x="1517049" y="2674567"/>
                    <a:pt x="1507245" y="2675599"/>
                    <a:pt x="1497441" y="2676115"/>
                  </a:cubicBezTo>
                  <a:cubicBezTo>
                    <a:pt x="1473191" y="2677663"/>
                    <a:pt x="1457711" y="2667859"/>
                    <a:pt x="1449972" y="2644124"/>
                  </a:cubicBezTo>
                  <a:cubicBezTo>
                    <a:pt x="1436040" y="2600782"/>
                    <a:pt x="1422624" y="2557956"/>
                    <a:pt x="1410241" y="2514614"/>
                  </a:cubicBezTo>
                  <a:cubicBezTo>
                    <a:pt x="1404565" y="2495007"/>
                    <a:pt x="1392698" y="2485719"/>
                    <a:pt x="1373091" y="2482623"/>
                  </a:cubicBezTo>
                  <a:cubicBezTo>
                    <a:pt x="1350388" y="2479527"/>
                    <a:pt x="1327685" y="2479527"/>
                    <a:pt x="1304982" y="2483139"/>
                  </a:cubicBezTo>
                  <a:cubicBezTo>
                    <a:pt x="1287955" y="2485719"/>
                    <a:pt x="1277119" y="2494491"/>
                    <a:pt x="1271959" y="2511518"/>
                  </a:cubicBezTo>
                  <a:cubicBezTo>
                    <a:pt x="1260092" y="2552280"/>
                    <a:pt x="1247192" y="2593042"/>
                    <a:pt x="1234293" y="2633805"/>
                  </a:cubicBezTo>
                  <a:cubicBezTo>
                    <a:pt x="1222941" y="2670439"/>
                    <a:pt x="1208494" y="2679727"/>
                    <a:pt x="1170828" y="2674567"/>
                  </a:cubicBezTo>
                  <a:cubicBezTo>
                    <a:pt x="1114070" y="2666827"/>
                    <a:pt x="1107362" y="2659087"/>
                    <a:pt x="1106847" y="2602330"/>
                  </a:cubicBezTo>
                  <a:cubicBezTo>
                    <a:pt x="1106331" y="2565180"/>
                    <a:pt x="1104783" y="2528545"/>
                    <a:pt x="1103751" y="2491395"/>
                  </a:cubicBezTo>
                  <a:cubicBezTo>
                    <a:pt x="1103234" y="2474368"/>
                    <a:pt x="1096527" y="2460952"/>
                    <a:pt x="1080532" y="2454244"/>
                  </a:cubicBezTo>
                  <a:cubicBezTo>
                    <a:pt x="1056281" y="2443925"/>
                    <a:pt x="1031514" y="2436701"/>
                    <a:pt x="1005199" y="2435153"/>
                  </a:cubicBezTo>
                  <a:cubicBezTo>
                    <a:pt x="989203" y="2434121"/>
                    <a:pt x="977852" y="2440313"/>
                    <a:pt x="969080" y="2454244"/>
                  </a:cubicBezTo>
                  <a:cubicBezTo>
                    <a:pt x="946894" y="2491395"/>
                    <a:pt x="923159" y="2527513"/>
                    <a:pt x="900456" y="2564148"/>
                  </a:cubicBezTo>
                  <a:cubicBezTo>
                    <a:pt x="882396" y="2593042"/>
                    <a:pt x="868465" y="2598202"/>
                    <a:pt x="836474" y="2587367"/>
                  </a:cubicBezTo>
                  <a:cubicBezTo>
                    <a:pt x="834926" y="2586851"/>
                    <a:pt x="833379" y="2586335"/>
                    <a:pt x="831830" y="2585819"/>
                  </a:cubicBezTo>
                  <a:cubicBezTo>
                    <a:pt x="782297" y="2565696"/>
                    <a:pt x="772493" y="2554344"/>
                    <a:pt x="785392" y="2504810"/>
                  </a:cubicBezTo>
                  <a:cubicBezTo>
                    <a:pt x="795196" y="2467144"/>
                    <a:pt x="802420" y="2428962"/>
                    <a:pt x="811707" y="2390779"/>
                  </a:cubicBezTo>
                  <a:cubicBezTo>
                    <a:pt x="816351" y="2371172"/>
                    <a:pt x="811191" y="2356209"/>
                    <a:pt x="794680" y="2344341"/>
                  </a:cubicBezTo>
                  <a:cubicBezTo>
                    <a:pt x="777137" y="2331958"/>
                    <a:pt x="759078" y="2321122"/>
                    <a:pt x="739470" y="2312351"/>
                  </a:cubicBezTo>
                  <a:cubicBezTo>
                    <a:pt x="720895" y="2304095"/>
                    <a:pt x="704900" y="2307191"/>
                    <a:pt x="689421" y="2321638"/>
                  </a:cubicBezTo>
                  <a:cubicBezTo>
                    <a:pt x="658462" y="2351049"/>
                    <a:pt x="626988" y="2379944"/>
                    <a:pt x="596029" y="2408838"/>
                  </a:cubicBezTo>
                  <a:cubicBezTo>
                    <a:pt x="572810" y="2431026"/>
                    <a:pt x="557847" y="2432057"/>
                    <a:pt x="530500" y="2415030"/>
                  </a:cubicBezTo>
                  <a:cubicBezTo>
                    <a:pt x="527404" y="2412966"/>
                    <a:pt x="524308" y="2410902"/>
                    <a:pt x="521212" y="2408838"/>
                  </a:cubicBezTo>
                  <a:cubicBezTo>
                    <a:pt x="481482" y="2380460"/>
                    <a:pt x="477870" y="2365496"/>
                    <a:pt x="500573" y="2322670"/>
                  </a:cubicBezTo>
                  <a:cubicBezTo>
                    <a:pt x="519148" y="2287584"/>
                    <a:pt x="537207" y="2252497"/>
                    <a:pt x="556298" y="2217927"/>
                  </a:cubicBezTo>
                  <a:cubicBezTo>
                    <a:pt x="566102" y="2199868"/>
                    <a:pt x="564555" y="2184388"/>
                    <a:pt x="552171" y="2168909"/>
                  </a:cubicBezTo>
                  <a:cubicBezTo>
                    <a:pt x="538756" y="2151882"/>
                    <a:pt x="523276" y="2136402"/>
                    <a:pt x="505733" y="2122987"/>
                  </a:cubicBezTo>
                  <a:cubicBezTo>
                    <a:pt x="490254" y="2111120"/>
                    <a:pt x="474774" y="2110088"/>
                    <a:pt x="457747" y="2119375"/>
                  </a:cubicBezTo>
                  <a:cubicBezTo>
                    <a:pt x="419564" y="2140014"/>
                    <a:pt x="380866" y="2160653"/>
                    <a:pt x="341652" y="2180777"/>
                  </a:cubicBezTo>
                  <a:cubicBezTo>
                    <a:pt x="314305" y="2195224"/>
                    <a:pt x="298310" y="2191612"/>
                    <a:pt x="278187" y="2168909"/>
                  </a:cubicBezTo>
                  <a:cubicBezTo>
                    <a:pt x="276639" y="2167361"/>
                    <a:pt x="275607" y="2165813"/>
                    <a:pt x="274059" y="2164265"/>
                  </a:cubicBezTo>
                  <a:cubicBezTo>
                    <a:pt x="238456" y="2122987"/>
                    <a:pt x="238972" y="2108540"/>
                    <a:pt x="276639" y="2069325"/>
                  </a:cubicBezTo>
                  <a:cubicBezTo>
                    <a:pt x="302954" y="2041463"/>
                    <a:pt x="327721" y="2013084"/>
                    <a:pt x="354551" y="1986253"/>
                  </a:cubicBezTo>
                  <a:cubicBezTo>
                    <a:pt x="367967" y="1972322"/>
                    <a:pt x="370547" y="1957874"/>
                    <a:pt x="363839" y="1940847"/>
                  </a:cubicBezTo>
                  <a:cubicBezTo>
                    <a:pt x="355067" y="1918660"/>
                    <a:pt x="342684" y="1898021"/>
                    <a:pt x="328237" y="1878930"/>
                  </a:cubicBezTo>
                  <a:cubicBezTo>
                    <a:pt x="316369" y="1863450"/>
                    <a:pt x="300374" y="1861902"/>
                    <a:pt x="283347" y="1866030"/>
                  </a:cubicBezTo>
                  <a:cubicBezTo>
                    <a:pt x="245680" y="1874802"/>
                    <a:pt x="208530" y="1883573"/>
                    <a:pt x="170864" y="1891829"/>
                  </a:cubicBezTo>
                  <a:cubicBezTo>
                    <a:pt x="165704" y="1892861"/>
                    <a:pt x="160544" y="1894409"/>
                    <a:pt x="155900" y="1895441"/>
                  </a:cubicBezTo>
                  <a:cubicBezTo>
                    <a:pt x="127521" y="1900601"/>
                    <a:pt x="113074" y="1893893"/>
                    <a:pt x="100175" y="1868094"/>
                  </a:cubicBezTo>
                  <a:cubicBezTo>
                    <a:pt x="95531" y="1858291"/>
                    <a:pt x="90887" y="1848487"/>
                    <a:pt x="87275" y="1838168"/>
                  </a:cubicBezTo>
                  <a:cubicBezTo>
                    <a:pt x="77988" y="1810821"/>
                    <a:pt x="83147" y="1795341"/>
                    <a:pt x="107915" y="1779862"/>
                  </a:cubicBezTo>
                  <a:cubicBezTo>
                    <a:pt x="143001" y="1757675"/>
                    <a:pt x="178603" y="1735488"/>
                    <a:pt x="213690" y="1713817"/>
                  </a:cubicBezTo>
                  <a:cubicBezTo>
                    <a:pt x="241552" y="1696274"/>
                    <a:pt x="245680" y="1686470"/>
                    <a:pt x="238972" y="1654480"/>
                  </a:cubicBezTo>
                  <a:cubicBezTo>
                    <a:pt x="234845" y="1636420"/>
                    <a:pt x="230201" y="1617845"/>
                    <a:pt x="222977" y="1600818"/>
                  </a:cubicBezTo>
                  <a:cubicBezTo>
                    <a:pt x="215753" y="1583791"/>
                    <a:pt x="203370" y="1575535"/>
                    <a:pt x="184279" y="1575019"/>
                  </a:cubicBezTo>
                  <a:cubicBezTo>
                    <a:pt x="142485" y="1574503"/>
                    <a:pt x="101207" y="1572955"/>
                    <a:pt x="59413" y="1571407"/>
                  </a:cubicBezTo>
                  <a:cubicBezTo>
                    <a:pt x="21746" y="1570375"/>
                    <a:pt x="10395" y="1560572"/>
                    <a:pt x="3687" y="1524453"/>
                  </a:cubicBezTo>
                  <a:cubicBezTo>
                    <a:pt x="3171" y="1520841"/>
                    <a:pt x="2139" y="1517230"/>
                    <a:pt x="1623" y="1513618"/>
                  </a:cubicBezTo>
                  <a:cubicBezTo>
                    <a:pt x="-4053" y="1467696"/>
                    <a:pt x="3687" y="1455828"/>
                    <a:pt x="48577" y="1442413"/>
                  </a:cubicBezTo>
                  <a:cubicBezTo>
                    <a:pt x="85727" y="1431061"/>
                    <a:pt x="122877" y="1418678"/>
                    <a:pt x="160544" y="1408358"/>
                  </a:cubicBezTo>
                  <a:cubicBezTo>
                    <a:pt x="181183" y="1402683"/>
                    <a:pt x="192018" y="1390815"/>
                    <a:pt x="194083" y="1370692"/>
                  </a:cubicBezTo>
                  <a:cubicBezTo>
                    <a:pt x="196147" y="1346957"/>
                    <a:pt x="197178" y="1322706"/>
                    <a:pt x="192534" y="1298971"/>
                  </a:cubicBezTo>
                  <a:cubicBezTo>
                    <a:pt x="189954" y="1283492"/>
                    <a:pt x="181183" y="1274204"/>
                    <a:pt x="166220" y="1269560"/>
                  </a:cubicBezTo>
                  <a:cubicBezTo>
                    <a:pt x="126490" y="1257693"/>
                    <a:pt x="86759" y="1245310"/>
                    <a:pt x="47029" y="1232926"/>
                  </a:cubicBezTo>
                  <a:cubicBezTo>
                    <a:pt x="3687" y="1219511"/>
                    <a:pt x="-957" y="1212287"/>
                    <a:pt x="1623" y="1166881"/>
                  </a:cubicBezTo>
                  <a:cubicBezTo>
                    <a:pt x="2139" y="1157593"/>
                    <a:pt x="4203" y="1148306"/>
                    <a:pt x="6267" y="1139534"/>
                  </a:cubicBezTo>
                  <a:cubicBezTo>
                    <a:pt x="12459" y="1116831"/>
                    <a:pt x="25358" y="1106512"/>
                    <a:pt x="49093" y="1105480"/>
                  </a:cubicBezTo>
                  <a:cubicBezTo>
                    <a:pt x="87791" y="1103932"/>
                    <a:pt x="125974" y="1102900"/>
                    <a:pt x="164672" y="1101868"/>
                  </a:cubicBezTo>
                  <a:cubicBezTo>
                    <a:pt x="170348" y="1101868"/>
                    <a:pt x="176023" y="1101352"/>
                    <a:pt x="181699" y="1101352"/>
                  </a:cubicBezTo>
                  <a:cubicBezTo>
                    <a:pt x="207498" y="1102384"/>
                    <a:pt x="220913" y="1087936"/>
                    <a:pt x="227621" y="1065233"/>
                  </a:cubicBezTo>
                  <a:cubicBezTo>
                    <a:pt x="232781" y="1048206"/>
                    <a:pt x="237425" y="1031179"/>
                    <a:pt x="241036" y="1014152"/>
                  </a:cubicBezTo>
                  <a:cubicBezTo>
                    <a:pt x="245680" y="990417"/>
                    <a:pt x="240005" y="979065"/>
                    <a:pt x="219366" y="965650"/>
                  </a:cubicBezTo>
                  <a:cubicBezTo>
                    <a:pt x="184279" y="943463"/>
                    <a:pt x="148676" y="921276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210042" y="-3872"/>
                    <a:pt x="1222426" y="1804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2"/>
                    <a:pt x="2498437" y="942947"/>
                    <a:pt x="2461287" y="964102"/>
                  </a:cubicBezTo>
                  <a:cubicBezTo>
                    <a:pt x="2440132" y="976485"/>
                    <a:pt x="2434456" y="992997"/>
                    <a:pt x="2438068" y="1014668"/>
                  </a:cubicBezTo>
                  <a:cubicBezTo>
                    <a:pt x="2441164" y="1034791"/>
                    <a:pt x="2446840" y="1054398"/>
                    <a:pt x="2454063" y="1073489"/>
                  </a:cubicBezTo>
                  <a:cubicBezTo>
                    <a:pt x="2460771" y="1091032"/>
                    <a:pt x="2472638" y="1100320"/>
                    <a:pt x="2492762" y="1100836"/>
                  </a:cubicBezTo>
                  <a:cubicBezTo>
                    <a:pt x="2538168" y="1101352"/>
                    <a:pt x="2583058" y="1104448"/>
                    <a:pt x="2628464" y="1105996"/>
                  </a:cubicBezTo>
                  <a:cubicBezTo>
                    <a:pt x="2653230" y="1107028"/>
                    <a:pt x="2665614" y="1116831"/>
                    <a:pt x="2672322" y="1140566"/>
                  </a:cubicBezTo>
                  <a:cubicBezTo>
                    <a:pt x="2676449" y="1153982"/>
                    <a:pt x="2677998" y="1167913"/>
                    <a:pt x="2677998" y="1182360"/>
                  </a:cubicBezTo>
                  <a:cubicBezTo>
                    <a:pt x="2677998" y="1210223"/>
                    <a:pt x="2670258" y="1221575"/>
                    <a:pt x="2644459" y="1229830"/>
                  </a:cubicBezTo>
                  <a:cubicBezTo>
                    <a:pt x="2603697" y="1242730"/>
                    <a:pt x="2562934" y="1255113"/>
                    <a:pt x="2522172" y="1267497"/>
                  </a:cubicBezTo>
                  <a:cubicBezTo>
                    <a:pt x="2492762" y="1276268"/>
                    <a:pt x="2485022" y="1285556"/>
                    <a:pt x="2483990" y="1315998"/>
                  </a:cubicBezTo>
                  <a:cubicBezTo>
                    <a:pt x="2483474" y="1337153"/>
                    <a:pt x="2481926" y="1358824"/>
                    <a:pt x="2486570" y="1379980"/>
                  </a:cubicBezTo>
                  <a:cubicBezTo>
                    <a:pt x="2489666" y="1394427"/>
                    <a:pt x="2498437" y="1403199"/>
                    <a:pt x="2512885" y="1407842"/>
                  </a:cubicBezTo>
                  <a:cubicBezTo>
                    <a:pt x="2555711" y="1420742"/>
                    <a:pt x="2598537" y="1433641"/>
                    <a:pt x="2641363" y="1447057"/>
                  </a:cubicBezTo>
                  <a:cubicBezTo>
                    <a:pt x="2671290" y="1456344"/>
                    <a:pt x="2678514" y="1466664"/>
                    <a:pt x="2677998" y="1498138"/>
                  </a:cubicBezTo>
                  <a:cubicBezTo>
                    <a:pt x="2677998" y="1501234"/>
                    <a:pt x="2677998" y="1504330"/>
                    <a:pt x="2677998" y="1507426"/>
                  </a:cubicBezTo>
                  <a:cubicBezTo>
                    <a:pt x="2675934" y="1555928"/>
                    <a:pt x="2660454" y="1571407"/>
                    <a:pt x="2611952" y="1572955"/>
                  </a:cubicBezTo>
                  <a:cubicBezTo>
                    <a:pt x="2571190" y="1573987"/>
                    <a:pt x="2530944" y="1576051"/>
                    <a:pt x="2490182" y="1576567"/>
                  </a:cubicBezTo>
                  <a:cubicBezTo>
                    <a:pt x="2474702" y="1577083"/>
                    <a:pt x="2463867" y="1583791"/>
                    <a:pt x="2457675" y="1596690"/>
                  </a:cubicBezTo>
                  <a:cubicBezTo>
                    <a:pt x="2446324" y="1620941"/>
                    <a:pt x="2439100" y="1646224"/>
                    <a:pt x="2437036" y="1673055"/>
                  </a:cubicBezTo>
                  <a:cubicBezTo>
                    <a:pt x="2435488" y="1690082"/>
                    <a:pt x="2442712" y="1701434"/>
                    <a:pt x="2457159" y="1710205"/>
                  </a:cubicBezTo>
                  <a:cubicBezTo>
                    <a:pt x="2493278" y="1732392"/>
                    <a:pt x="2528880" y="1754579"/>
                    <a:pt x="2564483" y="1777282"/>
                  </a:cubicBezTo>
                  <a:cubicBezTo>
                    <a:pt x="2596989" y="1797405"/>
                    <a:pt x="2601117" y="1809789"/>
                    <a:pt x="2588733" y="1845907"/>
                  </a:cubicBezTo>
                  <a:cubicBezTo>
                    <a:pt x="2584606" y="1858291"/>
                    <a:pt x="2578930" y="1870158"/>
                    <a:pt x="2571706" y="1880994"/>
                  </a:cubicBezTo>
                  <a:cubicBezTo>
                    <a:pt x="2564998" y="1890797"/>
                    <a:pt x="2554163" y="1897505"/>
                    <a:pt x="2538684" y="1897505"/>
                  </a:cubicBezTo>
                  <a:close/>
                  <a:moveTo>
                    <a:pt x="1338521" y="2312867"/>
                  </a:moveTo>
                  <a:cubicBezTo>
                    <a:pt x="1869461" y="2314931"/>
                    <a:pt x="2317329" y="1887701"/>
                    <a:pt x="2316814" y="1335605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ubicBezTo>
                    <a:pt x="796228" y="358860"/>
                    <a:pt x="363839" y="794861"/>
                    <a:pt x="361775" y="1331994"/>
                  </a:cubicBezTo>
                  <a:cubicBezTo>
                    <a:pt x="359711" y="1882026"/>
                    <a:pt x="806032" y="2314415"/>
                    <a:pt x="1338521" y="231286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1429830-A1B2-46C6-8E1F-3CDD87BDE661}"/>
                </a:ext>
              </a:extLst>
            </p:cNvPr>
            <p:cNvSpPr/>
            <p:nvPr/>
          </p:nvSpPr>
          <p:spPr>
            <a:xfrm>
              <a:off x="7628244" y="2084297"/>
              <a:ext cx="1757326" cy="1752551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5EFBF7-A8A4-4D6E-8808-92696D9AC638}"/>
              </a:ext>
            </a:extLst>
          </p:cNvPr>
          <p:cNvGrpSpPr/>
          <p:nvPr userDrawn="1"/>
        </p:nvGrpSpPr>
        <p:grpSpPr>
          <a:xfrm rot="6679697" flipV="1">
            <a:off x="2514190" y="4250744"/>
            <a:ext cx="709209" cy="493240"/>
            <a:chOff x="5405974" y="1533288"/>
            <a:chExt cx="611040" cy="424965"/>
          </a:xfrm>
        </p:grpSpPr>
        <p:sp>
          <p:nvSpPr>
            <p:cNvPr id="27" name="Trapezoid 26">
              <a:extLst>
                <a:ext uri="{FF2B5EF4-FFF2-40B4-BE49-F238E27FC236}">
                  <a16:creationId xmlns:a16="http://schemas.microsoft.com/office/drawing/2014/main" id="{F604488B-1EF4-42B1-A6B5-7312ADA6A9C3}"/>
                </a:ext>
              </a:extLst>
            </p:cNvPr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rapezoid 27">
              <a:extLst>
                <a:ext uri="{FF2B5EF4-FFF2-40B4-BE49-F238E27FC236}">
                  <a16:creationId xmlns:a16="http://schemas.microsoft.com/office/drawing/2014/main" id="{D7D307F1-17F2-4B95-9A10-54A9B7C0CFD4}"/>
                </a:ext>
              </a:extLst>
            </p:cNvPr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rapezoid 28">
              <a:extLst>
                <a:ext uri="{FF2B5EF4-FFF2-40B4-BE49-F238E27FC236}">
                  <a16:creationId xmlns:a16="http://schemas.microsoft.com/office/drawing/2014/main" id="{1B2CFD6B-D5DB-4797-A1E8-D6713BECCFF0}"/>
                </a:ext>
              </a:extLst>
            </p:cNvPr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apezoid 29">
              <a:extLst>
                <a:ext uri="{FF2B5EF4-FFF2-40B4-BE49-F238E27FC236}">
                  <a16:creationId xmlns:a16="http://schemas.microsoft.com/office/drawing/2014/main" id="{240F08C5-AEE4-4DA8-B595-DFD5AAB6DE0D}"/>
                </a:ext>
              </a:extLst>
            </p:cNvPr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rapezoid 30">
              <a:extLst>
                <a:ext uri="{FF2B5EF4-FFF2-40B4-BE49-F238E27FC236}">
                  <a16:creationId xmlns:a16="http://schemas.microsoft.com/office/drawing/2014/main" id="{FB146A5D-87C6-47F6-BF4F-3E2D584E5F89}"/>
                </a:ext>
              </a:extLst>
            </p:cNvPr>
            <p:cNvSpPr/>
            <p:nvPr/>
          </p:nvSpPr>
          <p:spPr>
            <a:xfrm rot="8867088" flipH="1">
              <a:off x="5923517" y="1775373"/>
              <a:ext cx="93497" cy="182880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A379968-FE4C-4380-9AD8-FCC2F2902ED8}"/>
              </a:ext>
            </a:extLst>
          </p:cNvPr>
          <p:cNvGrpSpPr/>
          <p:nvPr userDrawn="1"/>
        </p:nvGrpSpPr>
        <p:grpSpPr>
          <a:xfrm rot="2246763">
            <a:off x="1974127" y="1362251"/>
            <a:ext cx="2028524" cy="1778017"/>
            <a:chOff x="2753518" y="2997140"/>
            <a:chExt cx="2028524" cy="1778017"/>
          </a:xfrm>
          <a:solidFill>
            <a:schemeClr val="bg1">
              <a:alpha val="5000"/>
            </a:schemeClr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8DA23-991A-4F5A-84D7-7BDAEC9B967B}"/>
                </a:ext>
              </a:extLst>
            </p:cNvPr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7272C85-BFE8-4E25-B0D2-727926AA6B5E}"/>
                </a:ext>
              </a:extLst>
            </p:cNvPr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1324B715-E1E3-414A-B516-E282A0E568CA}"/>
                  </a:ext>
                </a:extLst>
              </p:cNvPr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505C034-B686-4751-AF7C-F1443083293B}"/>
                  </a:ext>
                </a:extLst>
              </p:cNvPr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32CE2BE-5153-4691-A210-F5CEED8B7852}"/>
                </a:ext>
              </a:extLst>
            </p:cNvPr>
            <p:cNvSpPr/>
            <p:nvPr/>
          </p:nvSpPr>
          <p:spPr>
            <a:xfrm>
              <a:off x="3308806" y="2997140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CD3404-3EA6-420D-8DBC-6D3A595FBFA2}"/>
              </a:ext>
            </a:extLst>
          </p:cNvPr>
          <p:cNvGrpSpPr/>
          <p:nvPr userDrawn="1"/>
        </p:nvGrpSpPr>
        <p:grpSpPr>
          <a:xfrm>
            <a:off x="0" y="2766599"/>
            <a:ext cx="2745260" cy="247186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ECA3BD-4287-4CAB-8CFB-CC4BBC008582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04465C-B632-42F2-8273-BA2C7FFDA7A2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00150D0-F178-431E-B2C4-A43288E12324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E443C86-7937-4604-892A-31CBB4C3B253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011AC2-F2FD-44CD-BF51-A2C7AB4FB7F5}"/>
              </a:ext>
            </a:extLst>
          </p:cNvPr>
          <p:cNvSpPr/>
          <p:nvPr userDrawn="1"/>
        </p:nvSpPr>
        <p:spPr>
          <a:xfrm>
            <a:off x="3140906" y="3608100"/>
            <a:ext cx="623915" cy="63512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795D01C-5E4D-42EF-81C8-036347FC14D7}"/>
              </a:ext>
            </a:extLst>
          </p:cNvPr>
          <p:cNvSpPr/>
          <p:nvPr userDrawn="1"/>
        </p:nvSpPr>
        <p:spPr>
          <a:xfrm rot="2246763">
            <a:off x="103562" y="2021654"/>
            <a:ext cx="1218879" cy="1218879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11BA3E48-397A-40E6-82CD-AFA7318A5754}"/>
              </a:ext>
            </a:extLst>
          </p:cNvPr>
          <p:cNvSpPr/>
          <p:nvPr userDrawn="1"/>
        </p:nvSpPr>
        <p:spPr>
          <a:xfrm rot="10800000" flipH="1">
            <a:off x="292045" y="0"/>
            <a:ext cx="1618488" cy="2560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3E8D1C-B4B0-4270-BF60-0AB071A5B57A}"/>
              </a:ext>
            </a:extLst>
          </p:cNvPr>
          <p:cNvGrpSpPr/>
          <p:nvPr userDrawn="1"/>
        </p:nvGrpSpPr>
        <p:grpSpPr>
          <a:xfrm rot="20249292" flipH="1" flipV="1">
            <a:off x="2408466" y="3007856"/>
            <a:ext cx="405220" cy="1013819"/>
            <a:chOff x="4130248" y="650162"/>
            <a:chExt cx="502279" cy="1664988"/>
          </a:xfrm>
          <a:solidFill>
            <a:schemeClr val="accent2"/>
          </a:solidFill>
        </p:grpSpPr>
        <p:sp>
          <p:nvSpPr>
            <p:cNvPr id="34" name="Trapezoid 33">
              <a:extLst>
                <a:ext uri="{FF2B5EF4-FFF2-40B4-BE49-F238E27FC236}">
                  <a16:creationId xmlns:a16="http://schemas.microsoft.com/office/drawing/2014/main" id="{01E654A2-A845-4D9C-AC7E-DD1A1FB316D8}"/>
                </a:ext>
              </a:extLst>
            </p:cNvPr>
            <p:cNvSpPr/>
            <p:nvPr/>
          </p:nvSpPr>
          <p:spPr>
            <a:xfrm>
              <a:off x="4130248" y="650162"/>
              <a:ext cx="502273" cy="1664988"/>
            </a:xfrm>
            <a:prstGeom prst="trapezoid">
              <a:avLst>
                <a:gd name="adj" fmla="val 9168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rapezoid 94">
              <a:extLst>
                <a:ext uri="{FF2B5EF4-FFF2-40B4-BE49-F238E27FC236}">
                  <a16:creationId xmlns:a16="http://schemas.microsoft.com/office/drawing/2014/main" id="{49392ED5-842E-4BB8-9F02-6F05DBDAC68A}"/>
                </a:ext>
              </a:extLst>
            </p:cNvPr>
            <p:cNvSpPr/>
            <p:nvPr/>
          </p:nvSpPr>
          <p:spPr>
            <a:xfrm>
              <a:off x="4449648" y="650162"/>
              <a:ext cx="182879" cy="1664988"/>
            </a:xfrm>
            <a:custGeom>
              <a:avLst/>
              <a:gdLst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82880 w 182880"/>
                <a:gd name="connsiteY2" fmla="*/ 0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30540 w 182880"/>
                <a:gd name="connsiteY2" fmla="*/ 3079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68965 w 182880"/>
                <a:gd name="connsiteY2" fmla="*/ 6157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33619 w 182880"/>
                <a:gd name="connsiteY2" fmla="*/ 3079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" h="1664988">
                  <a:moveTo>
                    <a:pt x="0" y="1664988"/>
                  </a:moveTo>
                  <a:lnTo>
                    <a:pt x="0" y="0"/>
                  </a:lnTo>
                  <a:lnTo>
                    <a:pt x="133619" y="3079"/>
                  </a:lnTo>
                  <a:lnTo>
                    <a:pt x="182880" y="1664988"/>
                  </a:lnTo>
                  <a:lnTo>
                    <a:pt x="0" y="166498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7416A9-09BE-4355-8142-7849BBC59832}"/>
              </a:ext>
            </a:extLst>
          </p:cNvPr>
          <p:cNvGrpSpPr/>
          <p:nvPr userDrawn="1"/>
        </p:nvGrpSpPr>
        <p:grpSpPr>
          <a:xfrm rot="15704020" flipH="1" flipV="1">
            <a:off x="2663420" y="3873638"/>
            <a:ext cx="340169" cy="340171"/>
            <a:chOff x="5108323" y="1463792"/>
            <a:chExt cx="374636" cy="374638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1F29D26-D2C3-4D21-B19D-E7708FC9FF28}"/>
                </a:ext>
              </a:extLst>
            </p:cNvPr>
            <p:cNvSpPr/>
            <p:nvPr/>
          </p:nvSpPr>
          <p:spPr>
            <a:xfrm>
              <a:off x="5108323" y="1463792"/>
              <a:ext cx="374636" cy="374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AB344E1-E2AB-4438-8DF4-30253B57B63D}"/>
                </a:ext>
              </a:extLst>
            </p:cNvPr>
            <p:cNvSpPr/>
            <p:nvPr/>
          </p:nvSpPr>
          <p:spPr>
            <a:xfrm>
              <a:off x="5167785" y="1523587"/>
              <a:ext cx="255882" cy="255676"/>
            </a:xfrm>
            <a:custGeom>
              <a:avLst/>
              <a:gdLst>
                <a:gd name="connsiteX0" fmla="*/ 127864 w 255882"/>
                <a:gd name="connsiteY0" fmla="*/ 81461 h 255676"/>
                <a:gd name="connsiteX1" fmla="*/ 81805 w 255882"/>
                <a:gd name="connsiteY1" fmla="*/ 127520 h 255676"/>
                <a:gd name="connsiteX2" fmla="*/ 127864 w 255882"/>
                <a:gd name="connsiteY2" fmla="*/ 173579 h 255676"/>
                <a:gd name="connsiteX3" fmla="*/ 173923 w 255882"/>
                <a:gd name="connsiteY3" fmla="*/ 127520 h 255676"/>
                <a:gd name="connsiteX4" fmla="*/ 127864 w 255882"/>
                <a:gd name="connsiteY4" fmla="*/ 81461 h 255676"/>
                <a:gd name="connsiteX5" fmla="*/ 122296 w 255882"/>
                <a:gd name="connsiteY5" fmla="*/ 86 h 255676"/>
                <a:gd name="connsiteX6" fmla="*/ 127383 w 255882"/>
                <a:gd name="connsiteY6" fmla="*/ 4211 h 255676"/>
                <a:gd name="connsiteX7" fmla="*/ 132401 w 255882"/>
                <a:gd name="connsiteY7" fmla="*/ 21809 h 255676"/>
                <a:gd name="connsiteX8" fmla="*/ 145188 w 255882"/>
                <a:gd name="connsiteY8" fmla="*/ 29027 h 255676"/>
                <a:gd name="connsiteX9" fmla="*/ 149312 w 255882"/>
                <a:gd name="connsiteY9" fmla="*/ 25452 h 255676"/>
                <a:gd name="connsiteX10" fmla="*/ 158937 w 255882"/>
                <a:gd name="connsiteY10" fmla="*/ 9160 h 255676"/>
                <a:gd name="connsiteX11" fmla="*/ 166705 w 255882"/>
                <a:gd name="connsiteY11" fmla="*/ 5929 h 255676"/>
                <a:gd name="connsiteX12" fmla="*/ 174404 w 255882"/>
                <a:gd name="connsiteY12" fmla="*/ 18372 h 255676"/>
                <a:gd name="connsiteX13" fmla="*/ 172479 w 255882"/>
                <a:gd name="connsiteY13" fmla="*/ 34046 h 255676"/>
                <a:gd name="connsiteX14" fmla="*/ 172479 w 255882"/>
                <a:gd name="connsiteY14" fmla="*/ 35695 h 255676"/>
                <a:gd name="connsiteX15" fmla="*/ 186434 w 255882"/>
                <a:gd name="connsiteY15" fmla="*/ 41882 h 255676"/>
                <a:gd name="connsiteX16" fmla="*/ 201764 w 255882"/>
                <a:gd name="connsiteY16" fmla="*/ 30402 h 255676"/>
                <a:gd name="connsiteX17" fmla="*/ 211045 w 255882"/>
                <a:gd name="connsiteY17" fmla="*/ 30540 h 255676"/>
                <a:gd name="connsiteX18" fmla="*/ 212488 w 255882"/>
                <a:gd name="connsiteY18" fmla="*/ 31777 h 255676"/>
                <a:gd name="connsiteX19" fmla="*/ 214069 w 255882"/>
                <a:gd name="connsiteY19" fmla="*/ 42364 h 255676"/>
                <a:gd name="connsiteX20" fmla="*/ 205614 w 255882"/>
                <a:gd name="connsiteY20" fmla="*/ 57418 h 255676"/>
                <a:gd name="connsiteX21" fmla="*/ 206783 w 255882"/>
                <a:gd name="connsiteY21" fmla="*/ 67180 h 255676"/>
                <a:gd name="connsiteX22" fmla="*/ 215719 w 255882"/>
                <a:gd name="connsiteY22" fmla="*/ 70755 h 255676"/>
                <a:gd name="connsiteX23" fmla="*/ 233799 w 255882"/>
                <a:gd name="connsiteY23" fmla="*/ 66011 h 255676"/>
                <a:gd name="connsiteX24" fmla="*/ 241498 w 255882"/>
                <a:gd name="connsiteY24" fmla="*/ 68967 h 255676"/>
                <a:gd name="connsiteX25" fmla="*/ 243836 w 255882"/>
                <a:gd name="connsiteY25" fmla="*/ 73573 h 255676"/>
                <a:gd name="connsiteX26" fmla="*/ 241911 w 255882"/>
                <a:gd name="connsiteY26" fmla="*/ 80379 h 255676"/>
                <a:gd name="connsiteX27" fmla="*/ 226443 w 255882"/>
                <a:gd name="connsiteY27" fmla="*/ 92684 h 255676"/>
                <a:gd name="connsiteX28" fmla="*/ 223694 w 255882"/>
                <a:gd name="connsiteY28" fmla="*/ 100177 h 255676"/>
                <a:gd name="connsiteX29" fmla="*/ 224519 w 255882"/>
                <a:gd name="connsiteY29" fmla="*/ 103202 h 255676"/>
                <a:gd name="connsiteX30" fmla="*/ 230843 w 255882"/>
                <a:gd name="connsiteY30" fmla="*/ 108633 h 255676"/>
                <a:gd name="connsiteX31" fmla="*/ 249541 w 255882"/>
                <a:gd name="connsiteY31" fmla="*/ 111176 h 255676"/>
                <a:gd name="connsiteX32" fmla="*/ 255591 w 255882"/>
                <a:gd name="connsiteY32" fmla="*/ 117157 h 255676"/>
                <a:gd name="connsiteX33" fmla="*/ 255797 w 255882"/>
                <a:gd name="connsiteY33" fmla="*/ 122519 h 255676"/>
                <a:gd name="connsiteX34" fmla="*/ 251398 w 255882"/>
                <a:gd name="connsiteY34" fmla="*/ 127675 h 255676"/>
                <a:gd name="connsiteX35" fmla="*/ 233799 w 255882"/>
                <a:gd name="connsiteY35" fmla="*/ 132693 h 255676"/>
                <a:gd name="connsiteX36" fmla="*/ 226650 w 255882"/>
                <a:gd name="connsiteY36" fmla="*/ 144586 h 255676"/>
                <a:gd name="connsiteX37" fmla="*/ 230293 w 255882"/>
                <a:gd name="connsiteY37" fmla="*/ 149398 h 255676"/>
                <a:gd name="connsiteX38" fmla="*/ 246448 w 255882"/>
                <a:gd name="connsiteY38" fmla="*/ 158884 h 255676"/>
                <a:gd name="connsiteX39" fmla="*/ 249954 w 255882"/>
                <a:gd name="connsiteY39" fmla="*/ 167065 h 255676"/>
                <a:gd name="connsiteX40" fmla="*/ 249816 w 255882"/>
                <a:gd name="connsiteY40" fmla="*/ 167890 h 255676"/>
                <a:gd name="connsiteX41" fmla="*/ 240123 w 255882"/>
                <a:gd name="connsiteY41" fmla="*/ 174833 h 255676"/>
                <a:gd name="connsiteX42" fmla="*/ 223212 w 255882"/>
                <a:gd name="connsiteY42" fmla="*/ 172702 h 255676"/>
                <a:gd name="connsiteX43" fmla="*/ 214688 w 255882"/>
                <a:gd name="connsiteY43" fmla="*/ 177102 h 255676"/>
                <a:gd name="connsiteX44" fmla="*/ 214551 w 255882"/>
                <a:gd name="connsiteY44" fmla="*/ 187276 h 255676"/>
                <a:gd name="connsiteX45" fmla="*/ 225481 w 255882"/>
                <a:gd name="connsiteY45" fmla="*/ 201712 h 255676"/>
                <a:gd name="connsiteX46" fmla="*/ 225481 w 255882"/>
                <a:gd name="connsiteY46" fmla="*/ 211130 h 255676"/>
                <a:gd name="connsiteX47" fmla="*/ 225068 w 255882"/>
                <a:gd name="connsiteY47" fmla="*/ 211611 h 255676"/>
                <a:gd name="connsiteX48" fmla="*/ 213245 w 255882"/>
                <a:gd name="connsiteY48" fmla="*/ 213948 h 255676"/>
                <a:gd name="connsiteX49" fmla="*/ 198602 w 255882"/>
                <a:gd name="connsiteY49" fmla="*/ 205699 h 255676"/>
                <a:gd name="connsiteX50" fmla="*/ 188565 w 255882"/>
                <a:gd name="connsiteY50" fmla="*/ 207143 h 255676"/>
                <a:gd name="connsiteX51" fmla="*/ 185334 w 255882"/>
                <a:gd name="connsiteY51" fmla="*/ 216217 h 255676"/>
                <a:gd name="connsiteX52" fmla="*/ 190078 w 255882"/>
                <a:gd name="connsiteY52" fmla="*/ 234503 h 255676"/>
                <a:gd name="connsiteX53" fmla="*/ 187397 w 255882"/>
                <a:gd name="connsiteY53" fmla="*/ 241377 h 255676"/>
                <a:gd name="connsiteX54" fmla="*/ 182585 w 255882"/>
                <a:gd name="connsiteY54" fmla="*/ 243852 h 255676"/>
                <a:gd name="connsiteX55" fmla="*/ 175366 w 255882"/>
                <a:gd name="connsiteY55" fmla="*/ 241859 h 255676"/>
                <a:gd name="connsiteX56" fmla="*/ 164024 w 255882"/>
                <a:gd name="connsiteY56" fmla="*/ 227491 h 255676"/>
                <a:gd name="connsiteX57" fmla="*/ 149381 w 255882"/>
                <a:gd name="connsiteY57" fmla="*/ 226254 h 255676"/>
                <a:gd name="connsiteX58" fmla="*/ 147456 w 255882"/>
                <a:gd name="connsiteY58" fmla="*/ 230103 h 255676"/>
                <a:gd name="connsiteX59" fmla="*/ 144844 w 255882"/>
                <a:gd name="connsiteY59" fmla="*/ 249008 h 255676"/>
                <a:gd name="connsiteX60" fmla="*/ 139895 w 255882"/>
                <a:gd name="connsiteY60" fmla="*/ 255676 h 255676"/>
                <a:gd name="connsiteX61" fmla="*/ 131577 w 255882"/>
                <a:gd name="connsiteY61" fmla="*/ 255676 h 255676"/>
                <a:gd name="connsiteX62" fmla="*/ 127933 w 255882"/>
                <a:gd name="connsiteY62" fmla="*/ 250589 h 255676"/>
                <a:gd name="connsiteX63" fmla="*/ 122777 w 255882"/>
                <a:gd name="connsiteY63" fmla="*/ 232372 h 255676"/>
                <a:gd name="connsiteX64" fmla="*/ 116659 w 255882"/>
                <a:gd name="connsiteY64" fmla="*/ 227010 h 255676"/>
                <a:gd name="connsiteX65" fmla="*/ 112947 w 255882"/>
                <a:gd name="connsiteY65" fmla="*/ 226597 h 255676"/>
                <a:gd name="connsiteX66" fmla="*/ 106622 w 255882"/>
                <a:gd name="connsiteY66" fmla="*/ 230103 h 255676"/>
                <a:gd name="connsiteX67" fmla="*/ 105041 w 255882"/>
                <a:gd name="connsiteY67" fmla="*/ 232784 h 255676"/>
                <a:gd name="connsiteX68" fmla="*/ 96380 w 255882"/>
                <a:gd name="connsiteY68" fmla="*/ 247427 h 255676"/>
                <a:gd name="connsiteX69" fmla="*/ 89849 w 255882"/>
                <a:gd name="connsiteY69" fmla="*/ 250108 h 255676"/>
                <a:gd name="connsiteX70" fmla="*/ 84555 w 255882"/>
                <a:gd name="connsiteY70" fmla="*/ 248320 h 255676"/>
                <a:gd name="connsiteX71" fmla="*/ 80981 w 255882"/>
                <a:gd name="connsiteY71" fmla="*/ 241652 h 255676"/>
                <a:gd name="connsiteX72" fmla="*/ 83249 w 255882"/>
                <a:gd name="connsiteY72" fmla="*/ 222885 h 255676"/>
                <a:gd name="connsiteX73" fmla="*/ 78094 w 255882"/>
                <a:gd name="connsiteY73" fmla="*/ 214155 h 255676"/>
                <a:gd name="connsiteX74" fmla="*/ 68538 w 255882"/>
                <a:gd name="connsiteY74" fmla="*/ 214636 h 255676"/>
                <a:gd name="connsiteX75" fmla="*/ 55133 w 255882"/>
                <a:gd name="connsiteY75" fmla="*/ 224810 h 255676"/>
                <a:gd name="connsiteX76" fmla="*/ 43240 w 255882"/>
                <a:gd name="connsiteY76" fmla="*/ 224123 h 255676"/>
                <a:gd name="connsiteX77" fmla="*/ 42209 w 255882"/>
                <a:gd name="connsiteY77" fmla="*/ 223091 h 255676"/>
                <a:gd name="connsiteX78" fmla="*/ 41178 w 255882"/>
                <a:gd name="connsiteY78" fmla="*/ 214842 h 255676"/>
                <a:gd name="connsiteX79" fmla="*/ 50115 w 255882"/>
                <a:gd name="connsiteY79" fmla="*/ 198893 h 255676"/>
                <a:gd name="connsiteX80" fmla="*/ 51627 w 255882"/>
                <a:gd name="connsiteY80" fmla="*/ 194013 h 255676"/>
                <a:gd name="connsiteX81" fmla="*/ 39597 w 255882"/>
                <a:gd name="connsiteY81" fmla="*/ 185420 h 255676"/>
                <a:gd name="connsiteX82" fmla="*/ 21105 w 255882"/>
                <a:gd name="connsiteY82" fmla="*/ 190232 h 255676"/>
                <a:gd name="connsiteX83" fmla="*/ 15193 w 255882"/>
                <a:gd name="connsiteY83" fmla="*/ 188238 h 255676"/>
                <a:gd name="connsiteX84" fmla="*/ 12237 w 255882"/>
                <a:gd name="connsiteY84" fmla="*/ 183014 h 255676"/>
                <a:gd name="connsiteX85" fmla="*/ 14230 w 255882"/>
                <a:gd name="connsiteY85" fmla="*/ 175314 h 255676"/>
                <a:gd name="connsiteX86" fmla="*/ 27910 w 255882"/>
                <a:gd name="connsiteY86" fmla="*/ 164453 h 255676"/>
                <a:gd name="connsiteX87" fmla="*/ 31554 w 255882"/>
                <a:gd name="connsiteY87" fmla="*/ 153385 h 255676"/>
                <a:gd name="connsiteX88" fmla="*/ 24198 w 255882"/>
                <a:gd name="connsiteY88" fmla="*/ 147198 h 255676"/>
                <a:gd name="connsiteX89" fmla="*/ 6943 w 255882"/>
                <a:gd name="connsiteY89" fmla="*/ 144861 h 255676"/>
                <a:gd name="connsiteX90" fmla="*/ 138 w 255882"/>
                <a:gd name="connsiteY90" fmla="*/ 140049 h 255676"/>
                <a:gd name="connsiteX91" fmla="*/ 0 w 255882"/>
                <a:gd name="connsiteY91" fmla="*/ 131525 h 255676"/>
                <a:gd name="connsiteX92" fmla="*/ 5019 w 255882"/>
                <a:gd name="connsiteY92" fmla="*/ 127881 h 255676"/>
                <a:gd name="connsiteX93" fmla="*/ 22617 w 255882"/>
                <a:gd name="connsiteY93" fmla="*/ 122931 h 255676"/>
                <a:gd name="connsiteX94" fmla="*/ 28667 w 255882"/>
                <a:gd name="connsiteY94" fmla="*/ 116194 h 255676"/>
                <a:gd name="connsiteX95" fmla="*/ 29010 w 255882"/>
                <a:gd name="connsiteY95" fmla="*/ 113307 h 255676"/>
                <a:gd name="connsiteX96" fmla="*/ 25229 w 255882"/>
                <a:gd name="connsiteY96" fmla="*/ 106295 h 255676"/>
                <a:gd name="connsiteX97" fmla="*/ 9281 w 255882"/>
                <a:gd name="connsiteY97" fmla="*/ 96946 h 255676"/>
                <a:gd name="connsiteX98" fmla="*/ 5843 w 255882"/>
                <a:gd name="connsiteY98" fmla="*/ 88560 h 255676"/>
                <a:gd name="connsiteX99" fmla="*/ 6187 w 255882"/>
                <a:gd name="connsiteY99" fmla="*/ 87391 h 255676"/>
                <a:gd name="connsiteX100" fmla="*/ 15261 w 255882"/>
                <a:gd name="connsiteY100" fmla="*/ 81135 h 255676"/>
                <a:gd name="connsiteX101" fmla="*/ 32173 w 255882"/>
                <a:gd name="connsiteY101" fmla="*/ 83060 h 255676"/>
                <a:gd name="connsiteX102" fmla="*/ 40834 w 255882"/>
                <a:gd name="connsiteY102" fmla="*/ 79073 h 255676"/>
                <a:gd name="connsiteX103" fmla="*/ 40147 w 255882"/>
                <a:gd name="connsiteY103" fmla="*/ 67318 h 255676"/>
                <a:gd name="connsiteX104" fmla="*/ 29629 w 255882"/>
                <a:gd name="connsiteY104" fmla="*/ 53363 h 255676"/>
                <a:gd name="connsiteX105" fmla="*/ 29629 w 255882"/>
                <a:gd name="connsiteY105" fmla="*/ 45595 h 255676"/>
                <a:gd name="connsiteX106" fmla="*/ 33066 w 255882"/>
                <a:gd name="connsiteY106" fmla="*/ 41745 h 255676"/>
                <a:gd name="connsiteX107" fmla="*/ 40422 w 255882"/>
                <a:gd name="connsiteY107" fmla="*/ 40920 h 255676"/>
                <a:gd name="connsiteX108" fmla="*/ 56027 w 255882"/>
                <a:gd name="connsiteY108" fmla="*/ 49719 h 255676"/>
                <a:gd name="connsiteX109" fmla="*/ 69982 w 255882"/>
                <a:gd name="connsiteY109" fmla="*/ 45801 h 255676"/>
                <a:gd name="connsiteX110" fmla="*/ 70325 w 255882"/>
                <a:gd name="connsiteY110" fmla="*/ 39751 h 255676"/>
                <a:gd name="connsiteX111" fmla="*/ 65788 w 255882"/>
                <a:gd name="connsiteY111" fmla="*/ 22221 h 255676"/>
                <a:gd name="connsiteX112" fmla="*/ 69088 w 255882"/>
                <a:gd name="connsiteY112" fmla="*/ 14110 h 255676"/>
                <a:gd name="connsiteX113" fmla="*/ 71632 w 255882"/>
                <a:gd name="connsiteY113" fmla="*/ 12735 h 255676"/>
                <a:gd name="connsiteX114" fmla="*/ 81118 w 255882"/>
                <a:gd name="connsiteY114" fmla="*/ 15072 h 255676"/>
                <a:gd name="connsiteX115" fmla="*/ 92049 w 255882"/>
                <a:gd name="connsiteY115" fmla="*/ 28958 h 255676"/>
                <a:gd name="connsiteX116" fmla="*/ 106966 w 255882"/>
                <a:gd name="connsiteY116" fmla="*/ 28890 h 255676"/>
                <a:gd name="connsiteX117" fmla="*/ 108754 w 255882"/>
                <a:gd name="connsiteY117" fmla="*/ 22565 h 255676"/>
                <a:gd name="connsiteX118" fmla="*/ 110953 w 255882"/>
                <a:gd name="connsiteY118" fmla="*/ 6479 h 255676"/>
                <a:gd name="connsiteX119" fmla="*/ 116934 w 255882"/>
                <a:gd name="connsiteY119" fmla="*/ 292 h 255676"/>
                <a:gd name="connsiteX120" fmla="*/ 122296 w 255882"/>
                <a:gd name="connsiteY120" fmla="*/ 86 h 25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255882" h="255676">
                  <a:moveTo>
                    <a:pt x="127864" y="81461"/>
                  </a:moveTo>
                  <a:cubicBezTo>
                    <a:pt x="102426" y="81461"/>
                    <a:pt x="81805" y="102082"/>
                    <a:pt x="81805" y="127520"/>
                  </a:cubicBezTo>
                  <a:cubicBezTo>
                    <a:pt x="81805" y="152958"/>
                    <a:pt x="102426" y="173579"/>
                    <a:pt x="127864" y="173579"/>
                  </a:cubicBezTo>
                  <a:cubicBezTo>
                    <a:pt x="153302" y="173579"/>
                    <a:pt x="173923" y="152958"/>
                    <a:pt x="173923" y="127520"/>
                  </a:cubicBezTo>
                  <a:cubicBezTo>
                    <a:pt x="173923" y="102082"/>
                    <a:pt x="153302" y="81461"/>
                    <a:pt x="127864" y="81461"/>
                  </a:cubicBezTo>
                  <a:close/>
                  <a:moveTo>
                    <a:pt x="122296" y="86"/>
                  </a:moveTo>
                  <a:cubicBezTo>
                    <a:pt x="124908" y="223"/>
                    <a:pt x="126696" y="1598"/>
                    <a:pt x="127383" y="4211"/>
                  </a:cubicBezTo>
                  <a:cubicBezTo>
                    <a:pt x="129033" y="10054"/>
                    <a:pt x="130752" y="15966"/>
                    <a:pt x="132401" y="21809"/>
                  </a:cubicBezTo>
                  <a:cubicBezTo>
                    <a:pt x="134120" y="27790"/>
                    <a:pt x="139070" y="30608"/>
                    <a:pt x="145188" y="29027"/>
                  </a:cubicBezTo>
                  <a:cubicBezTo>
                    <a:pt x="147181" y="28546"/>
                    <a:pt x="148350" y="27102"/>
                    <a:pt x="149312" y="25452"/>
                  </a:cubicBezTo>
                  <a:cubicBezTo>
                    <a:pt x="152475" y="20022"/>
                    <a:pt x="155706" y="14591"/>
                    <a:pt x="158937" y="9160"/>
                  </a:cubicBezTo>
                  <a:cubicBezTo>
                    <a:pt x="160999" y="5654"/>
                    <a:pt x="162786" y="4898"/>
                    <a:pt x="166705" y="5929"/>
                  </a:cubicBezTo>
                  <a:cubicBezTo>
                    <a:pt x="174542" y="7923"/>
                    <a:pt x="175573" y="9641"/>
                    <a:pt x="174404" y="18372"/>
                  </a:cubicBezTo>
                  <a:cubicBezTo>
                    <a:pt x="173717" y="23596"/>
                    <a:pt x="173098" y="28821"/>
                    <a:pt x="172479" y="34046"/>
                  </a:cubicBezTo>
                  <a:cubicBezTo>
                    <a:pt x="172410" y="34595"/>
                    <a:pt x="172410" y="35145"/>
                    <a:pt x="172479" y="35695"/>
                  </a:cubicBezTo>
                  <a:cubicBezTo>
                    <a:pt x="173373" y="41264"/>
                    <a:pt x="181828" y="45113"/>
                    <a:pt x="186434" y="41882"/>
                  </a:cubicBezTo>
                  <a:cubicBezTo>
                    <a:pt x="191659" y="38170"/>
                    <a:pt x="196677" y="34252"/>
                    <a:pt x="201764" y="30402"/>
                  </a:cubicBezTo>
                  <a:cubicBezTo>
                    <a:pt x="205476" y="27584"/>
                    <a:pt x="207333" y="27652"/>
                    <a:pt x="211045" y="30540"/>
                  </a:cubicBezTo>
                  <a:cubicBezTo>
                    <a:pt x="211526" y="30952"/>
                    <a:pt x="212007" y="31296"/>
                    <a:pt x="212488" y="31777"/>
                  </a:cubicBezTo>
                  <a:cubicBezTo>
                    <a:pt x="216819" y="35902"/>
                    <a:pt x="217025" y="37139"/>
                    <a:pt x="214069" y="42364"/>
                  </a:cubicBezTo>
                  <a:cubicBezTo>
                    <a:pt x="211251" y="47382"/>
                    <a:pt x="208570" y="52469"/>
                    <a:pt x="205614" y="57418"/>
                  </a:cubicBezTo>
                  <a:cubicBezTo>
                    <a:pt x="203483" y="61062"/>
                    <a:pt x="204445" y="64087"/>
                    <a:pt x="206783" y="67180"/>
                  </a:cubicBezTo>
                  <a:cubicBezTo>
                    <a:pt x="209120" y="70274"/>
                    <a:pt x="211801" y="71786"/>
                    <a:pt x="215719" y="70755"/>
                  </a:cubicBezTo>
                  <a:cubicBezTo>
                    <a:pt x="221769" y="69174"/>
                    <a:pt x="227818" y="67661"/>
                    <a:pt x="233799" y="66011"/>
                  </a:cubicBezTo>
                  <a:cubicBezTo>
                    <a:pt x="237649" y="64980"/>
                    <a:pt x="239367" y="65599"/>
                    <a:pt x="241498" y="68967"/>
                  </a:cubicBezTo>
                  <a:cubicBezTo>
                    <a:pt x="242461" y="70411"/>
                    <a:pt x="243286" y="71923"/>
                    <a:pt x="243836" y="73573"/>
                  </a:cubicBezTo>
                  <a:cubicBezTo>
                    <a:pt x="244867" y="76529"/>
                    <a:pt x="244385" y="78385"/>
                    <a:pt x="241911" y="80379"/>
                  </a:cubicBezTo>
                  <a:cubicBezTo>
                    <a:pt x="236755" y="84504"/>
                    <a:pt x="231668" y="88628"/>
                    <a:pt x="226443" y="92684"/>
                  </a:cubicBezTo>
                  <a:cubicBezTo>
                    <a:pt x="223831" y="94678"/>
                    <a:pt x="223144" y="97152"/>
                    <a:pt x="223694" y="100177"/>
                  </a:cubicBezTo>
                  <a:cubicBezTo>
                    <a:pt x="223900" y="101208"/>
                    <a:pt x="224244" y="102171"/>
                    <a:pt x="224519" y="103202"/>
                  </a:cubicBezTo>
                  <a:cubicBezTo>
                    <a:pt x="225412" y="106433"/>
                    <a:pt x="227543" y="108220"/>
                    <a:pt x="230843" y="108633"/>
                  </a:cubicBezTo>
                  <a:cubicBezTo>
                    <a:pt x="237099" y="109458"/>
                    <a:pt x="243354" y="110351"/>
                    <a:pt x="249541" y="111176"/>
                  </a:cubicBezTo>
                  <a:cubicBezTo>
                    <a:pt x="253254" y="111657"/>
                    <a:pt x="255178" y="113445"/>
                    <a:pt x="255591" y="117157"/>
                  </a:cubicBezTo>
                  <a:cubicBezTo>
                    <a:pt x="255797" y="118944"/>
                    <a:pt x="256003" y="120732"/>
                    <a:pt x="255797" y="122519"/>
                  </a:cubicBezTo>
                  <a:cubicBezTo>
                    <a:pt x="255453" y="125337"/>
                    <a:pt x="254010" y="126919"/>
                    <a:pt x="251398" y="127675"/>
                  </a:cubicBezTo>
                  <a:cubicBezTo>
                    <a:pt x="245554" y="129325"/>
                    <a:pt x="239642" y="130974"/>
                    <a:pt x="233799" y="132693"/>
                  </a:cubicBezTo>
                  <a:cubicBezTo>
                    <a:pt x="228093" y="134343"/>
                    <a:pt x="225481" y="138674"/>
                    <a:pt x="226650" y="144586"/>
                  </a:cubicBezTo>
                  <a:cubicBezTo>
                    <a:pt x="227062" y="146854"/>
                    <a:pt x="228368" y="148298"/>
                    <a:pt x="230293" y="149398"/>
                  </a:cubicBezTo>
                  <a:cubicBezTo>
                    <a:pt x="235655" y="152560"/>
                    <a:pt x="241017" y="155722"/>
                    <a:pt x="246448" y="158884"/>
                  </a:cubicBezTo>
                  <a:cubicBezTo>
                    <a:pt x="250435" y="161222"/>
                    <a:pt x="251054" y="162597"/>
                    <a:pt x="249954" y="167065"/>
                  </a:cubicBezTo>
                  <a:cubicBezTo>
                    <a:pt x="249885" y="167340"/>
                    <a:pt x="249885" y="167615"/>
                    <a:pt x="249816" y="167890"/>
                  </a:cubicBezTo>
                  <a:cubicBezTo>
                    <a:pt x="248166" y="173321"/>
                    <a:pt x="246310" y="176002"/>
                    <a:pt x="240123" y="174833"/>
                  </a:cubicBezTo>
                  <a:cubicBezTo>
                    <a:pt x="234555" y="173733"/>
                    <a:pt x="228849" y="173527"/>
                    <a:pt x="223212" y="172702"/>
                  </a:cubicBezTo>
                  <a:cubicBezTo>
                    <a:pt x="219225" y="172152"/>
                    <a:pt x="216613" y="173733"/>
                    <a:pt x="214688" y="177102"/>
                  </a:cubicBezTo>
                  <a:cubicBezTo>
                    <a:pt x="212695" y="180539"/>
                    <a:pt x="211801" y="183770"/>
                    <a:pt x="214551" y="187276"/>
                  </a:cubicBezTo>
                  <a:cubicBezTo>
                    <a:pt x="218263" y="192019"/>
                    <a:pt x="221838" y="196900"/>
                    <a:pt x="225481" y="201712"/>
                  </a:cubicBezTo>
                  <a:cubicBezTo>
                    <a:pt x="228506" y="205630"/>
                    <a:pt x="228506" y="207212"/>
                    <a:pt x="225481" y="211130"/>
                  </a:cubicBezTo>
                  <a:cubicBezTo>
                    <a:pt x="225343" y="211267"/>
                    <a:pt x="225206" y="211474"/>
                    <a:pt x="225068" y="211611"/>
                  </a:cubicBezTo>
                  <a:cubicBezTo>
                    <a:pt x="221081" y="215873"/>
                    <a:pt x="219500" y="217729"/>
                    <a:pt x="213245" y="213948"/>
                  </a:cubicBezTo>
                  <a:cubicBezTo>
                    <a:pt x="208432" y="211061"/>
                    <a:pt x="203345" y="208586"/>
                    <a:pt x="198602" y="205699"/>
                  </a:cubicBezTo>
                  <a:cubicBezTo>
                    <a:pt x="194684" y="203362"/>
                    <a:pt x="191659" y="204737"/>
                    <a:pt x="188565" y="207143"/>
                  </a:cubicBezTo>
                  <a:cubicBezTo>
                    <a:pt x="185472" y="209480"/>
                    <a:pt x="184234" y="212299"/>
                    <a:pt x="185334" y="216217"/>
                  </a:cubicBezTo>
                  <a:cubicBezTo>
                    <a:pt x="187053" y="222267"/>
                    <a:pt x="188565" y="228385"/>
                    <a:pt x="190078" y="234503"/>
                  </a:cubicBezTo>
                  <a:cubicBezTo>
                    <a:pt x="190903" y="237803"/>
                    <a:pt x="190215" y="239590"/>
                    <a:pt x="187397" y="241377"/>
                  </a:cubicBezTo>
                  <a:cubicBezTo>
                    <a:pt x="185884" y="242340"/>
                    <a:pt x="184303" y="243233"/>
                    <a:pt x="182585" y="243852"/>
                  </a:cubicBezTo>
                  <a:cubicBezTo>
                    <a:pt x="179560" y="244952"/>
                    <a:pt x="177360" y="244402"/>
                    <a:pt x="175366" y="241859"/>
                  </a:cubicBezTo>
                  <a:cubicBezTo>
                    <a:pt x="171585" y="237115"/>
                    <a:pt x="167805" y="232303"/>
                    <a:pt x="164024" y="227491"/>
                  </a:cubicBezTo>
                  <a:cubicBezTo>
                    <a:pt x="160380" y="222954"/>
                    <a:pt x="153781" y="222335"/>
                    <a:pt x="149381" y="226254"/>
                  </a:cubicBezTo>
                  <a:cubicBezTo>
                    <a:pt x="148213" y="227285"/>
                    <a:pt x="147663" y="228591"/>
                    <a:pt x="147456" y="230103"/>
                  </a:cubicBezTo>
                  <a:cubicBezTo>
                    <a:pt x="146563" y="236428"/>
                    <a:pt x="145532" y="242683"/>
                    <a:pt x="144844" y="249008"/>
                  </a:cubicBezTo>
                  <a:cubicBezTo>
                    <a:pt x="144432" y="252308"/>
                    <a:pt x="143126" y="254645"/>
                    <a:pt x="139895" y="255676"/>
                  </a:cubicBezTo>
                  <a:cubicBezTo>
                    <a:pt x="137145" y="255676"/>
                    <a:pt x="134326" y="255676"/>
                    <a:pt x="131577" y="255676"/>
                  </a:cubicBezTo>
                  <a:cubicBezTo>
                    <a:pt x="129652" y="254507"/>
                    <a:pt x="128552" y="252789"/>
                    <a:pt x="127933" y="250589"/>
                  </a:cubicBezTo>
                  <a:cubicBezTo>
                    <a:pt x="126283" y="244540"/>
                    <a:pt x="124427" y="238490"/>
                    <a:pt x="122777" y="232372"/>
                  </a:cubicBezTo>
                  <a:cubicBezTo>
                    <a:pt x="121884" y="229141"/>
                    <a:pt x="119890" y="227422"/>
                    <a:pt x="116659" y="227010"/>
                  </a:cubicBezTo>
                  <a:cubicBezTo>
                    <a:pt x="115422" y="226872"/>
                    <a:pt x="114184" y="226666"/>
                    <a:pt x="112947" y="226597"/>
                  </a:cubicBezTo>
                  <a:cubicBezTo>
                    <a:pt x="110060" y="226391"/>
                    <a:pt x="108066" y="227697"/>
                    <a:pt x="106622" y="230103"/>
                  </a:cubicBezTo>
                  <a:cubicBezTo>
                    <a:pt x="106072" y="230997"/>
                    <a:pt x="105591" y="231891"/>
                    <a:pt x="105041" y="232784"/>
                  </a:cubicBezTo>
                  <a:cubicBezTo>
                    <a:pt x="102154" y="237665"/>
                    <a:pt x="99335" y="242615"/>
                    <a:pt x="96380" y="247427"/>
                  </a:cubicBezTo>
                  <a:cubicBezTo>
                    <a:pt x="94798" y="250108"/>
                    <a:pt x="92873" y="250795"/>
                    <a:pt x="89849" y="250108"/>
                  </a:cubicBezTo>
                  <a:cubicBezTo>
                    <a:pt x="87993" y="249695"/>
                    <a:pt x="86274" y="249077"/>
                    <a:pt x="84555" y="248320"/>
                  </a:cubicBezTo>
                  <a:cubicBezTo>
                    <a:pt x="81531" y="246877"/>
                    <a:pt x="80568" y="245021"/>
                    <a:pt x="80981" y="241652"/>
                  </a:cubicBezTo>
                  <a:cubicBezTo>
                    <a:pt x="81737" y="235397"/>
                    <a:pt x="82356" y="229141"/>
                    <a:pt x="83249" y="222885"/>
                  </a:cubicBezTo>
                  <a:cubicBezTo>
                    <a:pt x="83868" y="218486"/>
                    <a:pt x="81531" y="216080"/>
                    <a:pt x="78094" y="214155"/>
                  </a:cubicBezTo>
                  <a:cubicBezTo>
                    <a:pt x="74725" y="212299"/>
                    <a:pt x="71700" y="212024"/>
                    <a:pt x="68538" y="214636"/>
                  </a:cubicBezTo>
                  <a:cubicBezTo>
                    <a:pt x="64139" y="218142"/>
                    <a:pt x="59533" y="221373"/>
                    <a:pt x="55133" y="224810"/>
                  </a:cubicBezTo>
                  <a:cubicBezTo>
                    <a:pt x="50665" y="228316"/>
                    <a:pt x="48740" y="229072"/>
                    <a:pt x="43240" y="224123"/>
                  </a:cubicBezTo>
                  <a:cubicBezTo>
                    <a:pt x="42897" y="223779"/>
                    <a:pt x="42553" y="223435"/>
                    <a:pt x="42209" y="223091"/>
                  </a:cubicBezTo>
                  <a:cubicBezTo>
                    <a:pt x="39528" y="220342"/>
                    <a:pt x="39253" y="218211"/>
                    <a:pt x="41178" y="214842"/>
                  </a:cubicBezTo>
                  <a:cubicBezTo>
                    <a:pt x="44134" y="209549"/>
                    <a:pt x="47159" y="204187"/>
                    <a:pt x="50115" y="198893"/>
                  </a:cubicBezTo>
                  <a:cubicBezTo>
                    <a:pt x="50940" y="197381"/>
                    <a:pt x="51833" y="195869"/>
                    <a:pt x="51627" y="194013"/>
                  </a:cubicBezTo>
                  <a:cubicBezTo>
                    <a:pt x="51146" y="188444"/>
                    <a:pt x="44959" y="184045"/>
                    <a:pt x="39597" y="185420"/>
                  </a:cubicBezTo>
                  <a:cubicBezTo>
                    <a:pt x="33410" y="187001"/>
                    <a:pt x="27223" y="188582"/>
                    <a:pt x="21105" y="190232"/>
                  </a:cubicBezTo>
                  <a:cubicBezTo>
                    <a:pt x="18630" y="190919"/>
                    <a:pt x="16774" y="190163"/>
                    <a:pt x="15193" y="188238"/>
                  </a:cubicBezTo>
                  <a:cubicBezTo>
                    <a:pt x="13887" y="186657"/>
                    <a:pt x="13062" y="184870"/>
                    <a:pt x="12237" y="183014"/>
                  </a:cubicBezTo>
                  <a:cubicBezTo>
                    <a:pt x="10862" y="179783"/>
                    <a:pt x="11481" y="177445"/>
                    <a:pt x="14230" y="175314"/>
                  </a:cubicBezTo>
                  <a:cubicBezTo>
                    <a:pt x="18767" y="171671"/>
                    <a:pt x="23373" y="168096"/>
                    <a:pt x="27910" y="164453"/>
                  </a:cubicBezTo>
                  <a:cubicBezTo>
                    <a:pt x="32722" y="160741"/>
                    <a:pt x="33135" y="159159"/>
                    <a:pt x="31554" y="153385"/>
                  </a:cubicBezTo>
                  <a:cubicBezTo>
                    <a:pt x="30454" y="149604"/>
                    <a:pt x="28185" y="147611"/>
                    <a:pt x="24198" y="147198"/>
                  </a:cubicBezTo>
                  <a:cubicBezTo>
                    <a:pt x="18424" y="146579"/>
                    <a:pt x="12718" y="145479"/>
                    <a:pt x="6943" y="144861"/>
                  </a:cubicBezTo>
                  <a:cubicBezTo>
                    <a:pt x="3644" y="144517"/>
                    <a:pt x="1306" y="143211"/>
                    <a:pt x="138" y="140049"/>
                  </a:cubicBezTo>
                  <a:cubicBezTo>
                    <a:pt x="0" y="137093"/>
                    <a:pt x="0" y="134343"/>
                    <a:pt x="0" y="131525"/>
                  </a:cubicBezTo>
                  <a:cubicBezTo>
                    <a:pt x="1100" y="129462"/>
                    <a:pt x="2819" y="128431"/>
                    <a:pt x="5019" y="127881"/>
                  </a:cubicBezTo>
                  <a:cubicBezTo>
                    <a:pt x="10931" y="126300"/>
                    <a:pt x="16705" y="124513"/>
                    <a:pt x="22617" y="122931"/>
                  </a:cubicBezTo>
                  <a:cubicBezTo>
                    <a:pt x="26192" y="121969"/>
                    <a:pt x="28323" y="119975"/>
                    <a:pt x="28667" y="116194"/>
                  </a:cubicBezTo>
                  <a:cubicBezTo>
                    <a:pt x="28735" y="115232"/>
                    <a:pt x="28873" y="114270"/>
                    <a:pt x="29010" y="113307"/>
                  </a:cubicBezTo>
                  <a:cubicBezTo>
                    <a:pt x="29354" y="110076"/>
                    <a:pt x="27910" y="107876"/>
                    <a:pt x="25229" y="106295"/>
                  </a:cubicBezTo>
                  <a:cubicBezTo>
                    <a:pt x="19867" y="103202"/>
                    <a:pt x="14574" y="100040"/>
                    <a:pt x="9281" y="96946"/>
                  </a:cubicBezTo>
                  <a:cubicBezTo>
                    <a:pt x="5362" y="94678"/>
                    <a:pt x="4675" y="92959"/>
                    <a:pt x="5843" y="88560"/>
                  </a:cubicBezTo>
                  <a:cubicBezTo>
                    <a:pt x="5981" y="88147"/>
                    <a:pt x="6050" y="87735"/>
                    <a:pt x="6187" y="87391"/>
                  </a:cubicBezTo>
                  <a:cubicBezTo>
                    <a:pt x="7906" y="81685"/>
                    <a:pt x="9418" y="80585"/>
                    <a:pt x="15261" y="81135"/>
                  </a:cubicBezTo>
                  <a:cubicBezTo>
                    <a:pt x="20898" y="81685"/>
                    <a:pt x="26535" y="82304"/>
                    <a:pt x="32173" y="83060"/>
                  </a:cubicBezTo>
                  <a:cubicBezTo>
                    <a:pt x="36641" y="83610"/>
                    <a:pt x="38566" y="82854"/>
                    <a:pt x="40834" y="79073"/>
                  </a:cubicBezTo>
                  <a:cubicBezTo>
                    <a:pt x="44065" y="73848"/>
                    <a:pt x="43928" y="72198"/>
                    <a:pt x="40147" y="67318"/>
                  </a:cubicBezTo>
                  <a:cubicBezTo>
                    <a:pt x="36572" y="62712"/>
                    <a:pt x="33066" y="58037"/>
                    <a:pt x="29629" y="53363"/>
                  </a:cubicBezTo>
                  <a:cubicBezTo>
                    <a:pt x="27567" y="50613"/>
                    <a:pt x="27567" y="48344"/>
                    <a:pt x="29629" y="45595"/>
                  </a:cubicBezTo>
                  <a:cubicBezTo>
                    <a:pt x="30660" y="44220"/>
                    <a:pt x="31760" y="42845"/>
                    <a:pt x="33066" y="41745"/>
                  </a:cubicBezTo>
                  <a:cubicBezTo>
                    <a:pt x="35678" y="39545"/>
                    <a:pt x="37466" y="39270"/>
                    <a:pt x="40422" y="40920"/>
                  </a:cubicBezTo>
                  <a:cubicBezTo>
                    <a:pt x="45646" y="43807"/>
                    <a:pt x="51008" y="46488"/>
                    <a:pt x="56027" y="49719"/>
                  </a:cubicBezTo>
                  <a:cubicBezTo>
                    <a:pt x="61801" y="53431"/>
                    <a:pt x="65788" y="50957"/>
                    <a:pt x="69982" y="45801"/>
                  </a:cubicBezTo>
                  <a:cubicBezTo>
                    <a:pt x="71357" y="44082"/>
                    <a:pt x="70875" y="41814"/>
                    <a:pt x="70325" y="39751"/>
                  </a:cubicBezTo>
                  <a:cubicBezTo>
                    <a:pt x="68813" y="33908"/>
                    <a:pt x="67301" y="28065"/>
                    <a:pt x="65788" y="22221"/>
                  </a:cubicBezTo>
                  <a:cubicBezTo>
                    <a:pt x="64688" y="18028"/>
                    <a:pt x="65376" y="16309"/>
                    <a:pt x="69088" y="14110"/>
                  </a:cubicBezTo>
                  <a:cubicBezTo>
                    <a:pt x="69913" y="13628"/>
                    <a:pt x="70738" y="13147"/>
                    <a:pt x="71632" y="12735"/>
                  </a:cubicBezTo>
                  <a:cubicBezTo>
                    <a:pt x="76100" y="10672"/>
                    <a:pt x="78094" y="11154"/>
                    <a:pt x="81118" y="15072"/>
                  </a:cubicBezTo>
                  <a:cubicBezTo>
                    <a:pt x="84762" y="19678"/>
                    <a:pt x="88405" y="24353"/>
                    <a:pt x="92049" y="28958"/>
                  </a:cubicBezTo>
                  <a:cubicBezTo>
                    <a:pt x="95486" y="33221"/>
                    <a:pt x="103529" y="33221"/>
                    <a:pt x="106966" y="28890"/>
                  </a:cubicBezTo>
                  <a:cubicBezTo>
                    <a:pt x="108410" y="27034"/>
                    <a:pt x="108410" y="24696"/>
                    <a:pt x="108754" y="22565"/>
                  </a:cubicBezTo>
                  <a:cubicBezTo>
                    <a:pt x="109578" y="17203"/>
                    <a:pt x="110266" y="11841"/>
                    <a:pt x="110953" y="6479"/>
                  </a:cubicBezTo>
                  <a:cubicBezTo>
                    <a:pt x="111503" y="2217"/>
                    <a:pt x="112672" y="1048"/>
                    <a:pt x="116934" y="292"/>
                  </a:cubicBezTo>
                  <a:cubicBezTo>
                    <a:pt x="118721" y="-52"/>
                    <a:pt x="120509" y="-52"/>
                    <a:pt x="122296" y="86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EE38B58-01FE-4D5B-B52B-DF7FB23D2B2C}"/>
              </a:ext>
            </a:extLst>
          </p:cNvPr>
          <p:cNvGrpSpPr/>
          <p:nvPr userDrawn="1"/>
        </p:nvGrpSpPr>
        <p:grpSpPr>
          <a:xfrm rot="17572368" flipH="1">
            <a:off x="1480750" y="1474295"/>
            <a:ext cx="487113" cy="1701453"/>
            <a:chOff x="391499" y="630207"/>
            <a:chExt cx="531848" cy="1593194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DC60DCB-AA80-49A7-A330-6DEA44AF3C32}"/>
                </a:ext>
              </a:extLst>
            </p:cNvPr>
            <p:cNvSpPr/>
            <p:nvPr/>
          </p:nvSpPr>
          <p:spPr>
            <a:xfrm rot="20495611">
              <a:off x="400453" y="630207"/>
              <a:ext cx="522894" cy="1539139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126044E-368C-440B-B94F-7A414E81ED0E}"/>
                </a:ext>
              </a:extLst>
            </p:cNvPr>
            <p:cNvSpPr/>
            <p:nvPr/>
          </p:nvSpPr>
          <p:spPr>
            <a:xfrm rot="20495611">
              <a:off x="391499" y="684262"/>
              <a:ext cx="191608" cy="1539139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09EA3D-BF09-4750-8B89-52062CCAA8D8}"/>
              </a:ext>
            </a:extLst>
          </p:cNvPr>
          <p:cNvGrpSpPr/>
          <p:nvPr userDrawn="1"/>
        </p:nvGrpSpPr>
        <p:grpSpPr>
          <a:xfrm rot="9737426" flipH="1">
            <a:off x="2091150" y="2624217"/>
            <a:ext cx="514460" cy="514460"/>
            <a:chOff x="121429" y="411151"/>
            <a:chExt cx="607375" cy="60737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CD88CA8-507A-4052-B3D1-5825B8BBAFFC}"/>
                </a:ext>
              </a:extLst>
            </p:cNvPr>
            <p:cNvSpPr/>
            <p:nvPr/>
          </p:nvSpPr>
          <p:spPr>
            <a:xfrm>
              <a:off x="121429" y="411151"/>
              <a:ext cx="607375" cy="607375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9BC079D-A9B7-4437-8CA1-2DF8E7A33A14}"/>
                </a:ext>
              </a:extLst>
            </p:cNvPr>
            <p:cNvSpPr/>
            <p:nvPr/>
          </p:nvSpPr>
          <p:spPr>
            <a:xfrm>
              <a:off x="186933" y="476655"/>
              <a:ext cx="476367" cy="476367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8F9EC3F-3387-4CF3-A03F-AC9058376362}"/>
                </a:ext>
              </a:extLst>
            </p:cNvPr>
            <p:cNvSpPr/>
            <p:nvPr/>
          </p:nvSpPr>
          <p:spPr>
            <a:xfrm>
              <a:off x="306264" y="596604"/>
              <a:ext cx="237705" cy="236465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C56068D-EB7D-490A-87C5-924066AB69B5}"/>
                </a:ext>
              </a:extLst>
            </p:cNvPr>
            <p:cNvSpPr/>
            <p:nvPr/>
          </p:nvSpPr>
          <p:spPr>
            <a:xfrm>
              <a:off x="385558" y="675280"/>
              <a:ext cx="79122" cy="7912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3646BA1-CE2A-4CBB-97E9-9222C9AD8E3F}"/>
              </a:ext>
            </a:extLst>
          </p:cNvPr>
          <p:cNvGrpSpPr/>
          <p:nvPr userDrawn="1"/>
        </p:nvGrpSpPr>
        <p:grpSpPr>
          <a:xfrm rot="9743765" flipH="1">
            <a:off x="849043" y="392925"/>
            <a:ext cx="459928" cy="1377757"/>
            <a:chOff x="391499" y="630207"/>
            <a:chExt cx="531845" cy="1593193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DE287937-2334-4531-AC46-A7DC53F51BD5}"/>
                </a:ext>
              </a:extLst>
            </p:cNvPr>
            <p:cNvSpPr/>
            <p:nvPr/>
          </p:nvSpPr>
          <p:spPr>
            <a:xfrm rot="20495611">
              <a:off x="400452" y="630207"/>
              <a:ext cx="522892" cy="153913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1EE65D8-6FBD-4080-AA95-429B44E248D1}"/>
                </a:ext>
              </a:extLst>
            </p:cNvPr>
            <p:cNvSpPr/>
            <p:nvPr/>
          </p:nvSpPr>
          <p:spPr>
            <a:xfrm rot="20495611">
              <a:off x="391499" y="684262"/>
              <a:ext cx="191607" cy="1539138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6227990C-BB00-45E1-9810-8A586B2334D7}"/>
              </a:ext>
            </a:extLst>
          </p:cNvPr>
          <p:cNvSpPr/>
          <p:nvPr userDrawn="1"/>
        </p:nvSpPr>
        <p:spPr>
          <a:xfrm rot="10800000" flipH="1">
            <a:off x="747743" y="1420860"/>
            <a:ext cx="618628" cy="6186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FC309BA-165E-4651-AC85-AA6CD5F0458E}"/>
              </a:ext>
            </a:extLst>
          </p:cNvPr>
          <p:cNvSpPr/>
          <p:nvPr userDrawn="1"/>
        </p:nvSpPr>
        <p:spPr>
          <a:xfrm rot="10800000" flipH="1">
            <a:off x="814461" y="1487577"/>
            <a:ext cx="485192" cy="485192"/>
          </a:xfrm>
          <a:custGeom>
            <a:avLst/>
            <a:gdLst>
              <a:gd name="connsiteX0" fmla="*/ 977265 w 1950394"/>
              <a:gd name="connsiteY0" fmla="*/ 1954006 h 1950394"/>
              <a:gd name="connsiteX1" fmla="*/ 4 w 1950394"/>
              <a:gd name="connsiteY1" fmla="*/ 977261 h 1950394"/>
              <a:gd name="connsiteX2" fmla="*/ 976749 w 1950394"/>
              <a:gd name="connsiteY2" fmla="*/ 0 h 1950394"/>
              <a:gd name="connsiteX3" fmla="*/ 1953494 w 1950394"/>
              <a:gd name="connsiteY3" fmla="*/ 976229 h 1950394"/>
              <a:gd name="connsiteX4" fmla="*/ 977265 w 1950394"/>
              <a:gd name="connsiteY4" fmla="*/ 1954006 h 1950394"/>
              <a:gd name="connsiteX5" fmla="*/ 1198104 w 1950394"/>
              <a:gd name="connsiteY5" fmla="*/ 1613977 h 1950394"/>
              <a:gd name="connsiteX6" fmla="*/ 1221839 w 1950394"/>
              <a:gd name="connsiteY6" fmla="*/ 1574763 h 1950394"/>
              <a:gd name="connsiteX7" fmla="*/ 1240930 w 1950394"/>
              <a:gd name="connsiteY7" fmla="*/ 1566507 h 1950394"/>
              <a:gd name="connsiteX8" fmla="*/ 1257957 w 1950394"/>
              <a:gd name="connsiteY8" fmla="*/ 1569603 h 1950394"/>
              <a:gd name="connsiteX9" fmla="*/ 1298203 w 1950394"/>
              <a:gd name="connsiteY9" fmla="*/ 1624297 h 1950394"/>
              <a:gd name="connsiteX10" fmla="*/ 1311619 w 1950394"/>
              <a:gd name="connsiteY10" fmla="*/ 1629456 h 1950394"/>
              <a:gd name="connsiteX11" fmla="*/ 1375084 w 1950394"/>
              <a:gd name="connsiteY11" fmla="*/ 1592822 h 1950394"/>
              <a:gd name="connsiteX12" fmla="*/ 1377148 w 1950394"/>
              <a:gd name="connsiteY12" fmla="*/ 1578891 h 1950394"/>
              <a:gd name="connsiteX13" fmla="*/ 1349285 w 1950394"/>
              <a:gd name="connsiteY13" fmla="*/ 1515426 h 1950394"/>
              <a:gd name="connsiteX14" fmla="*/ 1353413 w 1950394"/>
              <a:gd name="connsiteY14" fmla="*/ 1502010 h 1950394"/>
              <a:gd name="connsiteX15" fmla="*/ 1385919 w 1950394"/>
              <a:gd name="connsiteY15" fmla="*/ 1476727 h 1950394"/>
              <a:gd name="connsiteX16" fmla="*/ 1400883 w 1950394"/>
              <a:gd name="connsiteY16" fmla="*/ 1476727 h 1950394"/>
              <a:gd name="connsiteX17" fmla="*/ 1452996 w 1950394"/>
              <a:gd name="connsiteY17" fmla="*/ 1518005 h 1950394"/>
              <a:gd name="connsiteX18" fmla="*/ 1470024 w 1950394"/>
              <a:gd name="connsiteY18" fmla="*/ 1519553 h 1950394"/>
              <a:gd name="connsiteX19" fmla="*/ 1519041 w 1950394"/>
              <a:gd name="connsiteY19" fmla="*/ 1470535 h 1950394"/>
              <a:gd name="connsiteX20" fmla="*/ 1518010 w 1950394"/>
              <a:gd name="connsiteY20" fmla="*/ 1453508 h 1950394"/>
              <a:gd name="connsiteX21" fmla="*/ 1475699 w 1950394"/>
              <a:gd name="connsiteY21" fmla="*/ 1400363 h 1950394"/>
              <a:gd name="connsiteX22" fmla="*/ 1476215 w 1950394"/>
              <a:gd name="connsiteY22" fmla="*/ 1386431 h 1950394"/>
              <a:gd name="connsiteX23" fmla="*/ 1501498 w 1950394"/>
              <a:gd name="connsiteY23" fmla="*/ 1353925 h 1950394"/>
              <a:gd name="connsiteX24" fmla="*/ 1515946 w 1950394"/>
              <a:gd name="connsiteY24" fmla="*/ 1349797 h 1950394"/>
              <a:gd name="connsiteX25" fmla="*/ 1579411 w 1950394"/>
              <a:gd name="connsiteY25" fmla="*/ 1377660 h 1950394"/>
              <a:gd name="connsiteX26" fmla="*/ 1592310 w 1950394"/>
              <a:gd name="connsiteY26" fmla="*/ 1375596 h 1950394"/>
              <a:gd name="connsiteX27" fmla="*/ 1628945 w 1950394"/>
              <a:gd name="connsiteY27" fmla="*/ 1312130 h 1950394"/>
              <a:gd name="connsiteX28" fmla="*/ 1623785 w 1950394"/>
              <a:gd name="connsiteY28" fmla="*/ 1298199 h 1950394"/>
              <a:gd name="connsiteX29" fmla="*/ 1577863 w 1950394"/>
              <a:gd name="connsiteY29" fmla="*/ 1265692 h 1950394"/>
              <a:gd name="connsiteX30" fmla="*/ 1571155 w 1950394"/>
              <a:gd name="connsiteY30" fmla="*/ 1230090 h 1950394"/>
              <a:gd name="connsiteX31" fmla="*/ 1579927 w 1950394"/>
              <a:gd name="connsiteY31" fmla="*/ 1208419 h 1950394"/>
              <a:gd name="connsiteX32" fmla="*/ 1596438 w 1950394"/>
              <a:gd name="connsiteY32" fmla="*/ 1197583 h 1950394"/>
              <a:gd name="connsiteX33" fmla="*/ 1660935 w 1950394"/>
              <a:gd name="connsiteY33" fmla="*/ 1207387 h 1950394"/>
              <a:gd name="connsiteX34" fmla="*/ 1675383 w 1950394"/>
              <a:gd name="connsiteY34" fmla="*/ 1201195 h 1950394"/>
              <a:gd name="connsiteX35" fmla="*/ 1693442 w 1950394"/>
              <a:gd name="connsiteY35" fmla="*/ 1132570 h 1950394"/>
              <a:gd name="connsiteX36" fmla="*/ 1684154 w 1950394"/>
              <a:gd name="connsiteY36" fmla="*/ 1119155 h 1950394"/>
              <a:gd name="connsiteX37" fmla="*/ 1621205 w 1950394"/>
              <a:gd name="connsiteY37" fmla="*/ 1093872 h 1950394"/>
              <a:gd name="connsiteX38" fmla="*/ 1614497 w 1950394"/>
              <a:gd name="connsiteY38" fmla="*/ 1083037 h 1950394"/>
              <a:gd name="connsiteX39" fmla="*/ 1620173 w 1950394"/>
              <a:gd name="connsiteY39" fmla="*/ 1042274 h 1950394"/>
              <a:gd name="connsiteX40" fmla="*/ 1632557 w 1950394"/>
              <a:gd name="connsiteY40" fmla="*/ 1029891 h 1950394"/>
              <a:gd name="connsiteX41" fmla="*/ 1696022 w 1950394"/>
              <a:gd name="connsiteY41" fmla="*/ 1022667 h 1950394"/>
              <a:gd name="connsiteX42" fmla="*/ 1709437 w 1950394"/>
              <a:gd name="connsiteY42" fmla="*/ 1010800 h 1950394"/>
              <a:gd name="connsiteX43" fmla="*/ 1709437 w 1950394"/>
              <a:gd name="connsiteY43" fmla="*/ 943723 h 1950394"/>
              <a:gd name="connsiteX44" fmla="*/ 1694990 w 1950394"/>
              <a:gd name="connsiteY44" fmla="*/ 931339 h 1950394"/>
              <a:gd name="connsiteX45" fmla="*/ 1650616 w 1950394"/>
              <a:gd name="connsiteY45" fmla="*/ 928243 h 1950394"/>
              <a:gd name="connsiteX46" fmla="*/ 1618109 w 1950394"/>
              <a:gd name="connsiteY46" fmla="*/ 892125 h 1950394"/>
              <a:gd name="connsiteX47" fmla="*/ 1615013 w 1950394"/>
              <a:gd name="connsiteY47" fmla="*/ 874582 h 1950394"/>
              <a:gd name="connsiteX48" fmla="*/ 1622753 w 1950394"/>
              <a:gd name="connsiteY48" fmla="*/ 859102 h 1950394"/>
              <a:gd name="connsiteX49" fmla="*/ 1684670 w 1950394"/>
              <a:gd name="connsiteY49" fmla="*/ 834851 h 1950394"/>
              <a:gd name="connsiteX50" fmla="*/ 1693442 w 1950394"/>
              <a:gd name="connsiteY50" fmla="*/ 821952 h 1950394"/>
              <a:gd name="connsiteX51" fmla="*/ 1674867 w 1950394"/>
              <a:gd name="connsiteY51" fmla="*/ 753327 h 1950394"/>
              <a:gd name="connsiteX52" fmla="*/ 1659903 w 1950394"/>
              <a:gd name="connsiteY52" fmla="*/ 746619 h 1950394"/>
              <a:gd name="connsiteX53" fmla="*/ 1594374 w 1950394"/>
              <a:gd name="connsiteY53" fmla="*/ 756423 h 1950394"/>
              <a:gd name="connsiteX54" fmla="*/ 1580443 w 1950394"/>
              <a:gd name="connsiteY54" fmla="*/ 747651 h 1950394"/>
              <a:gd name="connsiteX55" fmla="*/ 1565995 w 1950394"/>
              <a:gd name="connsiteY55" fmla="*/ 713081 h 1950394"/>
              <a:gd name="connsiteX56" fmla="*/ 1570123 w 1950394"/>
              <a:gd name="connsiteY56" fmla="*/ 696054 h 1950394"/>
              <a:gd name="connsiteX57" fmla="*/ 1623269 w 1950394"/>
              <a:gd name="connsiteY57" fmla="*/ 656323 h 1950394"/>
              <a:gd name="connsiteX58" fmla="*/ 1628429 w 1950394"/>
              <a:gd name="connsiteY58" fmla="*/ 641876 h 1950394"/>
              <a:gd name="connsiteX59" fmla="*/ 1592310 w 1950394"/>
              <a:gd name="connsiteY59" fmla="*/ 579443 h 1950394"/>
              <a:gd name="connsiteX60" fmla="*/ 1578379 w 1950394"/>
              <a:gd name="connsiteY60" fmla="*/ 576863 h 1950394"/>
              <a:gd name="connsiteX61" fmla="*/ 1532457 w 1950394"/>
              <a:gd name="connsiteY61" fmla="*/ 599050 h 1950394"/>
              <a:gd name="connsiteX62" fmla="*/ 1490147 w 1950394"/>
              <a:gd name="connsiteY62" fmla="*/ 585118 h 1950394"/>
              <a:gd name="connsiteX63" fmla="*/ 1477247 w 1950394"/>
              <a:gd name="connsiteY63" fmla="*/ 569123 h 1950394"/>
              <a:gd name="connsiteX64" fmla="*/ 1476731 w 1950394"/>
              <a:gd name="connsiteY64" fmla="*/ 552096 h 1950394"/>
              <a:gd name="connsiteX65" fmla="*/ 1518525 w 1950394"/>
              <a:gd name="connsiteY65" fmla="*/ 499982 h 1950394"/>
              <a:gd name="connsiteX66" fmla="*/ 1519557 w 1950394"/>
              <a:gd name="connsiteY66" fmla="*/ 483987 h 1950394"/>
              <a:gd name="connsiteX67" fmla="*/ 1470540 w 1950394"/>
              <a:gd name="connsiteY67" fmla="*/ 434453 h 1950394"/>
              <a:gd name="connsiteX68" fmla="*/ 1452480 w 1950394"/>
              <a:gd name="connsiteY68" fmla="*/ 436001 h 1950394"/>
              <a:gd name="connsiteX69" fmla="*/ 1418942 w 1950394"/>
              <a:gd name="connsiteY69" fmla="*/ 465412 h 1950394"/>
              <a:gd name="connsiteX70" fmla="*/ 1369408 w 1950394"/>
              <a:gd name="connsiteY70" fmla="*/ 463348 h 1950394"/>
              <a:gd name="connsiteX71" fmla="*/ 1354961 w 1950394"/>
              <a:gd name="connsiteY71" fmla="*/ 452512 h 1950394"/>
              <a:gd name="connsiteX72" fmla="*/ 1349801 w 1950394"/>
              <a:gd name="connsiteY72" fmla="*/ 436001 h 1950394"/>
              <a:gd name="connsiteX73" fmla="*/ 1377148 w 1950394"/>
              <a:gd name="connsiteY73" fmla="*/ 374084 h 1950394"/>
              <a:gd name="connsiteX74" fmla="*/ 1374052 w 1950394"/>
              <a:gd name="connsiteY74" fmla="*/ 360152 h 1950394"/>
              <a:gd name="connsiteX75" fmla="*/ 1312651 w 1950394"/>
              <a:gd name="connsiteY75" fmla="*/ 324550 h 1950394"/>
              <a:gd name="connsiteX76" fmla="*/ 1296655 w 1950394"/>
              <a:gd name="connsiteY76" fmla="*/ 329193 h 1950394"/>
              <a:gd name="connsiteX77" fmla="*/ 1256925 w 1950394"/>
              <a:gd name="connsiteY77" fmla="*/ 382855 h 1950394"/>
              <a:gd name="connsiteX78" fmla="*/ 1238866 w 1950394"/>
              <a:gd name="connsiteY78" fmla="*/ 386467 h 1950394"/>
              <a:gd name="connsiteX79" fmla="*/ 1206875 w 1950394"/>
              <a:gd name="connsiteY79" fmla="*/ 373052 h 1950394"/>
              <a:gd name="connsiteX80" fmla="*/ 1196556 w 1950394"/>
              <a:gd name="connsiteY80" fmla="*/ 357572 h 1950394"/>
              <a:gd name="connsiteX81" fmla="*/ 1206359 w 1950394"/>
              <a:gd name="connsiteY81" fmla="*/ 293075 h 1950394"/>
              <a:gd name="connsiteX82" fmla="*/ 1199652 w 1950394"/>
              <a:gd name="connsiteY82" fmla="*/ 278112 h 1950394"/>
              <a:gd name="connsiteX83" fmla="*/ 1131027 w 1950394"/>
              <a:gd name="connsiteY83" fmla="*/ 259537 h 1950394"/>
              <a:gd name="connsiteX84" fmla="*/ 1118127 w 1950394"/>
              <a:gd name="connsiteY84" fmla="*/ 268308 h 1950394"/>
              <a:gd name="connsiteX85" fmla="*/ 1093360 w 1950394"/>
              <a:gd name="connsiteY85" fmla="*/ 331258 h 1950394"/>
              <a:gd name="connsiteX86" fmla="*/ 1079945 w 1950394"/>
              <a:gd name="connsiteY86" fmla="*/ 338481 h 1950394"/>
              <a:gd name="connsiteX87" fmla="*/ 1042794 w 1950394"/>
              <a:gd name="connsiteY87" fmla="*/ 333837 h 1950394"/>
              <a:gd name="connsiteX88" fmla="*/ 1028347 w 1950394"/>
              <a:gd name="connsiteY88" fmla="*/ 320422 h 1950394"/>
              <a:gd name="connsiteX89" fmla="*/ 1021123 w 1950394"/>
              <a:gd name="connsiteY89" fmla="*/ 257989 h 1950394"/>
              <a:gd name="connsiteX90" fmla="*/ 1008740 w 1950394"/>
              <a:gd name="connsiteY90" fmla="*/ 243541 h 1950394"/>
              <a:gd name="connsiteX91" fmla="*/ 941663 w 1950394"/>
              <a:gd name="connsiteY91" fmla="*/ 243541 h 1950394"/>
              <a:gd name="connsiteX92" fmla="*/ 929795 w 1950394"/>
              <a:gd name="connsiteY92" fmla="*/ 256957 h 1950394"/>
              <a:gd name="connsiteX93" fmla="*/ 922572 w 1950394"/>
              <a:gd name="connsiteY93" fmla="*/ 320422 h 1950394"/>
              <a:gd name="connsiteX94" fmla="*/ 909156 w 1950394"/>
              <a:gd name="connsiteY94" fmla="*/ 333321 h 1950394"/>
              <a:gd name="connsiteX95" fmla="*/ 872006 w 1950394"/>
              <a:gd name="connsiteY95" fmla="*/ 337965 h 1950394"/>
              <a:gd name="connsiteX96" fmla="*/ 857559 w 1950394"/>
              <a:gd name="connsiteY96" fmla="*/ 330226 h 1950394"/>
              <a:gd name="connsiteX97" fmla="*/ 833308 w 1950394"/>
              <a:gd name="connsiteY97" fmla="*/ 268308 h 1950394"/>
              <a:gd name="connsiteX98" fmla="*/ 819892 w 1950394"/>
              <a:gd name="connsiteY98" fmla="*/ 259021 h 1950394"/>
              <a:gd name="connsiteX99" fmla="*/ 753847 w 1950394"/>
              <a:gd name="connsiteY99" fmla="*/ 276564 h 1950394"/>
              <a:gd name="connsiteX100" fmla="*/ 745591 w 1950394"/>
              <a:gd name="connsiteY100" fmla="*/ 293075 h 1950394"/>
              <a:gd name="connsiteX101" fmla="*/ 754879 w 1950394"/>
              <a:gd name="connsiteY101" fmla="*/ 339513 h 1950394"/>
              <a:gd name="connsiteX102" fmla="*/ 728564 w 1950394"/>
              <a:gd name="connsiteY102" fmla="*/ 378728 h 1950394"/>
              <a:gd name="connsiteX103" fmla="*/ 712053 w 1950394"/>
              <a:gd name="connsiteY103" fmla="*/ 385951 h 1950394"/>
              <a:gd name="connsiteX104" fmla="*/ 695026 w 1950394"/>
              <a:gd name="connsiteY104" fmla="*/ 382855 h 1950394"/>
              <a:gd name="connsiteX105" fmla="*/ 654779 w 1950394"/>
              <a:gd name="connsiteY105" fmla="*/ 328161 h 1950394"/>
              <a:gd name="connsiteX106" fmla="*/ 641364 w 1950394"/>
              <a:gd name="connsiteY106" fmla="*/ 323002 h 1950394"/>
              <a:gd name="connsiteX107" fmla="*/ 577899 w 1950394"/>
              <a:gd name="connsiteY107" fmla="*/ 359636 h 1950394"/>
              <a:gd name="connsiteX108" fmla="*/ 574803 w 1950394"/>
              <a:gd name="connsiteY108" fmla="*/ 372536 h 1950394"/>
              <a:gd name="connsiteX109" fmla="*/ 602666 w 1950394"/>
              <a:gd name="connsiteY109" fmla="*/ 435485 h 1950394"/>
              <a:gd name="connsiteX110" fmla="*/ 598022 w 1950394"/>
              <a:gd name="connsiteY110" fmla="*/ 450964 h 1950394"/>
              <a:gd name="connsiteX111" fmla="*/ 567579 w 1950394"/>
              <a:gd name="connsiteY111" fmla="*/ 474699 h 1950394"/>
              <a:gd name="connsiteX112" fmla="*/ 550552 w 1950394"/>
              <a:gd name="connsiteY112" fmla="*/ 474699 h 1950394"/>
              <a:gd name="connsiteX113" fmla="*/ 498438 w 1950394"/>
              <a:gd name="connsiteY113" fmla="*/ 432905 h 1950394"/>
              <a:gd name="connsiteX114" fmla="*/ 483475 w 1950394"/>
              <a:gd name="connsiteY114" fmla="*/ 431357 h 1950394"/>
              <a:gd name="connsiteX115" fmla="*/ 432393 w 1950394"/>
              <a:gd name="connsiteY115" fmla="*/ 482439 h 1950394"/>
              <a:gd name="connsiteX116" fmla="*/ 433425 w 1950394"/>
              <a:gd name="connsiteY116" fmla="*/ 497402 h 1950394"/>
              <a:gd name="connsiteX117" fmla="*/ 475735 w 1950394"/>
              <a:gd name="connsiteY117" fmla="*/ 550032 h 1950394"/>
              <a:gd name="connsiteX118" fmla="*/ 475219 w 1950394"/>
              <a:gd name="connsiteY118" fmla="*/ 566027 h 1950394"/>
              <a:gd name="connsiteX119" fmla="*/ 450968 w 1950394"/>
              <a:gd name="connsiteY119" fmla="*/ 597502 h 1950394"/>
              <a:gd name="connsiteX120" fmla="*/ 437553 w 1950394"/>
              <a:gd name="connsiteY120" fmla="*/ 601629 h 1950394"/>
              <a:gd name="connsiteX121" fmla="*/ 373056 w 1950394"/>
              <a:gd name="connsiteY121" fmla="*/ 573251 h 1950394"/>
              <a:gd name="connsiteX122" fmla="*/ 360156 w 1950394"/>
              <a:gd name="connsiteY122" fmla="*/ 575315 h 1950394"/>
              <a:gd name="connsiteX123" fmla="*/ 323522 w 1950394"/>
              <a:gd name="connsiteY123" fmla="*/ 638780 h 1950394"/>
              <a:gd name="connsiteX124" fmla="*/ 328166 w 1950394"/>
              <a:gd name="connsiteY124" fmla="*/ 652711 h 1950394"/>
              <a:gd name="connsiteX125" fmla="*/ 374088 w 1950394"/>
              <a:gd name="connsiteY125" fmla="*/ 685218 h 1950394"/>
              <a:gd name="connsiteX126" fmla="*/ 380795 w 1950394"/>
              <a:gd name="connsiteY126" fmla="*/ 720820 h 1950394"/>
              <a:gd name="connsiteX127" fmla="*/ 372024 w 1950394"/>
              <a:gd name="connsiteY127" fmla="*/ 742492 h 1950394"/>
              <a:gd name="connsiteX128" fmla="*/ 355513 w 1950394"/>
              <a:gd name="connsiteY128" fmla="*/ 753327 h 1950394"/>
              <a:gd name="connsiteX129" fmla="*/ 291015 w 1950394"/>
              <a:gd name="connsiteY129" fmla="*/ 743523 h 1950394"/>
              <a:gd name="connsiteX130" fmla="*/ 276568 w 1950394"/>
              <a:gd name="connsiteY130" fmla="*/ 751263 h 1950394"/>
              <a:gd name="connsiteX131" fmla="*/ 258509 w 1950394"/>
              <a:gd name="connsiteY131" fmla="*/ 818340 h 1950394"/>
              <a:gd name="connsiteX132" fmla="*/ 267796 w 1950394"/>
              <a:gd name="connsiteY132" fmla="*/ 831756 h 1950394"/>
              <a:gd name="connsiteX133" fmla="*/ 330746 w 1950394"/>
              <a:gd name="connsiteY133" fmla="*/ 857038 h 1950394"/>
              <a:gd name="connsiteX134" fmla="*/ 337453 w 1950394"/>
              <a:gd name="connsiteY134" fmla="*/ 869422 h 1950394"/>
              <a:gd name="connsiteX135" fmla="*/ 332810 w 1950394"/>
              <a:gd name="connsiteY135" fmla="*/ 906572 h 1950394"/>
              <a:gd name="connsiteX136" fmla="*/ 318878 w 1950394"/>
              <a:gd name="connsiteY136" fmla="*/ 922052 h 1950394"/>
              <a:gd name="connsiteX137" fmla="*/ 256445 w 1950394"/>
              <a:gd name="connsiteY137" fmla="*/ 929275 h 1950394"/>
              <a:gd name="connsiteX138" fmla="*/ 242514 w 1950394"/>
              <a:gd name="connsiteY138" fmla="*/ 942175 h 1950394"/>
              <a:gd name="connsiteX139" fmla="*/ 242514 w 1950394"/>
              <a:gd name="connsiteY139" fmla="*/ 1006672 h 1950394"/>
              <a:gd name="connsiteX140" fmla="*/ 257993 w 1950394"/>
              <a:gd name="connsiteY140" fmla="*/ 1020603 h 1950394"/>
              <a:gd name="connsiteX141" fmla="*/ 321458 w 1950394"/>
              <a:gd name="connsiteY141" fmla="*/ 1028343 h 1950394"/>
              <a:gd name="connsiteX142" fmla="*/ 331778 w 1950394"/>
              <a:gd name="connsiteY142" fmla="*/ 1039694 h 1950394"/>
              <a:gd name="connsiteX143" fmla="*/ 336937 w 1950394"/>
              <a:gd name="connsiteY143" fmla="*/ 1077877 h 1950394"/>
              <a:gd name="connsiteX144" fmla="*/ 329198 w 1950394"/>
              <a:gd name="connsiteY144" fmla="*/ 1093356 h 1950394"/>
              <a:gd name="connsiteX145" fmla="*/ 265733 w 1950394"/>
              <a:gd name="connsiteY145" fmla="*/ 1117607 h 1950394"/>
              <a:gd name="connsiteX146" fmla="*/ 257993 w 1950394"/>
              <a:gd name="connsiteY146" fmla="*/ 1129990 h 1950394"/>
              <a:gd name="connsiteX147" fmla="*/ 276568 w 1950394"/>
              <a:gd name="connsiteY147" fmla="*/ 1198615 h 1950394"/>
              <a:gd name="connsiteX148" fmla="*/ 291531 w 1950394"/>
              <a:gd name="connsiteY148" fmla="*/ 1205839 h 1950394"/>
              <a:gd name="connsiteX149" fmla="*/ 345709 w 1950394"/>
              <a:gd name="connsiteY149" fmla="*/ 1196035 h 1950394"/>
              <a:gd name="connsiteX150" fmla="*/ 375636 w 1950394"/>
              <a:gd name="connsiteY150" fmla="*/ 1216675 h 1950394"/>
              <a:gd name="connsiteX151" fmla="*/ 384407 w 1950394"/>
              <a:gd name="connsiteY151" fmla="*/ 1236798 h 1950394"/>
              <a:gd name="connsiteX152" fmla="*/ 379764 w 1950394"/>
              <a:gd name="connsiteY152" fmla="*/ 1257953 h 1950394"/>
              <a:gd name="connsiteX153" fmla="*/ 327134 w 1950394"/>
              <a:gd name="connsiteY153" fmla="*/ 1296651 h 1950394"/>
              <a:gd name="connsiteX154" fmla="*/ 322490 w 1950394"/>
              <a:gd name="connsiteY154" fmla="*/ 1310583 h 1950394"/>
              <a:gd name="connsiteX155" fmla="*/ 359124 w 1950394"/>
              <a:gd name="connsiteY155" fmla="*/ 1374048 h 1950394"/>
              <a:gd name="connsiteX156" fmla="*/ 370992 w 1950394"/>
              <a:gd name="connsiteY156" fmla="*/ 1376628 h 1950394"/>
              <a:gd name="connsiteX157" fmla="*/ 433941 w 1950394"/>
              <a:gd name="connsiteY157" fmla="*/ 1348765 h 1950394"/>
              <a:gd name="connsiteX158" fmla="*/ 450452 w 1950394"/>
              <a:gd name="connsiteY158" fmla="*/ 1353925 h 1950394"/>
              <a:gd name="connsiteX159" fmla="*/ 474187 w 1950394"/>
              <a:gd name="connsiteY159" fmla="*/ 1384367 h 1950394"/>
              <a:gd name="connsiteX160" fmla="*/ 475219 w 1950394"/>
              <a:gd name="connsiteY160" fmla="*/ 1399331 h 1950394"/>
              <a:gd name="connsiteX161" fmla="*/ 432909 w 1950394"/>
              <a:gd name="connsiteY161" fmla="*/ 1452476 h 1950394"/>
              <a:gd name="connsiteX162" fmla="*/ 431877 w 1950394"/>
              <a:gd name="connsiteY162" fmla="*/ 1468471 h 1950394"/>
              <a:gd name="connsiteX163" fmla="*/ 481927 w 1950394"/>
              <a:gd name="connsiteY163" fmla="*/ 1518521 h 1950394"/>
              <a:gd name="connsiteX164" fmla="*/ 497922 w 1950394"/>
              <a:gd name="connsiteY164" fmla="*/ 1517489 h 1950394"/>
              <a:gd name="connsiteX165" fmla="*/ 550036 w 1950394"/>
              <a:gd name="connsiteY165" fmla="*/ 1475695 h 1950394"/>
              <a:gd name="connsiteX166" fmla="*/ 567063 w 1950394"/>
              <a:gd name="connsiteY166" fmla="*/ 1476211 h 1950394"/>
              <a:gd name="connsiteX167" fmla="*/ 596474 w 1950394"/>
              <a:gd name="connsiteY167" fmla="*/ 1498914 h 1950394"/>
              <a:gd name="connsiteX168" fmla="*/ 601634 w 1950394"/>
              <a:gd name="connsiteY168" fmla="*/ 1515426 h 1950394"/>
              <a:gd name="connsiteX169" fmla="*/ 574287 w 1950394"/>
              <a:gd name="connsiteY169" fmla="*/ 1577343 h 1950394"/>
              <a:gd name="connsiteX170" fmla="*/ 576867 w 1950394"/>
              <a:gd name="connsiteY170" fmla="*/ 1591274 h 1950394"/>
              <a:gd name="connsiteX171" fmla="*/ 639300 w 1950394"/>
              <a:gd name="connsiteY171" fmla="*/ 1627393 h 1950394"/>
              <a:gd name="connsiteX172" fmla="*/ 653747 w 1950394"/>
              <a:gd name="connsiteY172" fmla="*/ 1622233 h 1950394"/>
              <a:gd name="connsiteX173" fmla="*/ 693478 w 1950394"/>
              <a:gd name="connsiteY173" fmla="*/ 1568571 h 1950394"/>
              <a:gd name="connsiteX174" fmla="*/ 711537 w 1950394"/>
              <a:gd name="connsiteY174" fmla="*/ 1564959 h 1950394"/>
              <a:gd name="connsiteX175" fmla="*/ 743528 w 1950394"/>
              <a:gd name="connsiteY175" fmla="*/ 1578375 h 1950394"/>
              <a:gd name="connsiteX176" fmla="*/ 753847 w 1950394"/>
              <a:gd name="connsiteY176" fmla="*/ 1593854 h 1950394"/>
              <a:gd name="connsiteX177" fmla="*/ 744044 w 1950394"/>
              <a:gd name="connsiteY177" fmla="*/ 1658351 h 1950394"/>
              <a:gd name="connsiteX178" fmla="*/ 752299 w 1950394"/>
              <a:gd name="connsiteY178" fmla="*/ 1673831 h 1950394"/>
              <a:gd name="connsiteX179" fmla="*/ 818344 w 1950394"/>
              <a:gd name="connsiteY179" fmla="*/ 1691374 h 1950394"/>
              <a:gd name="connsiteX180" fmla="*/ 832276 w 1950394"/>
              <a:gd name="connsiteY180" fmla="*/ 1682602 h 1950394"/>
              <a:gd name="connsiteX181" fmla="*/ 857043 w 1950394"/>
              <a:gd name="connsiteY181" fmla="*/ 1619653 h 1950394"/>
              <a:gd name="connsiteX182" fmla="*/ 868910 w 1950394"/>
              <a:gd name="connsiteY182" fmla="*/ 1612429 h 1950394"/>
              <a:gd name="connsiteX183" fmla="*/ 908640 w 1950394"/>
              <a:gd name="connsiteY183" fmla="*/ 1617589 h 1950394"/>
              <a:gd name="connsiteX184" fmla="*/ 922056 w 1950394"/>
              <a:gd name="connsiteY184" fmla="*/ 1630488 h 1950394"/>
              <a:gd name="connsiteX185" fmla="*/ 929279 w 1950394"/>
              <a:gd name="connsiteY185" fmla="*/ 1692922 h 1950394"/>
              <a:gd name="connsiteX186" fmla="*/ 942695 w 1950394"/>
              <a:gd name="connsiteY186" fmla="*/ 1707369 h 1950394"/>
              <a:gd name="connsiteX187" fmla="*/ 1007192 w 1950394"/>
              <a:gd name="connsiteY187" fmla="*/ 1707369 h 1950394"/>
              <a:gd name="connsiteX188" fmla="*/ 1020607 w 1950394"/>
              <a:gd name="connsiteY188" fmla="*/ 1692406 h 1950394"/>
              <a:gd name="connsiteX189" fmla="*/ 1028347 w 1950394"/>
              <a:gd name="connsiteY189" fmla="*/ 1628941 h 1950394"/>
              <a:gd name="connsiteX190" fmla="*/ 1040215 w 1950394"/>
              <a:gd name="connsiteY190" fmla="*/ 1617589 h 1950394"/>
              <a:gd name="connsiteX191" fmla="*/ 1078397 w 1950394"/>
              <a:gd name="connsiteY191" fmla="*/ 1612429 h 1950394"/>
              <a:gd name="connsiteX192" fmla="*/ 1092844 w 1950394"/>
              <a:gd name="connsiteY192" fmla="*/ 1619653 h 1950394"/>
              <a:gd name="connsiteX193" fmla="*/ 1117095 w 1950394"/>
              <a:gd name="connsiteY193" fmla="*/ 1681570 h 1950394"/>
              <a:gd name="connsiteX194" fmla="*/ 1130511 w 1950394"/>
              <a:gd name="connsiteY194" fmla="*/ 1690858 h 1950394"/>
              <a:gd name="connsiteX195" fmla="*/ 1196556 w 1950394"/>
              <a:gd name="connsiteY195" fmla="*/ 1673315 h 1950394"/>
              <a:gd name="connsiteX196" fmla="*/ 1204811 w 1950394"/>
              <a:gd name="connsiteY196" fmla="*/ 1656803 h 1950394"/>
              <a:gd name="connsiteX197" fmla="*/ 1198104 w 1950394"/>
              <a:gd name="connsiteY197" fmla="*/ 1613977 h 195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1950394" h="1950394">
                <a:moveTo>
                  <a:pt x="977265" y="1954006"/>
                </a:moveTo>
                <a:cubicBezTo>
                  <a:pt x="444261" y="1950394"/>
                  <a:pt x="1552" y="1529873"/>
                  <a:pt x="4" y="977261"/>
                </a:cubicBezTo>
                <a:cubicBezTo>
                  <a:pt x="-1544" y="439613"/>
                  <a:pt x="427749" y="0"/>
                  <a:pt x="976749" y="0"/>
                </a:cubicBezTo>
                <a:cubicBezTo>
                  <a:pt x="1519041" y="0"/>
                  <a:pt x="1952978" y="432905"/>
                  <a:pt x="1953494" y="976229"/>
                </a:cubicBezTo>
                <a:cubicBezTo>
                  <a:pt x="1953494" y="1512846"/>
                  <a:pt x="1525749" y="1948330"/>
                  <a:pt x="977265" y="1954006"/>
                </a:cubicBezTo>
                <a:close/>
                <a:moveTo>
                  <a:pt x="1198104" y="1613977"/>
                </a:moveTo>
                <a:cubicBezTo>
                  <a:pt x="1198104" y="1578891"/>
                  <a:pt x="1194492" y="1586630"/>
                  <a:pt x="1221839" y="1574763"/>
                </a:cubicBezTo>
                <a:cubicBezTo>
                  <a:pt x="1228030" y="1572183"/>
                  <a:pt x="1234738" y="1569603"/>
                  <a:pt x="1240930" y="1566507"/>
                </a:cubicBezTo>
                <a:cubicBezTo>
                  <a:pt x="1247637" y="1562896"/>
                  <a:pt x="1252797" y="1563927"/>
                  <a:pt x="1257957" y="1569603"/>
                </a:cubicBezTo>
                <a:cubicBezTo>
                  <a:pt x="1272920" y="1586630"/>
                  <a:pt x="1290464" y="1602110"/>
                  <a:pt x="1298203" y="1624297"/>
                </a:cubicBezTo>
                <a:cubicBezTo>
                  <a:pt x="1300783" y="1631520"/>
                  <a:pt x="1304395" y="1633068"/>
                  <a:pt x="1311619" y="1629456"/>
                </a:cubicBezTo>
                <a:cubicBezTo>
                  <a:pt x="1333290" y="1618105"/>
                  <a:pt x="1354445" y="1605722"/>
                  <a:pt x="1375084" y="1592822"/>
                </a:cubicBezTo>
                <a:cubicBezTo>
                  <a:pt x="1382824" y="1588178"/>
                  <a:pt x="1381791" y="1584051"/>
                  <a:pt x="1377148" y="1578891"/>
                </a:cubicBezTo>
                <a:cubicBezTo>
                  <a:pt x="1361152" y="1560832"/>
                  <a:pt x="1356509" y="1537613"/>
                  <a:pt x="1349285" y="1515426"/>
                </a:cubicBezTo>
                <a:cubicBezTo>
                  <a:pt x="1347221" y="1509750"/>
                  <a:pt x="1348253" y="1505622"/>
                  <a:pt x="1353413" y="1502010"/>
                </a:cubicBezTo>
                <a:cubicBezTo>
                  <a:pt x="1364248" y="1493754"/>
                  <a:pt x="1375600" y="1485499"/>
                  <a:pt x="1385919" y="1476727"/>
                </a:cubicBezTo>
                <a:cubicBezTo>
                  <a:pt x="1391079" y="1472600"/>
                  <a:pt x="1395723" y="1473115"/>
                  <a:pt x="1400883" y="1476727"/>
                </a:cubicBezTo>
                <a:cubicBezTo>
                  <a:pt x="1419458" y="1489111"/>
                  <a:pt x="1440097" y="1498914"/>
                  <a:pt x="1452996" y="1518005"/>
                </a:cubicBezTo>
                <a:cubicBezTo>
                  <a:pt x="1457640" y="1525229"/>
                  <a:pt x="1463316" y="1525745"/>
                  <a:pt x="1470024" y="1519553"/>
                </a:cubicBezTo>
                <a:cubicBezTo>
                  <a:pt x="1487051" y="1503558"/>
                  <a:pt x="1503562" y="1487047"/>
                  <a:pt x="1519041" y="1470535"/>
                </a:cubicBezTo>
                <a:cubicBezTo>
                  <a:pt x="1525233" y="1464344"/>
                  <a:pt x="1525749" y="1458668"/>
                  <a:pt x="1518010" y="1453508"/>
                </a:cubicBezTo>
                <a:cubicBezTo>
                  <a:pt x="1498402" y="1440093"/>
                  <a:pt x="1488599" y="1418938"/>
                  <a:pt x="1475699" y="1400363"/>
                </a:cubicBezTo>
                <a:cubicBezTo>
                  <a:pt x="1472088" y="1395203"/>
                  <a:pt x="1472088" y="1391075"/>
                  <a:pt x="1476215" y="1386431"/>
                </a:cubicBezTo>
                <a:cubicBezTo>
                  <a:pt x="1484987" y="1375596"/>
                  <a:pt x="1493243" y="1364760"/>
                  <a:pt x="1501498" y="1353925"/>
                </a:cubicBezTo>
                <a:cubicBezTo>
                  <a:pt x="1505626" y="1348249"/>
                  <a:pt x="1510270" y="1348249"/>
                  <a:pt x="1515946" y="1349797"/>
                </a:cubicBezTo>
                <a:cubicBezTo>
                  <a:pt x="1538133" y="1357020"/>
                  <a:pt x="1560836" y="1362180"/>
                  <a:pt x="1579411" y="1377660"/>
                </a:cubicBezTo>
                <a:cubicBezTo>
                  <a:pt x="1584571" y="1382303"/>
                  <a:pt x="1588182" y="1382303"/>
                  <a:pt x="1592310" y="1375596"/>
                </a:cubicBezTo>
                <a:cubicBezTo>
                  <a:pt x="1605210" y="1354441"/>
                  <a:pt x="1617593" y="1333801"/>
                  <a:pt x="1628945" y="1312130"/>
                </a:cubicBezTo>
                <a:cubicBezTo>
                  <a:pt x="1632557" y="1304907"/>
                  <a:pt x="1631009" y="1300779"/>
                  <a:pt x="1623785" y="1298199"/>
                </a:cubicBezTo>
                <a:cubicBezTo>
                  <a:pt x="1605726" y="1291491"/>
                  <a:pt x="1591794" y="1278592"/>
                  <a:pt x="1577863" y="1265692"/>
                </a:cubicBezTo>
                <a:cubicBezTo>
                  <a:pt x="1560320" y="1248665"/>
                  <a:pt x="1560836" y="1253309"/>
                  <a:pt x="1571155" y="1230090"/>
                </a:cubicBezTo>
                <a:cubicBezTo>
                  <a:pt x="1574251" y="1222866"/>
                  <a:pt x="1577347" y="1215643"/>
                  <a:pt x="1579927" y="1208419"/>
                </a:cubicBezTo>
                <a:cubicBezTo>
                  <a:pt x="1582507" y="1200163"/>
                  <a:pt x="1587667" y="1197583"/>
                  <a:pt x="1596438" y="1197583"/>
                </a:cubicBezTo>
                <a:cubicBezTo>
                  <a:pt x="1618625" y="1198100"/>
                  <a:pt x="1640296" y="1197583"/>
                  <a:pt x="1660935" y="1207387"/>
                </a:cubicBezTo>
                <a:cubicBezTo>
                  <a:pt x="1668159" y="1210483"/>
                  <a:pt x="1672287" y="1209967"/>
                  <a:pt x="1675383" y="1201195"/>
                </a:cubicBezTo>
                <a:cubicBezTo>
                  <a:pt x="1682090" y="1178492"/>
                  <a:pt x="1688282" y="1155789"/>
                  <a:pt x="1693442" y="1132570"/>
                </a:cubicBezTo>
                <a:cubicBezTo>
                  <a:pt x="1695506" y="1123283"/>
                  <a:pt x="1692926" y="1119671"/>
                  <a:pt x="1684154" y="1119155"/>
                </a:cubicBezTo>
                <a:cubicBezTo>
                  <a:pt x="1660935" y="1117091"/>
                  <a:pt x="1641328" y="1104192"/>
                  <a:pt x="1621205" y="1093872"/>
                </a:cubicBezTo>
                <a:cubicBezTo>
                  <a:pt x="1616561" y="1091808"/>
                  <a:pt x="1613465" y="1088712"/>
                  <a:pt x="1614497" y="1083037"/>
                </a:cubicBezTo>
                <a:cubicBezTo>
                  <a:pt x="1616561" y="1069621"/>
                  <a:pt x="1618625" y="1055690"/>
                  <a:pt x="1620173" y="1042274"/>
                </a:cubicBezTo>
                <a:cubicBezTo>
                  <a:pt x="1621205" y="1034535"/>
                  <a:pt x="1625333" y="1031439"/>
                  <a:pt x="1632557" y="1029891"/>
                </a:cubicBezTo>
                <a:cubicBezTo>
                  <a:pt x="1653712" y="1025763"/>
                  <a:pt x="1673835" y="1018539"/>
                  <a:pt x="1696022" y="1022667"/>
                </a:cubicBezTo>
                <a:cubicBezTo>
                  <a:pt x="1704793" y="1024215"/>
                  <a:pt x="1708921" y="1020603"/>
                  <a:pt x="1709437" y="1010800"/>
                </a:cubicBezTo>
                <a:cubicBezTo>
                  <a:pt x="1710469" y="988612"/>
                  <a:pt x="1710985" y="966426"/>
                  <a:pt x="1709437" y="943723"/>
                </a:cubicBezTo>
                <a:cubicBezTo>
                  <a:pt x="1708921" y="933403"/>
                  <a:pt x="1704793" y="929791"/>
                  <a:pt x="1694990" y="931339"/>
                </a:cubicBezTo>
                <a:cubicBezTo>
                  <a:pt x="1680026" y="933919"/>
                  <a:pt x="1665063" y="931855"/>
                  <a:pt x="1650616" y="928243"/>
                </a:cubicBezTo>
                <a:cubicBezTo>
                  <a:pt x="1619141" y="919988"/>
                  <a:pt x="1621205" y="928243"/>
                  <a:pt x="1618109" y="892125"/>
                </a:cubicBezTo>
                <a:cubicBezTo>
                  <a:pt x="1617593" y="885933"/>
                  <a:pt x="1616561" y="880257"/>
                  <a:pt x="1615013" y="874582"/>
                </a:cubicBezTo>
                <a:cubicBezTo>
                  <a:pt x="1612949" y="866842"/>
                  <a:pt x="1616561" y="862714"/>
                  <a:pt x="1622753" y="859102"/>
                </a:cubicBezTo>
                <a:cubicBezTo>
                  <a:pt x="1642876" y="849299"/>
                  <a:pt x="1661967" y="836915"/>
                  <a:pt x="1684670" y="834851"/>
                </a:cubicBezTo>
                <a:cubicBezTo>
                  <a:pt x="1692410" y="834335"/>
                  <a:pt x="1696022" y="830724"/>
                  <a:pt x="1693442" y="821952"/>
                </a:cubicBezTo>
                <a:cubicBezTo>
                  <a:pt x="1687766" y="799249"/>
                  <a:pt x="1682090" y="776030"/>
                  <a:pt x="1674867" y="753327"/>
                </a:cubicBezTo>
                <a:cubicBezTo>
                  <a:pt x="1671771" y="744039"/>
                  <a:pt x="1667643" y="743007"/>
                  <a:pt x="1659903" y="746619"/>
                </a:cubicBezTo>
                <a:cubicBezTo>
                  <a:pt x="1638748" y="756423"/>
                  <a:pt x="1616561" y="755907"/>
                  <a:pt x="1594374" y="756423"/>
                </a:cubicBezTo>
                <a:cubicBezTo>
                  <a:pt x="1587667" y="756423"/>
                  <a:pt x="1583023" y="754359"/>
                  <a:pt x="1580443" y="747651"/>
                </a:cubicBezTo>
                <a:cubicBezTo>
                  <a:pt x="1575799" y="735784"/>
                  <a:pt x="1571155" y="724432"/>
                  <a:pt x="1565995" y="713081"/>
                </a:cubicBezTo>
                <a:cubicBezTo>
                  <a:pt x="1562900" y="705857"/>
                  <a:pt x="1564448" y="701213"/>
                  <a:pt x="1570123" y="696054"/>
                </a:cubicBezTo>
                <a:cubicBezTo>
                  <a:pt x="1586635" y="681090"/>
                  <a:pt x="1602114" y="664579"/>
                  <a:pt x="1623269" y="656323"/>
                </a:cubicBezTo>
                <a:cubicBezTo>
                  <a:pt x="1631009" y="653227"/>
                  <a:pt x="1632557" y="649616"/>
                  <a:pt x="1628429" y="641876"/>
                </a:cubicBezTo>
                <a:cubicBezTo>
                  <a:pt x="1617077" y="620721"/>
                  <a:pt x="1605210" y="599566"/>
                  <a:pt x="1592310" y="579443"/>
                </a:cubicBezTo>
                <a:cubicBezTo>
                  <a:pt x="1587667" y="572219"/>
                  <a:pt x="1584055" y="572219"/>
                  <a:pt x="1578379" y="576863"/>
                </a:cubicBezTo>
                <a:cubicBezTo>
                  <a:pt x="1564963" y="587698"/>
                  <a:pt x="1548968" y="594406"/>
                  <a:pt x="1532457" y="599050"/>
                </a:cubicBezTo>
                <a:cubicBezTo>
                  <a:pt x="1499950" y="607821"/>
                  <a:pt x="1510270" y="610917"/>
                  <a:pt x="1490147" y="585118"/>
                </a:cubicBezTo>
                <a:cubicBezTo>
                  <a:pt x="1486019" y="579443"/>
                  <a:pt x="1481891" y="574283"/>
                  <a:pt x="1477247" y="569123"/>
                </a:cubicBezTo>
                <a:cubicBezTo>
                  <a:pt x="1472088" y="563447"/>
                  <a:pt x="1472088" y="558288"/>
                  <a:pt x="1476731" y="552096"/>
                </a:cubicBezTo>
                <a:cubicBezTo>
                  <a:pt x="1489115" y="533521"/>
                  <a:pt x="1498918" y="513397"/>
                  <a:pt x="1518525" y="499982"/>
                </a:cubicBezTo>
                <a:cubicBezTo>
                  <a:pt x="1525233" y="495338"/>
                  <a:pt x="1525233" y="490178"/>
                  <a:pt x="1519557" y="483987"/>
                </a:cubicBezTo>
                <a:cubicBezTo>
                  <a:pt x="1503562" y="466960"/>
                  <a:pt x="1487051" y="450448"/>
                  <a:pt x="1470540" y="434453"/>
                </a:cubicBezTo>
                <a:cubicBezTo>
                  <a:pt x="1463316" y="427745"/>
                  <a:pt x="1458156" y="428261"/>
                  <a:pt x="1452480" y="436001"/>
                </a:cubicBezTo>
                <a:cubicBezTo>
                  <a:pt x="1443709" y="448384"/>
                  <a:pt x="1431841" y="457672"/>
                  <a:pt x="1418942" y="465412"/>
                </a:cubicBezTo>
                <a:cubicBezTo>
                  <a:pt x="1393143" y="481407"/>
                  <a:pt x="1393143" y="481407"/>
                  <a:pt x="1369408" y="463348"/>
                </a:cubicBezTo>
                <a:cubicBezTo>
                  <a:pt x="1364764" y="459736"/>
                  <a:pt x="1360121" y="455608"/>
                  <a:pt x="1354961" y="452512"/>
                </a:cubicBezTo>
                <a:cubicBezTo>
                  <a:pt x="1348253" y="448384"/>
                  <a:pt x="1347221" y="443225"/>
                  <a:pt x="1349801" y="436001"/>
                </a:cubicBezTo>
                <a:cubicBezTo>
                  <a:pt x="1357025" y="414330"/>
                  <a:pt x="1361668" y="391627"/>
                  <a:pt x="1377148" y="374084"/>
                </a:cubicBezTo>
                <a:cubicBezTo>
                  <a:pt x="1382307" y="368408"/>
                  <a:pt x="1381276" y="364280"/>
                  <a:pt x="1374052" y="360152"/>
                </a:cubicBezTo>
                <a:cubicBezTo>
                  <a:pt x="1353929" y="347769"/>
                  <a:pt x="1333806" y="335385"/>
                  <a:pt x="1312651" y="324550"/>
                </a:cubicBezTo>
                <a:cubicBezTo>
                  <a:pt x="1304911" y="320422"/>
                  <a:pt x="1299751" y="320422"/>
                  <a:pt x="1296655" y="329193"/>
                </a:cubicBezTo>
                <a:cubicBezTo>
                  <a:pt x="1288916" y="350865"/>
                  <a:pt x="1271888" y="365828"/>
                  <a:pt x="1256925" y="382855"/>
                </a:cubicBezTo>
                <a:cubicBezTo>
                  <a:pt x="1251249" y="389047"/>
                  <a:pt x="1246090" y="389563"/>
                  <a:pt x="1238866" y="386467"/>
                </a:cubicBezTo>
                <a:cubicBezTo>
                  <a:pt x="1228546" y="381307"/>
                  <a:pt x="1217711" y="377179"/>
                  <a:pt x="1206875" y="373052"/>
                </a:cubicBezTo>
                <a:cubicBezTo>
                  <a:pt x="1199136" y="370472"/>
                  <a:pt x="1196556" y="365312"/>
                  <a:pt x="1196556" y="357572"/>
                </a:cubicBezTo>
                <a:cubicBezTo>
                  <a:pt x="1197072" y="335385"/>
                  <a:pt x="1196556" y="313714"/>
                  <a:pt x="1206359" y="293075"/>
                </a:cubicBezTo>
                <a:cubicBezTo>
                  <a:pt x="1209971" y="285335"/>
                  <a:pt x="1208939" y="280692"/>
                  <a:pt x="1199652" y="278112"/>
                </a:cubicBezTo>
                <a:cubicBezTo>
                  <a:pt x="1176949" y="271404"/>
                  <a:pt x="1154246" y="265212"/>
                  <a:pt x="1131027" y="259537"/>
                </a:cubicBezTo>
                <a:cubicBezTo>
                  <a:pt x="1122255" y="257473"/>
                  <a:pt x="1119159" y="260569"/>
                  <a:pt x="1118127" y="268308"/>
                </a:cubicBezTo>
                <a:cubicBezTo>
                  <a:pt x="1116063" y="291527"/>
                  <a:pt x="1103164" y="311134"/>
                  <a:pt x="1093360" y="331258"/>
                </a:cubicBezTo>
                <a:cubicBezTo>
                  <a:pt x="1090780" y="336933"/>
                  <a:pt x="1086653" y="339513"/>
                  <a:pt x="1079945" y="338481"/>
                </a:cubicBezTo>
                <a:cubicBezTo>
                  <a:pt x="1067561" y="336417"/>
                  <a:pt x="1055178" y="334869"/>
                  <a:pt x="1042794" y="333837"/>
                </a:cubicBezTo>
                <a:cubicBezTo>
                  <a:pt x="1034539" y="332805"/>
                  <a:pt x="1029895" y="329193"/>
                  <a:pt x="1028347" y="320422"/>
                </a:cubicBezTo>
                <a:cubicBezTo>
                  <a:pt x="1024735" y="299783"/>
                  <a:pt x="1016996" y="279660"/>
                  <a:pt x="1021123" y="257989"/>
                </a:cubicBezTo>
                <a:cubicBezTo>
                  <a:pt x="1022671" y="248701"/>
                  <a:pt x="1019059" y="244057"/>
                  <a:pt x="1008740" y="243541"/>
                </a:cubicBezTo>
                <a:cubicBezTo>
                  <a:pt x="986553" y="242509"/>
                  <a:pt x="964366" y="242509"/>
                  <a:pt x="941663" y="243541"/>
                </a:cubicBezTo>
                <a:cubicBezTo>
                  <a:pt x="931859" y="244057"/>
                  <a:pt x="928247" y="248185"/>
                  <a:pt x="929795" y="256957"/>
                </a:cubicBezTo>
                <a:cubicBezTo>
                  <a:pt x="933923" y="279144"/>
                  <a:pt x="926184" y="299267"/>
                  <a:pt x="922572" y="320422"/>
                </a:cubicBezTo>
                <a:cubicBezTo>
                  <a:pt x="921024" y="328678"/>
                  <a:pt x="916896" y="332290"/>
                  <a:pt x="909156" y="333321"/>
                </a:cubicBezTo>
                <a:cubicBezTo>
                  <a:pt x="896773" y="334869"/>
                  <a:pt x="884389" y="335901"/>
                  <a:pt x="872006" y="337965"/>
                </a:cubicBezTo>
                <a:cubicBezTo>
                  <a:pt x="864782" y="339513"/>
                  <a:pt x="860654" y="336933"/>
                  <a:pt x="857559" y="330226"/>
                </a:cubicBezTo>
                <a:cubicBezTo>
                  <a:pt x="847755" y="310102"/>
                  <a:pt x="835371" y="291527"/>
                  <a:pt x="833308" y="268308"/>
                </a:cubicBezTo>
                <a:cubicBezTo>
                  <a:pt x="832276" y="259537"/>
                  <a:pt x="828664" y="256957"/>
                  <a:pt x="819892" y="259021"/>
                </a:cubicBezTo>
                <a:cubicBezTo>
                  <a:pt x="797705" y="264180"/>
                  <a:pt x="775518" y="269856"/>
                  <a:pt x="753847" y="276564"/>
                </a:cubicBezTo>
                <a:cubicBezTo>
                  <a:pt x="744044" y="279660"/>
                  <a:pt x="740948" y="283272"/>
                  <a:pt x="745591" y="293075"/>
                </a:cubicBezTo>
                <a:cubicBezTo>
                  <a:pt x="751783" y="308039"/>
                  <a:pt x="754879" y="323518"/>
                  <a:pt x="754879" y="339513"/>
                </a:cubicBezTo>
                <a:cubicBezTo>
                  <a:pt x="754879" y="367892"/>
                  <a:pt x="755395" y="367892"/>
                  <a:pt x="728564" y="378728"/>
                </a:cubicBezTo>
                <a:cubicBezTo>
                  <a:pt x="722888" y="380791"/>
                  <a:pt x="717213" y="383371"/>
                  <a:pt x="712053" y="385951"/>
                </a:cubicBezTo>
                <a:cubicBezTo>
                  <a:pt x="705345" y="389563"/>
                  <a:pt x="700185" y="388531"/>
                  <a:pt x="695026" y="382855"/>
                </a:cubicBezTo>
                <a:cubicBezTo>
                  <a:pt x="679546" y="365828"/>
                  <a:pt x="662519" y="350349"/>
                  <a:pt x="654779" y="328161"/>
                </a:cubicBezTo>
                <a:cubicBezTo>
                  <a:pt x="652200" y="320938"/>
                  <a:pt x="648588" y="319390"/>
                  <a:pt x="641364" y="323002"/>
                </a:cubicBezTo>
                <a:cubicBezTo>
                  <a:pt x="619693" y="334353"/>
                  <a:pt x="598538" y="346737"/>
                  <a:pt x="577899" y="359636"/>
                </a:cubicBezTo>
                <a:cubicBezTo>
                  <a:pt x="571707" y="363248"/>
                  <a:pt x="570159" y="366860"/>
                  <a:pt x="574803" y="372536"/>
                </a:cubicBezTo>
                <a:cubicBezTo>
                  <a:pt x="590798" y="390595"/>
                  <a:pt x="595958" y="413298"/>
                  <a:pt x="602666" y="435485"/>
                </a:cubicBezTo>
                <a:cubicBezTo>
                  <a:pt x="604730" y="442193"/>
                  <a:pt x="604214" y="446836"/>
                  <a:pt x="598022" y="450964"/>
                </a:cubicBezTo>
                <a:cubicBezTo>
                  <a:pt x="587702" y="458188"/>
                  <a:pt x="577383" y="466444"/>
                  <a:pt x="567579" y="474699"/>
                </a:cubicBezTo>
                <a:cubicBezTo>
                  <a:pt x="561388" y="479859"/>
                  <a:pt x="556744" y="478827"/>
                  <a:pt x="550552" y="474699"/>
                </a:cubicBezTo>
                <a:cubicBezTo>
                  <a:pt x="531977" y="462316"/>
                  <a:pt x="511854" y="451996"/>
                  <a:pt x="498438" y="432905"/>
                </a:cubicBezTo>
                <a:cubicBezTo>
                  <a:pt x="494310" y="426713"/>
                  <a:pt x="489151" y="426197"/>
                  <a:pt x="483475" y="431357"/>
                </a:cubicBezTo>
                <a:cubicBezTo>
                  <a:pt x="465932" y="447352"/>
                  <a:pt x="448904" y="464895"/>
                  <a:pt x="432393" y="482439"/>
                </a:cubicBezTo>
                <a:cubicBezTo>
                  <a:pt x="427233" y="488114"/>
                  <a:pt x="426717" y="493274"/>
                  <a:pt x="433425" y="497402"/>
                </a:cubicBezTo>
                <a:cubicBezTo>
                  <a:pt x="453032" y="510818"/>
                  <a:pt x="462836" y="531457"/>
                  <a:pt x="475735" y="550032"/>
                </a:cubicBezTo>
                <a:cubicBezTo>
                  <a:pt x="479863" y="555708"/>
                  <a:pt x="479863" y="560867"/>
                  <a:pt x="475219" y="566027"/>
                </a:cubicBezTo>
                <a:cubicBezTo>
                  <a:pt x="466964" y="576347"/>
                  <a:pt x="458708" y="587182"/>
                  <a:pt x="450968" y="597502"/>
                </a:cubicBezTo>
                <a:cubicBezTo>
                  <a:pt x="447357" y="602146"/>
                  <a:pt x="443745" y="603694"/>
                  <a:pt x="437553" y="601629"/>
                </a:cubicBezTo>
                <a:cubicBezTo>
                  <a:pt x="414850" y="594406"/>
                  <a:pt x="391631" y="589246"/>
                  <a:pt x="373056" y="573251"/>
                </a:cubicBezTo>
                <a:cubicBezTo>
                  <a:pt x="367896" y="568607"/>
                  <a:pt x="363768" y="568607"/>
                  <a:pt x="360156" y="575315"/>
                </a:cubicBezTo>
                <a:cubicBezTo>
                  <a:pt x="347257" y="596470"/>
                  <a:pt x="334358" y="617109"/>
                  <a:pt x="323522" y="638780"/>
                </a:cubicBezTo>
                <a:cubicBezTo>
                  <a:pt x="319910" y="646004"/>
                  <a:pt x="320942" y="650131"/>
                  <a:pt x="328166" y="652711"/>
                </a:cubicBezTo>
                <a:cubicBezTo>
                  <a:pt x="346225" y="659419"/>
                  <a:pt x="360672" y="672318"/>
                  <a:pt x="374088" y="685218"/>
                </a:cubicBezTo>
                <a:cubicBezTo>
                  <a:pt x="392147" y="702245"/>
                  <a:pt x="391115" y="698117"/>
                  <a:pt x="380795" y="720820"/>
                </a:cubicBezTo>
                <a:cubicBezTo>
                  <a:pt x="377700" y="728044"/>
                  <a:pt x="374604" y="735268"/>
                  <a:pt x="372024" y="742492"/>
                </a:cubicBezTo>
                <a:cubicBezTo>
                  <a:pt x="369444" y="750747"/>
                  <a:pt x="364284" y="753327"/>
                  <a:pt x="355513" y="753327"/>
                </a:cubicBezTo>
                <a:cubicBezTo>
                  <a:pt x="333326" y="752811"/>
                  <a:pt x="311655" y="753327"/>
                  <a:pt x="291015" y="743523"/>
                </a:cubicBezTo>
                <a:cubicBezTo>
                  <a:pt x="282760" y="739396"/>
                  <a:pt x="279148" y="742492"/>
                  <a:pt x="276568" y="751263"/>
                </a:cubicBezTo>
                <a:cubicBezTo>
                  <a:pt x="269860" y="773450"/>
                  <a:pt x="264185" y="796153"/>
                  <a:pt x="258509" y="818340"/>
                </a:cubicBezTo>
                <a:cubicBezTo>
                  <a:pt x="256445" y="827628"/>
                  <a:pt x="259025" y="831239"/>
                  <a:pt x="267796" y="831756"/>
                </a:cubicBezTo>
                <a:cubicBezTo>
                  <a:pt x="291015" y="833819"/>
                  <a:pt x="310623" y="846719"/>
                  <a:pt x="330746" y="857038"/>
                </a:cubicBezTo>
                <a:cubicBezTo>
                  <a:pt x="335905" y="859618"/>
                  <a:pt x="338485" y="863230"/>
                  <a:pt x="337453" y="869422"/>
                </a:cubicBezTo>
                <a:cubicBezTo>
                  <a:pt x="335389" y="881805"/>
                  <a:pt x="333842" y="894189"/>
                  <a:pt x="332810" y="906572"/>
                </a:cubicBezTo>
                <a:cubicBezTo>
                  <a:pt x="331778" y="915344"/>
                  <a:pt x="328166" y="919988"/>
                  <a:pt x="318878" y="922052"/>
                </a:cubicBezTo>
                <a:cubicBezTo>
                  <a:pt x="298239" y="925664"/>
                  <a:pt x="278116" y="932887"/>
                  <a:pt x="256445" y="929275"/>
                </a:cubicBezTo>
                <a:cubicBezTo>
                  <a:pt x="246125" y="927211"/>
                  <a:pt x="243029" y="932371"/>
                  <a:pt x="242514" y="942175"/>
                </a:cubicBezTo>
                <a:cubicBezTo>
                  <a:pt x="241482" y="963846"/>
                  <a:pt x="241482" y="985001"/>
                  <a:pt x="242514" y="1006672"/>
                </a:cubicBezTo>
                <a:cubicBezTo>
                  <a:pt x="243029" y="1018023"/>
                  <a:pt x="247157" y="1022667"/>
                  <a:pt x="257993" y="1020603"/>
                </a:cubicBezTo>
                <a:cubicBezTo>
                  <a:pt x="280180" y="1016475"/>
                  <a:pt x="300303" y="1024731"/>
                  <a:pt x="321458" y="1028343"/>
                </a:cubicBezTo>
                <a:cubicBezTo>
                  <a:pt x="327650" y="1029375"/>
                  <a:pt x="331262" y="1032987"/>
                  <a:pt x="331778" y="1039694"/>
                </a:cubicBezTo>
                <a:cubicBezTo>
                  <a:pt x="333326" y="1052594"/>
                  <a:pt x="334358" y="1065493"/>
                  <a:pt x="336937" y="1077877"/>
                </a:cubicBezTo>
                <a:cubicBezTo>
                  <a:pt x="338485" y="1085617"/>
                  <a:pt x="335905" y="1089744"/>
                  <a:pt x="329198" y="1093356"/>
                </a:cubicBezTo>
                <a:cubicBezTo>
                  <a:pt x="309075" y="1103676"/>
                  <a:pt x="289467" y="1115543"/>
                  <a:pt x="265733" y="1117607"/>
                </a:cubicBezTo>
                <a:cubicBezTo>
                  <a:pt x="257993" y="1118123"/>
                  <a:pt x="255929" y="1122251"/>
                  <a:pt x="257993" y="1129990"/>
                </a:cubicBezTo>
                <a:cubicBezTo>
                  <a:pt x="263669" y="1153209"/>
                  <a:pt x="269344" y="1175913"/>
                  <a:pt x="276568" y="1198615"/>
                </a:cubicBezTo>
                <a:cubicBezTo>
                  <a:pt x="279148" y="1207903"/>
                  <a:pt x="283276" y="1209451"/>
                  <a:pt x="291531" y="1205839"/>
                </a:cubicBezTo>
                <a:cubicBezTo>
                  <a:pt x="308559" y="1198100"/>
                  <a:pt x="327134" y="1196035"/>
                  <a:pt x="345709" y="1196035"/>
                </a:cubicBezTo>
                <a:cubicBezTo>
                  <a:pt x="371508" y="1196035"/>
                  <a:pt x="366348" y="1193456"/>
                  <a:pt x="375636" y="1216675"/>
                </a:cubicBezTo>
                <a:cubicBezTo>
                  <a:pt x="378216" y="1223382"/>
                  <a:pt x="380795" y="1230606"/>
                  <a:pt x="384407" y="1236798"/>
                </a:cubicBezTo>
                <a:cubicBezTo>
                  <a:pt x="389051" y="1245569"/>
                  <a:pt x="386987" y="1251761"/>
                  <a:pt x="379764" y="1257953"/>
                </a:cubicBezTo>
                <a:cubicBezTo>
                  <a:pt x="363252" y="1272400"/>
                  <a:pt x="348289" y="1288396"/>
                  <a:pt x="327134" y="1296651"/>
                </a:cubicBezTo>
                <a:cubicBezTo>
                  <a:pt x="319394" y="1299231"/>
                  <a:pt x="319394" y="1303875"/>
                  <a:pt x="322490" y="1310583"/>
                </a:cubicBezTo>
                <a:cubicBezTo>
                  <a:pt x="333842" y="1332254"/>
                  <a:pt x="346225" y="1353409"/>
                  <a:pt x="359124" y="1374048"/>
                </a:cubicBezTo>
                <a:cubicBezTo>
                  <a:pt x="362736" y="1379724"/>
                  <a:pt x="365832" y="1380755"/>
                  <a:pt x="370992" y="1376628"/>
                </a:cubicBezTo>
                <a:cubicBezTo>
                  <a:pt x="389051" y="1361148"/>
                  <a:pt x="412270" y="1355988"/>
                  <a:pt x="433941" y="1348765"/>
                </a:cubicBezTo>
                <a:cubicBezTo>
                  <a:pt x="441165" y="1346185"/>
                  <a:pt x="445809" y="1347217"/>
                  <a:pt x="450452" y="1353925"/>
                </a:cubicBezTo>
                <a:cubicBezTo>
                  <a:pt x="457676" y="1364760"/>
                  <a:pt x="465932" y="1374564"/>
                  <a:pt x="474187" y="1384367"/>
                </a:cubicBezTo>
                <a:cubicBezTo>
                  <a:pt x="478315" y="1389527"/>
                  <a:pt x="478831" y="1393655"/>
                  <a:pt x="475219" y="1399331"/>
                </a:cubicBezTo>
                <a:cubicBezTo>
                  <a:pt x="462320" y="1417906"/>
                  <a:pt x="452516" y="1439061"/>
                  <a:pt x="432909" y="1452476"/>
                </a:cubicBezTo>
                <a:cubicBezTo>
                  <a:pt x="426201" y="1457120"/>
                  <a:pt x="425685" y="1461764"/>
                  <a:pt x="431877" y="1468471"/>
                </a:cubicBezTo>
                <a:cubicBezTo>
                  <a:pt x="447873" y="1486015"/>
                  <a:pt x="464384" y="1502526"/>
                  <a:pt x="481927" y="1518521"/>
                </a:cubicBezTo>
                <a:cubicBezTo>
                  <a:pt x="488119" y="1524197"/>
                  <a:pt x="493279" y="1524197"/>
                  <a:pt x="497922" y="1517489"/>
                </a:cubicBezTo>
                <a:cubicBezTo>
                  <a:pt x="510822" y="1498398"/>
                  <a:pt x="531461" y="1488595"/>
                  <a:pt x="550036" y="1475695"/>
                </a:cubicBezTo>
                <a:cubicBezTo>
                  <a:pt x="556228" y="1471568"/>
                  <a:pt x="561388" y="1471568"/>
                  <a:pt x="567063" y="1476211"/>
                </a:cubicBezTo>
                <a:cubicBezTo>
                  <a:pt x="576867" y="1483951"/>
                  <a:pt x="586670" y="1491690"/>
                  <a:pt x="596474" y="1498914"/>
                </a:cubicBezTo>
                <a:cubicBezTo>
                  <a:pt x="602666" y="1503558"/>
                  <a:pt x="604214" y="1508202"/>
                  <a:pt x="601634" y="1515426"/>
                </a:cubicBezTo>
                <a:cubicBezTo>
                  <a:pt x="594926" y="1537097"/>
                  <a:pt x="589250" y="1559284"/>
                  <a:pt x="574287" y="1577343"/>
                </a:cubicBezTo>
                <a:cubicBezTo>
                  <a:pt x="569127" y="1583018"/>
                  <a:pt x="569643" y="1587146"/>
                  <a:pt x="576867" y="1591274"/>
                </a:cubicBezTo>
                <a:cubicBezTo>
                  <a:pt x="597506" y="1603658"/>
                  <a:pt x="618145" y="1616041"/>
                  <a:pt x="639300" y="1627393"/>
                </a:cubicBezTo>
                <a:cubicBezTo>
                  <a:pt x="647040" y="1631520"/>
                  <a:pt x="651168" y="1629973"/>
                  <a:pt x="653747" y="1622233"/>
                </a:cubicBezTo>
                <a:cubicBezTo>
                  <a:pt x="662003" y="1600562"/>
                  <a:pt x="678514" y="1585598"/>
                  <a:pt x="693478" y="1568571"/>
                </a:cubicBezTo>
                <a:cubicBezTo>
                  <a:pt x="699153" y="1562379"/>
                  <a:pt x="704313" y="1561864"/>
                  <a:pt x="711537" y="1564959"/>
                </a:cubicBezTo>
                <a:cubicBezTo>
                  <a:pt x="721856" y="1570119"/>
                  <a:pt x="732692" y="1574247"/>
                  <a:pt x="743528" y="1578375"/>
                </a:cubicBezTo>
                <a:cubicBezTo>
                  <a:pt x="751267" y="1580955"/>
                  <a:pt x="753847" y="1585598"/>
                  <a:pt x="753847" y="1593854"/>
                </a:cubicBezTo>
                <a:cubicBezTo>
                  <a:pt x="753331" y="1616041"/>
                  <a:pt x="753847" y="1637712"/>
                  <a:pt x="744044" y="1658351"/>
                </a:cubicBezTo>
                <a:cubicBezTo>
                  <a:pt x="739916" y="1667123"/>
                  <a:pt x="743012" y="1671251"/>
                  <a:pt x="752299" y="1673831"/>
                </a:cubicBezTo>
                <a:cubicBezTo>
                  <a:pt x="773970" y="1680538"/>
                  <a:pt x="796157" y="1686214"/>
                  <a:pt x="818344" y="1691374"/>
                </a:cubicBezTo>
                <a:cubicBezTo>
                  <a:pt x="827116" y="1693438"/>
                  <a:pt x="831760" y="1692406"/>
                  <a:pt x="832276" y="1682602"/>
                </a:cubicBezTo>
                <a:cubicBezTo>
                  <a:pt x="834340" y="1659383"/>
                  <a:pt x="846723" y="1639776"/>
                  <a:pt x="857043" y="1619653"/>
                </a:cubicBezTo>
                <a:cubicBezTo>
                  <a:pt x="859622" y="1614493"/>
                  <a:pt x="862718" y="1611397"/>
                  <a:pt x="868910" y="1612429"/>
                </a:cubicBezTo>
                <a:cubicBezTo>
                  <a:pt x="881809" y="1614493"/>
                  <a:pt x="895225" y="1616041"/>
                  <a:pt x="908640" y="1617589"/>
                </a:cubicBezTo>
                <a:cubicBezTo>
                  <a:pt x="916896" y="1618621"/>
                  <a:pt x="920508" y="1622749"/>
                  <a:pt x="922056" y="1630488"/>
                </a:cubicBezTo>
                <a:cubicBezTo>
                  <a:pt x="925668" y="1651128"/>
                  <a:pt x="933407" y="1671251"/>
                  <a:pt x="929279" y="1692922"/>
                </a:cubicBezTo>
                <a:cubicBezTo>
                  <a:pt x="927215" y="1703757"/>
                  <a:pt x="932375" y="1706853"/>
                  <a:pt x="942695" y="1707369"/>
                </a:cubicBezTo>
                <a:cubicBezTo>
                  <a:pt x="964366" y="1708401"/>
                  <a:pt x="985521" y="1708401"/>
                  <a:pt x="1007192" y="1707369"/>
                </a:cubicBezTo>
                <a:cubicBezTo>
                  <a:pt x="1018028" y="1706853"/>
                  <a:pt x="1022155" y="1702725"/>
                  <a:pt x="1020607" y="1692406"/>
                </a:cubicBezTo>
                <a:cubicBezTo>
                  <a:pt x="1016480" y="1670219"/>
                  <a:pt x="1024219" y="1650096"/>
                  <a:pt x="1028347" y="1628941"/>
                </a:cubicBezTo>
                <a:cubicBezTo>
                  <a:pt x="1029379" y="1621717"/>
                  <a:pt x="1033507" y="1618621"/>
                  <a:pt x="1040215" y="1617589"/>
                </a:cubicBezTo>
                <a:cubicBezTo>
                  <a:pt x="1053114" y="1616041"/>
                  <a:pt x="1066013" y="1615009"/>
                  <a:pt x="1078397" y="1612429"/>
                </a:cubicBezTo>
                <a:cubicBezTo>
                  <a:pt x="1085621" y="1611397"/>
                  <a:pt x="1089748" y="1613461"/>
                  <a:pt x="1092844" y="1619653"/>
                </a:cubicBezTo>
                <a:cubicBezTo>
                  <a:pt x="1102648" y="1639776"/>
                  <a:pt x="1115031" y="1658351"/>
                  <a:pt x="1117095" y="1681570"/>
                </a:cubicBezTo>
                <a:cubicBezTo>
                  <a:pt x="1118127" y="1690342"/>
                  <a:pt x="1121739" y="1692922"/>
                  <a:pt x="1130511" y="1690858"/>
                </a:cubicBezTo>
                <a:cubicBezTo>
                  <a:pt x="1152698" y="1685698"/>
                  <a:pt x="1174885" y="1680022"/>
                  <a:pt x="1196556" y="1673315"/>
                </a:cubicBezTo>
                <a:cubicBezTo>
                  <a:pt x="1206359" y="1670219"/>
                  <a:pt x="1209455" y="1666607"/>
                  <a:pt x="1204811" y="1656803"/>
                </a:cubicBezTo>
                <a:cubicBezTo>
                  <a:pt x="1200168" y="1643904"/>
                  <a:pt x="1196556" y="1627393"/>
                  <a:pt x="1198104" y="1613977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4C48116-DF0F-4187-A190-7F66C44BF701}"/>
              </a:ext>
            </a:extLst>
          </p:cNvPr>
          <p:cNvSpPr/>
          <p:nvPr userDrawn="1"/>
        </p:nvSpPr>
        <p:spPr>
          <a:xfrm rot="10800000" flipH="1">
            <a:off x="936003" y="1609750"/>
            <a:ext cx="242109" cy="240845"/>
          </a:xfrm>
          <a:custGeom>
            <a:avLst/>
            <a:gdLst>
              <a:gd name="connsiteX0" fmla="*/ 185362 w 237706"/>
              <a:gd name="connsiteY0" fmla="*/ 130458 h 236466"/>
              <a:gd name="connsiteX1" fmla="*/ 237706 w 237706"/>
              <a:gd name="connsiteY1" fmla="*/ 130458 h 236466"/>
              <a:gd name="connsiteX2" fmla="*/ 234128 w 237706"/>
              <a:gd name="connsiteY2" fmla="*/ 154126 h 236466"/>
              <a:gd name="connsiteX3" fmla="*/ 165835 w 237706"/>
              <a:gd name="connsiteY3" fmla="*/ 229449 h 236466"/>
              <a:gd name="connsiteX4" fmla="*/ 131078 w 237706"/>
              <a:gd name="connsiteY4" fmla="*/ 236466 h 236466"/>
              <a:gd name="connsiteX5" fmla="*/ 131078 w 237706"/>
              <a:gd name="connsiteY5" fmla="*/ 186008 h 236466"/>
              <a:gd name="connsiteX6" fmla="*/ 146195 w 237706"/>
              <a:gd name="connsiteY6" fmla="*/ 182956 h 236466"/>
              <a:gd name="connsiteX7" fmla="*/ 177100 w 237706"/>
              <a:gd name="connsiteY7" fmla="*/ 157507 h 236466"/>
              <a:gd name="connsiteX8" fmla="*/ 0 w 237706"/>
              <a:gd name="connsiteY8" fmla="*/ 130458 h 236466"/>
              <a:gd name="connsiteX9" fmla="*/ 52344 w 237706"/>
              <a:gd name="connsiteY9" fmla="*/ 130458 h 236466"/>
              <a:gd name="connsiteX10" fmla="*/ 60606 w 237706"/>
              <a:gd name="connsiteY10" fmla="*/ 157507 h 236466"/>
              <a:gd name="connsiteX11" fmla="*/ 91511 w 237706"/>
              <a:gd name="connsiteY11" fmla="*/ 182956 h 236466"/>
              <a:gd name="connsiteX12" fmla="*/ 106628 w 237706"/>
              <a:gd name="connsiteY12" fmla="*/ 186008 h 236466"/>
              <a:gd name="connsiteX13" fmla="*/ 106628 w 237706"/>
              <a:gd name="connsiteY13" fmla="*/ 236466 h 236466"/>
              <a:gd name="connsiteX14" fmla="*/ 71871 w 237706"/>
              <a:gd name="connsiteY14" fmla="*/ 229449 h 236466"/>
              <a:gd name="connsiteX15" fmla="*/ 3579 w 237706"/>
              <a:gd name="connsiteY15" fmla="*/ 154126 h 236466"/>
              <a:gd name="connsiteX16" fmla="*/ 131078 w 237706"/>
              <a:gd name="connsiteY16" fmla="*/ 0 h 236466"/>
              <a:gd name="connsiteX17" fmla="*/ 165835 w 237706"/>
              <a:gd name="connsiteY17" fmla="*/ 7017 h 236466"/>
              <a:gd name="connsiteX18" fmla="*/ 234128 w 237706"/>
              <a:gd name="connsiteY18" fmla="*/ 82340 h 236466"/>
              <a:gd name="connsiteX19" fmla="*/ 237706 w 237706"/>
              <a:gd name="connsiteY19" fmla="*/ 106008 h 236466"/>
              <a:gd name="connsiteX20" fmla="*/ 185362 w 237706"/>
              <a:gd name="connsiteY20" fmla="*/ 106008 h 236466"/>
              <a:gd name="connsiteX21" fmla="*/ 177100 w 237706"/>
              <a:gd name="connsiteY21" fmla="*/ 78960 h 236466"/>
              <a:gd name="connsiteX22" fmla="*/ 146195 w 237706"/>
              <a:gd name="connsiteY22" fmla="*/ 53510 h 236466"/>
              <a:gd name="connsiteX23" fmla="*/ 131078 w 237706"/>
              <a:gd name="connsiteY23" fmla="*/ 50458 h 236466"/>
              <a:gd name="connsiteX24" fmla="*/ 106628 w 237706"/>
              <a:gd name="connsiteY24" fmla="*/ 0 h 236466"/>
              <a:gd name="connsiteX25" fmla="*/ 106628 w 237706"/>
              <a:gd name="connsiteY25" fmla="*/ 50458 h 236466"/>
              <a:gd name="connsiteX26" fmla="*/ 91511 w 237706"/>
              <a:gd name="connsiteY26" fmla="*/ 53510 h 236466"/>
              <a:gd name="connsiteX27" fmla="*/ 60606 w 237706"/>
              <a:gd name="connsiteY27" fmla="*/ 78960 h 236466"/>
              <a:gd name="connsiteX28" fmla="*/ 52344 w 237706"/>
              <a:gd name="connsiteY28" fmla="*/ 106008 h 236466"/>
              <a:gd name="connsiteX29" fmla="*/ 0 w 237706"/>
              <a:gd name="connsiteY29" fmla="*/ 106008 h 236466"/>
              <a:gd name="connsiteX30" fmla="*/ 3579 w 237706"/>
              <a:gd name="connsiteY30" fmla="*/ 82340 h 236466"/>
              <a:gd name="connsiteX31" fmla="*/ 71871 w 237706"/>
              <a:gd name="connsiteY31" fmla="*/ 7017 h 23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37706" h="236466">
                <a:moveTo>
                  <a:pt x="185362" y="130458"/>
                </a:moveTo>
                <a:lnTo>
                  <a:pt x="237706" y="130458"/>
                </a:lnTo>
                <a:lnTo>
                  <a:pt x="234128" y="154126"/>
                </a:lnTo>
                <a:cubicBezTo>
                  <a:pt x="223548" y="188141"/>
                  <a:pt x="198326" y="215706"/>
                  <a:pt x="165835" y="229449"/>
                </a:cubicBezTo>
                <a:lnTo>
                  <a:pt x="131078" y="236466"/>
                </a:lnTo>
                <a:lnTo>
                  <a:pt x="131078" y="186008"/>
                </a:lnTo>
                <a:lnTo>
                  <a:pt x="146195" y="182956"/>
                </a:lnTo>
                <a:cubicBezTo>
                  <a:pt x="158800" y="177624"/>
                  <a:pt x="169526" y="168717"/>
                  <a:pt x="177100" y="157507"/>
                </a:cubicBezTo>
                <a:close/>
                <a:moveTo>
                  <a:pt x="0" y="130458"/>
                </a:moveTo>
                <a:lnTo>
                  <a:pt x="52344" y="130458"/>
                </a:lnTo>
                <a:lnTo>
                  <a:pt x="60606" y="157507"/>
                </a:lnTo>
                <a:cubicBezTo>
                  <a:pt x="68180" y="168717"/>
                  <a:pt x="78906" y="177624"/>
                  <a:pt x="91511" y="182956"/>
                </a:cubicBezTo>
                <a:lnTo>
                  <a:pt x="106628" y="186008"/>
                </a:lnTo>
                <a:lnTo>
                  <a:pt x="106628" y="236466"/>
                </a:lnTo>
                <a:lnTo>
                  <a:pt x="71871" y="229449"/>
                </a:lnTo>
                <a:cubicBezTo>
                  <a:pt x="39380" y="215706"/>
                  <a:pt x="14159" y="188141"/>
                  <a:pt x="3579" y="154126"/>
                </a:cubicBezTo>
                <a:close/>
                <a:moveTo>
                  <a:pt x="131078" y="0"/>
                </a:moveTo>
                <a:lnTo>
                  <a:pt x="165835" y="7017"/>
                </a:lnTo>
                <a:cubicBezTo>
                  <a:pt x="198326" y="20760"/>
                  <a:pt x="223548" y="48325"/>
                  <a:pt x="234128" y="82340"/>
                </a:cubicBezTo>
                <a:lnTo>
                  <a:pt x="237706" y="106008"/>
                </a:lnTo>
                <a:lnTo>
                  <a:pt x="185362" y="106008"/>
                </a:lnTo>
                <a:lnTo>
                  <a:pt x="177100" y="78960"/>
                </a:lnTo>
                <a:cubicBezTo>
                  <a:pt x="169526" y="67749"/>
                  <a:pt x="158800" y="58842"/>
                  <a:pt x="146195" y="53510"/>
                </a:cubicBezTo>
                <a:lnTo>
                  <a:pt x="131078" y="50458"/>
                </a:lnTo>
                <a:close/>
                <a:moveTo>
                  <a:pt x="106628" y="0"/>
                </a:moveTo>
                <a:lnTo>
                  <a:pt x="106628" y="50458"/>
                </a:lnTo>
                <a:lnTo>
                  <a:pt x="91511" y="53510"/>
                </a:lnTo>
                <a:cubicBezTo>
                  <a:pt x="78906" y="58842"/>
                  <a:pt x="68180" y="67749"/>
                  <a:pt x="60606" y="78960"/>
                </a:cubicBezTo>
                <a:lnTo>
                  <a:pt x="52344" y="106008"/>
                </a:lnTo>
                <a:lnTo>
                  <a:pt x="0" y="106008"/>
                </a:lnTo>
                <a:lnTo>
                  <a:pt x="3579" y="82340"/>
                </a:lnTo>
                <a:cubicBezTo>
                  <a:pt x="14159" y="48325"/>
                  <a:pt x="39380" y="20760"/>
                  <a:pt x="71871" y="70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B88625-BD84-4AC0-8A04-F9D426252DC6}"/>
              </a:ext>
            </a:extLst>
          </p:cNvPr>
          <p:cNvSpPr/>
          <p:nvPr userDrawn="1"/>
        </p:nvSpPr>
        <p:spPr>
          <a:xfrm rot="10800000" flipH="1">
            <a:off x="1016764" y="1689879"/>
            <a:ext cx="80588" cy="80588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FDB0D61A-55FF-42B8-B442-7B044B1376C5}"/>
              </a:ext>
            </a:extLst>
          </p:cNvPr>
          <p:cNvSpPr/>
          <p:nvPr userDrawn="1"/>
        </p:nvSpPr>
        <p:spPr>
          <a:xfrm rot="10800000" flipH="1">
            <a:off x="478272" y="255586"/>
            <a:ext cx="1246034" cy="711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18A1D6DB-506D-44F9-B480-A76B310C3E71}"/>
              </a:ext>
            </a:extLst>
          </p:cNvPr>
          <p:cNvSpPr/>
          <p:nvPr userDrawn="1"/>
        </p:nvSpPr>
        <p:spPr>
          <a:xfrm rot="10800000" flipH="1">
            <a:off x="640963" y="322185"/>
            <a:ext cx="920653" cy="2560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50F240-F8DE-4A86-B350-32B373D2B6BC}"/>
              </a:ext>
            </a:extLst>
          </p:cNvPr>
          <p:cNvSpPr txBox="1"/>
          <p:nvPr userDrawn="1"/>
        </p:nvSpPr>
        <p:spPr>
          <a:xfrm>
            <a:off x="292045" y="6035759"/>
            <a:ext cx="3434108" cy="500056"/>
          </a:xfrm>
          <a:custGeom>
            <a:avLst/>
            <a:gdLst>
              <a:gd name="connsiteX0" fmla="*/ 918715 w 3349328"/>
              <a:gd name="connsiteY0" fmla="*/ 111816 h 487710"/>
              <a:gd name="connsiteX1" fmla="*/ 918715 w 3349328"/>
              <a:gd name="connsiteY1" fmla="*/ 374535 h 487710"/>
              <a:gd name="connsiteX2" fmla="*/ 946303 w 3349328"/>
              <a:gd name="connsiteY2" fmla="*/ 374535 h 487710"/>
              <a:gd name="connsiteX3" fmla="*/ 1052905 w 3349328"/>
              <a:gd name="connsiteY3" fmla="*/ 327170 h 487710"/>
              <a:gd name="connsiteX4" fmla="*/ 1079813 w 3349328"/>
              <a:gd name="connsiteY4" fmla="*/ 243005 h 487710"/>
              <a:gd name="connsiteX5" fmla="*/ 1052905 w 3349328"/>
              <a:gd name="connsiteY5" fmla="*/ 159181 h 487710"/>
              <a:gd name="connsiteX6" fmla="*/ 946303 w 3349328"/>
              <a:gd name="connsiteY6" fmla="*/ 111816 h 487710"/>
              <a:gd name="connsiteX7" fmla="*/ 2629830 w 3349328"/>
              <a:gd name="connsiteY7" fmla="*/ 102981 h 487710"/>
              <a:gd name="connsiteX8" fmla="*/ 2629830 w 3349328"/>
              <a:gd name="connsiteY8" fmla="*/ 218535 h 487710"/>
              <a:gd name="connsiteX9" fmla="*/ 2652342 w 3349328"/>
              <a:gd name="connsiteY9" fmla="*/ 218535 h 487710"/>
              <a:gd name="connsiteX10" fmla="*/ 2707256 w 3349328"/>
              <a:gd name="connsiteY10" fmla="*/ 202610 h 487710"/>
              <a:gd name="connsiteX11" fmla="*/ 2725333 w 3349328"/>
              <a:gd name="connsiteY11" fmla="*/ 160588 h 487710"/>
              <a:gd name="connsiteX12" fmla="*/ 2707256 w 3349328"/>
              <a:gd name="connsiteY12" fmla="*/ 118906 h 487710"/>
              <a:gd name="connsiteX13" fmla="*/ 2652342 w 3349328"/>
              <a:gd name="connsiteY13" fmla="*/ 102981 h 487710"/>
              <a:gd name="connsiteX14" fmla="*/ 222349 w 3349328"/>
              <a:gd name="connsiteY14" fmla="*/ 23791 h 487710"/>
              <a:gd name="connsiteX15" fmla="*/ 343001 w 3349328"/>
              <a:gd name="connsiteY15" fmla="*/ 23791 h 487710"/>
              <a:gd name="connsiteX16" fmla="*/ 564934 w 3349328"/>
              <a:gd name="connsiteY16" fmla="*/ 307580 h 487710"/>
              <a:gd name="connsiteX17" fmla="*/ 564934 w 3349328"/>
              <a:gd name="connsiteY17" fmla="*/ 23791 h 487710"/>
              <a:gd name="connsiteX18" fmla="*/ 685587 w 3349328"/>
              <a:gd name="connsiteY18" fmla="*/ 23791 h 487710"/>
              <a:gd name="connsiteX19" fmla="*/ 685587 w 3349328"/>
              <a:gd name="connsiteY19" fmla="*/ 487710 h 487710"/>
              <a:gd name="connsiteX20" fmla="*/ 564934 w 3349328"/>
              <a:gd name="connsiteY20" fmla="*/ 487710 h 487710"/>
              <a:gd name="connsiteX21" fmla="*/ 343001 w 3349328"/>
              <a:gd name="connsiteY21" fmla="*/ 203580 h 487710"/>
              <a:gd name="connsiteX22" fmla="*/ 343001 w 3349328"/>
              <a:gd name="connsiteY22" fmla="*/ 487710 h 487710"/>
              <a:gd name="connsiteX23" fmla="*/ 222349 w 3349328"/>
              <a:gd name="connsiteY23" fmla="*/ 487710 h 487710"/>
              <a:gd name="connsiteX24" fmla="*/ 0 w 3349328"/>
              <a:gd name="connsiteY24" fmla="*/ 23791 h 487710"/>
              <a:gd name="connsiteX25" fmla="*/ 120653 w 3349328"/>
              <a:gd name="connsiteY25" fmla="*/ 23791 h 487710"/>
              <a:gd name="connsiteX26" fmla="*/ 120653 w 3349328"/>
              <a:gd name="connsiteY26" fmla="*/ 487710 h 487710"/>
              <a:gd name="connsiteX27" fmla="*/ 0 w 3349328"/>
              <a:gd name="connsiteY27" fmla="*/ 487710 h 487710"/>
              <a:gd name="connsiteX28" fmla="*/ 2887110 w 3349328"/>
              <a:gd name="connsiteY28" fmla="*/ 11217 h 487710"/>
              <a:gd name="connsiteX29" fmla="*/ 3031213 w 3349328"/>
              <a:gd name="connsiteY29" fmla="*/ 11217 h 487710"/>
              <a:gd name="connsiteX30" fmla="*/ 3118899 w 3349328"/>
              <a:gd name="connsiteY30" fmla="*/ 137647 h 487710"/>
              <a:gd name="connsiteX31" fmla="*/ 3203186 w 3349328"/>
              <a:gd name="connsiteY31" fmla="*/ 11217 h 487710"/>
              <a:gd name="connsiteX32" fmla="*/ 3349328 w 3349328"/>
              <a:gd name="connsiteY32" fmla="*/ 11217 h 487710"/>
              <a:gd name="connsiteX33" fmla="*/ 3175657 w 3349328"/>
              <a:gd name="connsiteY33" fmla="*/ 252183 h 487710"/>
              <a:gd name="connsiteX34" fmla="*/ 3175657 w 3349328"/>
              <a:gd name="connsiteY34" fmla="*/ 475135 h 487710"/>
              <a:gd name="connsiteX35" fmla="*/ 3055003 w 3349328"/>
              <a:gd name="connsiteY35" fmla="*/ 475135 h 487710"/>
              <a:gd name="connsiteX36" fmla="*/ 3055003 w 3349328"/>
              <a:gd name="connsiteY36" fmla="*/ 252183 h 487710"/>
              <a:gd name="connsiteX37" fmla="*/ 2509178 w 3349328"/>
              <a:gd name="connsiteY37" fmla="*/ 11217 h 487710"/>
              <a:gd name="connsiteX38" fmla="*/ 2696784 w 3349328"/>
              <a:gd name="connsiteY38" fmla="*/ 11217 h 487710"/>
              <a:gd name="connsiteX39" fmla="*/ 2818457 w 3349328"/>
              <a:gd name="connsiteY39" fmla="*/ 60497 h 487710"/>
              <a:gd name="connsiteX40" fmla="*/ 2850405 w 3349328"/>
              <a:gd name="connsiteY40" fmla="*/ 153960 h 487710"/>
              <a:gd name="connsiteX41" fmla="*/ 2813699 w 3349328"/>
              <a:gd name="connsiteY41" fmla="*/ 252183 h 487710"/>
              <a:gd name="connsiteX42" fmla="*/ 2749123 w 3349328"/>
              <a:gd name="connsiteY42" fmla="*/ 284810 h 487710"/>
              <a:gd name="connsiteX43" fmla="*/ 2894927 w 3349328"/>
              <a:gd name="connsiteY43" fmla="*/ 475135 h 487710"/>
              <a:gd name="connsiteX44" fmla="*/ 2745046 w 3349328"/>
              <a:gd name="connsiteY44" fmla="*/ 475135 h 487710"/>
              <a:gd name="connsiteX45" fmla="*/ 2629830 w 3349328"/>
              <a:gd name="connsiteY45" fmla="*/ 297045 h 487710"/>
              <a:gd name="connsiteX46" fmla="*/ 2629830 w 3349328"/>
              <a:gd name="connsiteY46" fmla="*/ 475135 h 487710"/>
              <a:gd name="connsiteX47" fmla="*/ 2509178 w 3349328"/>
              <a:gd name="connsiteY47" fmla="*/ 475135 h 487710"/>
              <a:gd name="connsiteX48" fmla="*/ 2136647 w 3349328"/>
              <a:gd name="connsiteY48" fmla="*/ 11217 h 487710"/>
              <a:gd name="connsiteX49" fmla="*/ 2455441 w 3349328"/>
              <a:gd name="connsiteY49" fmla="*/ 11217 h 487710"/>
              <a:gd name="connsiteX50" fmla="*/ 2455441 w 3349328"/>
              <a:gd name="connsiteY50" fmla="*/ 111816 h 487710"/>
              <a:gd name="connsiteX51" fmla="*/ 2355520 w 3349328"/>
              <a:gd name="connsiteY51" fmla="*/ 111816 h 487710"/>
              <a:gd name="connsiteX52" fmla="*/ 2355520 w 3349328"/>
              <a:gd name="connsiteY52" fmla="*/ 475135 h 487710"/>
              <a:gd name="connsiteX53" fmla="*/ 2234868 w 3349328"/>
              <a:gd name="connsiteY53" fmla="*/ 475135 h 487710"/>
              <a:gd name="connsiteX54" fmla="*/ 2234868 w 3349328"/>
              <a:gd name="connsiteY54" fmla="*/ 111816 h 487710"/>
              <a:gd name="connsiteX55" fmla="*/ 2136647 w 3349328"/>
              <a:gd name="connsiteY55" fmla="*/ 111816 h 487710"/>
              <a:gd name="connsiteX56" fmla="*/ 1281429 w 3349328"/>
              <a:gd name="connsiteY56" fmla="*/ 11217 h 487710"/>
              <a:gd name="connsiteX57" fmla="*/ 1402081 w 3349328"/>
              <a:gd name="connsiteY57" fmla="*/ 11217 h 487710"/>
              <a:gd name="connsiteX58" fmla="*/ 1402081 w 3349328"/>
              <a:gd name="connsiteY58" fmla="*/ 262151 h 487710"/>
              <a:gd name="connsiteX59" fmla="*/ 1403101 w 3349328"/>
              <a:gd name="connsiteY59" fmla="*/ 307310 h 487710"/>
              <a:gd name="connsiteX60" fmla="*/ 1446264 w 3349328"/>
              <a:gd name="connsiteY60" fmla="*/ 373180 h 487710"/>
              <a:gd name="connsiteX61" fmla="*/ 1482289 w 3349328"/>
              <a:gd name="connsiteY61" fmla="*/ 380992 h 487710"/>
              <a:gd name="connsiteX62" fmla="*/ 1548903 w 3349328"/>
              <a:gd name="connsiteY62" fmla="*/ 350091 h 487710"/>
              <a:gd name="connsiteX63" fmla="*/ 1565557 w 3349328"/>
              <a:gd name="connsiteY63" fmla="*/ 262151 h 487710"/>
              <a:gd name="connsiteX64" fmla="*/ 1565557 w 3349328"/>
              <a:gd name="connsiteY64" fmla="*/ 11217 h 487710"/>
              <a:gd name="connsiteX65" fmla="*/ 1686210 w 3349328"/>
              <a:gd name="connsiteY65" fmla="*/ 11217 h 487710"/>
              <a:gd name="connsiteX66" fmla="*/ 1686210 w 3349328"/>
              <a:gd name="connsiteY66" fmla="*/ 278692 h 487710"/>
              <a:gd name="connsiteX67" fmla="*/ 1679413 w 3349328"/>
              <a:gd name="connsiteY67" fmla="*/ 350064 h 487710"/>
              <a:gd name="connsiteX68" fmla="*/ 1629112 w 3349328"/>
              <a:gd name="connsiteY68" fmla="*/ 433672 h 487710"/>
              <a:gd name="connsiteX69" fmla="*/ 1478212 w 3349328"/>
              <a:gd name="connsiteY69" fmla="*/ 487030 h 487710"/>
              <a:gd name="connsiteX70" fmla="*/ 1327990 w 3349328"/>
              <a:gd name="connsiteY70" fmla="*/ 432652 h 487710"/>
              <a:gd name="connsiteX71" fmla="*/ 1288906 w 3349328"/>
              <a:gd name="connsiteY71" fmla="*/ 360940 h 487710"/>
              <a:gd name="connsiteX72" fmla="*/ 1281429 w 3349328"/>
              <a:gd name="connsiteY72" fmla="*/ 278692 h 487710"/>
              <a:gd name="connsiteX73" fmla="*/ 798063 w 3349328"/>
              <a:gd name="connsiteY73" fmla="*/ 11217 h 487710"/>
              <a:gd name="connsiteX74" fmla="*/ 976153 w 3349328"/>
              <a:gd name="connsiteY74" fmla="*/ 11217 h 487710"/>
              <a:gd name="connsiteX75" fmla="*/ 1097146 w 3349328"/>
              <a:gd name="connsiteY75" fmla="*/ 47581 h 487710"/>
              <a:gd name="connsiteX76" fmla="*/ 1181093 w 3349328"/>
              <a:gd name="connsiteY76" fmla="*/ 142065 h 487710"/>
              <a:gd name="connsiteX77" fmla="*/ 1204883 w 3349328"/>
              <a:gd name="connsiteY77" fmla="*/ 243005 h 487710"/>
              <a:gd name="connsiteX78" fmla="*/ 1161210 w 3349328"/>
              <a:gd name="connsiteY78" fmla="*/ 377084 h 487710"/>
              <a:gd name="connsiteX79" fmla="*/ 1049564 w 3349328"/>
              <a:gd name="connsiteY79" fmla="*/ 462560 h 487710"/>
              <a:gd name="connsiteX80" fmla="*/ 976153 w 3349328"/>
              <a:gd name="connsiteY80" fmla="*/ 475135 h 487710"/>
              <a:gd name="connsiteX81" fmla="*/ 798063 w 3349328"/>
              <a:gd name="connsiteY81" fmla="*/ 475135 h 487710"/>
              <a:gd name="connsiteX82" fmla="*/ 1939788 w 3349328"/>
              <a:gd name="connsiteY82" fmla="*/ 0 h 487710"/>
              <a:gd name="connsiteX83" fmla="*/ 2086950 w 3349328"/>
              <a:gd name="connsiteY83" fmla="*/ 37726 h 487710"/>
              <a:gd name="connsiteX84" fmla="*/ 2038689 w 3349328"/>
              <a:gd name="connsiteY84" fmla="*/ 131529 h 487710"/>
              <a:gd name="connsiteX85" fmla="*/ 1958953 w 3349328"/>
              <a:gd name="connsiteY85" fmla="*/ 100602 h 487710"/>
              <a:gd name="connsiteX86" fmla="*/ 1924196 w 3349328"/>
              <a:gd name="connsiteY86" fmla="*/ 110494 h 487710"/>
              <a:gd name="connsiteX87" fmla="*/ 1906822 w 3349328"/>
              <a:gd name="connsiteY87" fmla="*/ 140514 h 487710"/>
              <a:gd name="connsiteX88" fmla="*/ 1929629 w 3349328"/>
              <a:gd name="connsiteY88" fmla="*/ 172233 h 487710"/>
              <a:gd name="connsiteX89" fmla="*/ 1990911 w 3349328"/>
              <a:gd name="connsiteY89" fmla="*/ 193384 h 487710"/>
              <a:gd name="connsiteX90" fmla="*/ 2082150 w 3349328"/>
              <a:gd name="connsiteY90" fmla="*/ 246468 h 487710"/>
              <a:gd name="connsiteX91" fmla="*/ 2105644 w 3349328"/>
              <a:gd name="connsiteY91" fmla="*/ 321663 h 487710"/>
              <a:gd name="connsiteX92" fmla="*/ 2002323 w 3349328"/>
              <a:gd name="connsiteY92" fmla="*/ 475119 h 487710"/>
              <a:gd name="connsiteX93" fmla="*/ 1924834 w 3349328"/>
              <a:gd name="connsiteY93" fmla="*/ 487710 h 487710"/>
              <a:gd name="connsiteX94" fmla="*/ 1763397 w 3349328"/>
              <a:gd name="connsiteY94" fmla="*/ 435031 h 487710"/>
              <a:gd name="connsiteX95" fmla="*/ 1815056 w 3349328"/>
              <a:gd name="connsiteY95" fmla="*/ 337828 h 487710"/>
              <a:gd name="connsiteX96" fmla="*/ 1921653 w 3349328"/>
              <a:gd name="connsiteY96" fmla="*/ 387110 h 487710"/>
              <a:gd name="connsiteX97" fmla="*/ 1961503 w 3349328"/>
              <a:gd name="connsiteY97" fmla="*/ 376122 h 487710"/>
              <a:gd name="connsiteX98" fmla="*/ 1980572 w 3349328"/>
              <a:gd name="connsiteY98" fmla="*/ 341106 h 487710"/>
              <a:gd name="connsiteX99" fmla="*/ 1959463 w 3349328"/>
              <a:gd name="connsiteY99" fmla="*/ 306773 h 487710"/>
              <a:gd name="connsiteX100" fmla="*/ 1906693 w 3349328"/>
              <a:gd name="connsiteY100" fmla="*/ 285828 h 487710"/>
              <a:gd name="connsiteX101" fmla="*/ 1850180 w 3349328"/>
              <a:gd name="connsiteY101" fmla="*/ 267498 h 487710"/>
              <a:gd name="connsiteX102" fmla="*/ 1818860 w 3349328"/>
              <a:gd name="connsiteY102" fmla="*/ 249165 h 487710"/>
              <a:gd name="connsiteX103" fmla="*/ 1781750 w 3349328"/>
              <a:gd name="connsiteY103" fmla="*/ 156833 h 487710"/>
              <a:gd name="connsiteX104" fmla="*/ 1820155 w 3349328"/>
              <a:gd name="connsiteY104" fmla="*/ 49903 h 487710"/>
              <a:gd name="connsiteX105" fmla="*/ 1939788 w 3349328"/>
              <a:gd name="connsiteY105" fmla="*/ 0 h 48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328" h="487710">
                <a:moveTo>
                  <a:pt x="918715" y="111816"/>
                </a:moveTo>
                <a:lnTo>
                  <a:pt x="918715" y="374535"/>
                </a:lnTo>
                <a:lnTo>
                  <a:pt x="946303" y="374535"/>
                </a:lnTo>
                <a:cubicBezTo>
                  <a:pt x="993757" y="374535"/>
                  <a:pt x="1029291" y="358747"/>
                  <a:pt x="1052905" y="327170"/>
                </a:cubicBezTo>
                <a:cubicBezTo>
                  <a:pt x="1070843" y="303090"/>
                  <a:pt x="1079813" y="275035"/>
                  <a:pt x="1079813" y="243005"/>
                </a:cubicBezTo>
                <a:cubicBezTo>
                  <a:pt x="1079813" y="210977"/>
                  <a:pt x="1070843" y="183035"/>
                  <a:pt x="1052905" y="159181"/>
                </a:cubicBezTo>
                <a:cubicBezTo>
                  <a:pt x="1029065" y="127605"/>
                  <a:pt x="993530" y="111816"/>
                  <a:pt x="946303" y="111816"/>
                </a:cubicBezTo>
                <a:close/>
                <a:moveTo>
                  <a:pt x="2629830" y="102981"/>
                </a:moveTo>
                <a:lnTo>
                  <a:pt x="2629830" y="218535"/>
                </a:lnTo>
                <a:lnTo>
                  <a:pt x="2652342" y="218535"/>
                </a:lnTo>
                <a:cubicBezTo>
                  <a:pt x="2677810" y="218535"/>
                  <a:pt x="2696115" y="213227"/>
                  <a:pt x="2707256" y="202610"/>
                </a:cubicBezTo>
                <a:cubicBezTo>
                  <a:pt x="2719308" y="191085"/>
                  <a:pt x="2725333" y="177079"/>
                  <a:pt x="2725333" y="160588"/>
                </a:cubicBezTo>
                <a:cubicBezTo>
                  <a:pt x="2725333" y="144097"/>
                  <a:pt x="2719308" y="130203"/>
                  <a:pt x="2707256" y="118906"/>
                </a:cubicBezTo>
                <a:cubicBezTo>
                  <a:pt x="2695885" y="108289"/>
                  <a:pt x="2677580" y="102981"/>
                  <a:pt x="2652342" y="102981"/>
                </a:cubicBezTo>
                <a:close/>
                <a:moveTo>
                  <a:pt x="222349" y="23791"/>
                </a:moveTo>
                <a:lnTo>
                  <a:pt x="343001" y="23791"/>
                </a:lnTo>
                <a:lnTo>
                  <a:pt x="564934" y="307580"/>
                </a:lnTo>
                <a:lnTo>
                  <a:pt x="564934" y="23791"/>
                </a:lnTo>
                <a:lnTo>
                  <a:pt x="685587" y="23791"/>
                </a:lnTo>
                <a:lnTo>
                  <a:pt x="685587" y="487710"/>
                </a:lnTo>
                <a:lnTo>
                  <a:pt x="564934" y="487710"/>
                </a:lnTo>
                <a:lnTo>
                  <a:pt x="343001" y="203580"/>
                </a:lnTo>
                <a:lnTo>
                  <a:pt x="343001" y="487710"/>
                </a:lnTo>
                <a:lnTo>
                  <a:pt x="222349" y="487710"/>
                </a:lnTo>
                <a:close/>
                <a:moveTo>
                  <a:pt x="0" y="23791"/>
                </a:moveTo>
                <a:lnTo>
                  <a:pt x="120653" y="23791"/>
                </a:lnTo>
                <a:lnTo>
                  <a:pt x="120653" y="487710"/>
                </a:lnTo>
                <a:lnTo>
                  <a:pt x="0" y="487710"/>
                </a:lnTo>
                <a:close/>
                <a:moveTo>
                  <a:pt x="2887110" y="11217"/>
                </a:moveTo>
                <a:lnTo>
                  <a:pt x="3031213" y="11217"/>
                </a:lnTo>
                <a:lnTo>
                  <a:pt x="3118899" y="137647"/>
                </a:lnTo>
                <a:lnTo>
                  <a:pt x="3203186" y="11217"/>
                </a:lnTo>
                <a:lnTo>
                  <a:pt x="3349328" y="11217"/>
                </a:lnTo>
                <a:lnTo>
                  <a:pt x="3175657" y="252183"/>
                </a:lnTo>
                <a:lnTo>
                  <a:pt x="3175657" y="475135"/>
                </a:lnTo>
                <a:lnTo>
                  <a:pt x="3055003" y="475135"/>
                </a:lnTo>
                <a:lnTo>
                  <a:pt x="3055003" y="252183"/>
                </a:lnTo>
                <a:close/>
                <a:moveTo>
                  <a:pt x="2509178" y="11217"/>
                </a:moveTo>
                <a:lnTo>
                  <a:pt x="2696784" y="11217"/>
                </a:lnTo>
                <a:cubicBezTo>
                  <a:pt x="2751617" y="11217"/>
                  <a:pt x="2792173" y="27643"/>
                  <a:pt x="2818457" y="60497"/>
                </a:cubicBezTo>
                <a:cubicBezTo>
                  <a:pt x="2839755" y="87006"/>
                  <a:pt x="2850405" y="118161"/>
                  <a:pt x="2850405" y="153960"/>
                </a:cubicBezTo>
                <a:cubicBezTo>
                  <a:pt x="2850405" y="194971"/>
                  <a:pt x="2838170" y="227712"/>
                  <a:pt x="2813699" y="252183"/>
                </a:cubicBezTo>
                <a:cubicBezTo>
                  <a:pt x="2798065" y="267816"/>
                  <a:pt x="2776540" y="278692"/>
                  <a:pt x="2749123" y="284810"/>
                </a:cubicBezTo>
                <a:lnTo>
                  <a:pt x="2894927" y="475135"/>
                </a:lnTo>
                <a:lnTo>
                  <a:pt x="2745046" y="475135"/>
                </a:lnTo>
                <a:lnTo>
                  <a:pt x="2629830" y="297045"/>
                </a:lnTo>
                <a:lnTo>
                  <a:pt x="2629830" y="475135"/>
                </a:lnTo>
                <a:lnTo>
                  <a:pt x="2509178" y="475135"/>
                </a:lnTo>
                <a:close/>
                <a:moveTo>
                  <a:pt x="2136647" y="11217"/>
                </a:moveTo>
                <a:lnTo>
                  <a:pt x="2455441" y="11217"/>
                </a:lnTo>
                <a:lnTo>
                  <a:pt x="2455441" y="111816"/>
                </a:lnTo>
                <a:lnTo>
                  <a:pt x="2355520" y="111816"/>
                </a:lnTo>
                <a:lnTo>
                  <a:pt x="2355520" y="475135"/>
                </a:lnTo>
                <a:lnTo>
                  <a:pt x="2234868" y="475135"/>
                </a:lnTo>
                <a:lnTo>
                  <a:pt x="2234868" y="111816"/>
                </a:lnTo>
                <a:lnTo>
                  <a:pt x="2136647" y="111816"/>
                </a:lnTo>
                <a:close/>
                <a:moveTo>
                  <a:pt x="1281429" y="11217"/>
                </a:moveTo>
                <a:lnTo>
                  <a:pt x="1402081" y="11217"/>
                </a:lnTo>
                <a:lnTo>
                  <a:pt x="1402081" y="262151"/>
                </a:lnTo>
                <a:cubicBezTo>
                  <a:pt x="1402081" y="282294"/>
                  <a:pt x="1402421" y="297347"/>
                  <a:pt x="1403101" y="307310"/>
                </a:cubicBezTo>
                <a:cubicBezTo>
                  <a:pt x="1405367" y="338775"/>
                  <a:pt x="1419754" y="360733"/>
                  <a:pt x="1446264" y="373180"/>
                </a:cubicBezTo>
                <a:cubicBezTo>
                  <a:pt x="1457139" y="378388"/>
                  <a:pt x="1469148" y="380992"/>
                  <a:pt x="1482289" y="380992"/>
                </a:cubicBezTo>
                <a:cubicBezTo>
                  <a:pt x="1511745" y="380992"/>
                  <a:pt x="1533949" y="370691"/>
                  <a:pt x="1548903" y="350091"/>
                </a:cubicBezTo>
                <a:cubicBezTo>
                  <a:pt x="1560006" y="334924"/>
                  <a:pt x="1565557" y="305610"/>
                  <a:pt x="1565557" y="262151"/>
                </a:cubicBezTo>
                <a:lnTo>
                  <a:pt x="1565557" y="11217"/>
                </a:lnTo>
                <a:lnTo>
                  <a:pt x="1686210" y="11217"/>
                </a:lnTo>
                <a:lnTo>
                  <a:pt x="1686210" y="278692"/>
                </a:lnTo>
                <a:cubicBezTo>
                  <a:pt x="1686210" y="306561"/>
                  <a:pt x="1683944" y="330351"/>
                  <a:pt x="1679413" y="350064"/>
                </a:cubicBezTo>
                <a:cubicBezTo>
                  <a:pt x="1672389" y="380652"/>
                  <a:pt x="1655622" y="408522"/>
                  <a:pt x="1629112" y="433672"/>
                </a:cubicBezTo>
                <a:cubicBezTo>
                  <a:pt x="1591500" y="469244"/>
                  <a:pt x="1541200" y="487030"/>
                  <a:pt x="1478212" y="487030"/>
                </a:cubicBezTo>
                <a:cubicBezTo>
                  <a:pt x="1414090" y="487030"/>
                  <a:pt x="1364016" y="468904"/>
                  <a:pt x="1327990" y="432652"/>
                </a:cubicBezTo>
                <a:cubicBezTo>
                  <a:pt x="1308958" y="413619"/>
                  <a:pt x="1295929" y="389715"/>
                  <a:pt x="1288906" y="360940"/>
                </a:cubicBezTo>
                <a:cubicBezTo>
                  <a:pt x="1283921" y="340548"/>
                  <a:pt x="1281429" y="313131"/>
                  <a:pt x="1281429" y="278692"/>
                </a:cubicBezTo>
                <a:close/>
                <a:moveTo>
                  <a:pt x="798063" y="11217"/>
                </a:moveTo>
                <a:lnTo>
                  <a:pt x="976153" y="11217"/>
                </a:lnTo>
                <a:cubicBezTo>
                  <a:pt x="1019656" y="11217"/>
                  <a:pt x="1059987" y="23337"/>
                  <a:pt x="1097146" y="47581"/>
                </a:cubicBezTo>
                <a:cubicBezTo>
                  <a:pt x="1133625" y="71146"/>
                  <a:pt x="1161607" y="102641"/>
                  <a:pt x="1181093" y="142065"/>
                </a:cubicBezTo>
                <a:cubicBezTo>
                  <a:pt x="1196954" y="174692"/>
                  <a:pt x="1204883" y="208339"/>
                  <a:pt x="1204883" y="243005"/>
                </a:cubicBezTo>
                <a:cubicBezTo>
                  <a:pt x="1204883" y="291267"/>
                  <a:pt x="1190325" y="335960"/>
                  <a:pt x="1161210" y="377084"/>
                </a:cubicBezTo>
                <a:cubicBezTo>
                  <a:pt x="1132096" y="418207"/>
                  <a:pt x="1094879" y="446699"/>
                  <a:pt x="1049564" y="462560"/>
                </a:cubicBezTo>
                <a:cubicBezTo>
                  <a:pt x="1025547" y="470943"/>
                  <a:pt x="1001077" y="475135"/>
                  <a:pt x="976153" y="475135"/>
                </a:cubicBezTo>
                <a:lnTo>
                  <a:pt x="798063" y="475135"/>
                </a:lnTo>
                <a:close/>
                <a:moveTo>
                  <a:pt x="1939788" y="0"/>
                </a:moveTo>
                <a:cubicBezTo>
                  <a:pt x="1989862" y="0"/>
                  <a:pt x="2038916" y="12575"/>
                  <a:pt x="2086950" y="37726"/>
                </a:cubicBezTo>
                <a:lnTo>
                  <a:pt x="2038689" y="131529"/>
                </a:lnTo>
                <a:cubicBezTo>
                  <a:pt x="2012339" y="110910"/>
                  <a:pt x="1985760" y="100602"/>
                  <a:pt x="1958953" y="100602"/>
                </a:cubicBezTo>
                <a:cubicBezTo>
                  <a:pt x="1946007" y="100602"/>
                  <a:pt x="1934421" y="103899"/>
                  <a:pt x="1924196" y="110494"/>
                </a:cubicBezTo>
                <a:cubicBezTo>
                  <a:pt x="1912613" y="118000"/>
                  <a:pt x="1906822" y="128007"/>
                  <a:pt x="1906822" y="140514"/>
                </a:cubicBezTo>
                <a:cubicBezTo>
                  <a:pt x="1906822" y="152792"/>
                  <a:pt x="1914423" y="163365"/>
                  <a:pt x="1929629" y="172233"/>
                </a:cubicBezTo>
                <a:cubicBezTo>
                  <a:pt x="1936440" y="176330"/>
                  <a:pt x="1956869" y="183380"/>
                  <a:pt x="1990911" y="193384"/>
                </a:cubicBezTo>
                <a:cubicBezTo>
                  <a:pt x="2033583" y="205862"/>
                  <a:pt x="2063995" y="223556"/>
                  <a:pt x="2082150" y="246468"/>
                </a:cubicBezTo>
                <a:cubicBezTo>
                  <a:pt x="2097812" y="265976"/>
                  <a:pt x="2105644" y="291040"/>
                  <a:pt x="2105644" y="321663"/>
                </a:cubicBezTo>
                <a:cubicBezTo>
                  <a:pt x="2105644" y="400148"/>
                  <a:pt x="2071204" y="451300"/>
                  <a:pt x="2002323" y="475119"/>
                </a:cubicBezTo>
                <a:cubicBezTo>
                  <a:pt x="1978306" y="483513"/>
                  <a:pt x="1952476" y="487710"/>
                  <a:pt x="1924834" y="487710"/>
                </a:cubicBezTo>
                <a:cubicBezTo>
                  <a:pt x="1866829" y="487710"/>
                  <a:pt x="1813018" y="470151"/>
                  <a:pt x="1763397" y="435031"/>
                </a:cubicBezTo>
                <a:lnTo>
                  <a:pt x="1815056" y="337828"/>
                </a:lnTo>
                <a:cubicBezTo>
                  <a:pt x="1851383" y="370682"/>
                  <a:pt x="1886915" y="387110"/>
                  <a:pt x="1921653" y="387110"/>
                </a:cubicBezTo>
                <a:cubicBezTo>
                  <a:pt x="1937319" y="387110"/>
                  <a:pt x="1950602" y="383447"/>
                  <a:pt x="1961503" y="376122"/>
                </a:cubicBezTo>
                <a:cubicBezTo>
                  <a:pt x="1974216" y="367884"/>
                  <a:pt x="1980572" y="356212"/>
                  <a:pt x="1980572" y="341106"/>
                </a:cubicBezTo>
                <a:cubicBezTo>
                  <a:pt x="1980572" y="327372"/>
                  <a:pt x="1973536" y="315929"/>
                  <a:pt x="1959463" y="306773"/>
                </a:cubicBezTo>
                <a:cubicBezTo>
                  <a:pt x="1949023" y="299905"/>
                  <a:pt x="1931433" y="292924"/>
                  <a:pt x="1906693" y="285828"/>
                </a:cubicBezTo>
                <a:cubicBezTo>
                  <a:pt x="1876736" y="277003"/>
                  <a:pt x="1857898" y="270893"/>
                  <a:pt x="1850180" y="267498"/>
                </a:cubicBezTo>
                <a:cubicBezTo>
                  <a:pt x="1837923" y="262294"/>
                  <a:pt x="1827484" y="256182"/>
                  <a:pt x="1818860" y="249165"/>
                </a:cubicBezTo>
                <a:cubicBezTo>
                  <a:pt x="1794119" y="228798"/>
                  <a:pt x="1781750" y="198021"/>
                  <a:pt x="1781750" y="156833"/>
                </a:cubicBezTo>
                <a:cubicBezTo>
                  <a:pt x="1781750" y="113833"/>
                  <a:pt x="1794552" y="78189"/>
                  <a:pt x="1820155" y="49903"/>
                </a:cubicBezTo>
                <a:cubicBezTo>
                  <a:pt x="1850063" y="16634"/>
                  <a:pt x="1889941" y="0"/>
                  <a:pt x="19397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AE5792-052C-425C-AEBF-0DF8BD95BBA5}"/>
              </a:ext>
            </a:extLst>
          </p:cNvPr>
          <p:cNvSpPr txBox="1"/>
          <p:nvPr userDrawn="1"/>
        </p:nvSpPr>
        <p:spPr>
          <a:xfrm>
            <a:off x="2153235" y="5199161"/>
            <a:ext cx="811572" cy="689415"/>
          </a:xfrm>
          <a:custGeom>
            <a:avLst/>
            <a:gdLst>
              <a:gd name="connsiteX0" fmla="*/ 717483 w 844822"/>
              <a:gd name="connsiteY0" fmla="*/ 542899 h 717660"/>
              <a:gd name="connsiteX1" fmla="*/ 753792 w 844822"/>
              <a:gd name="connsiteY1" fmla="*/ 536357 h 717660"/>
              <a:gd name="connsiteX2" fmla="*/ 818277 w 844822"/>
              <a:gd name="connsiteY2" fmla="*/ 562525 h 717660"/>
              <a:gd name="connsiteX3" fmla="*/ 844822 w 844822"/>
              <a:gd name="connsiteY3" fmla="*/ 626631 h 717660"/>
              <a:gd name="connsiteX4" fmla="*/ 818276 w 844822"/>
              <a:gd name="connsiteY4" fmla="*/ 691109 h 717660"/>
              <a:gd name="connsiteX5" fmla="*/ 753792 w 844822"/>
              <a:gd name="connsiteY5" fmla="*/ 717660 h 717660"/>
              <a:gd name="connsiteX6" fmla="*/ 687428 w 844822"/>
              <a:gd name="connsiteY6" fmla="*/ 691108 h 717660"/>
              <a:gd name="connsiteX7" fmla="*/ 660499 w 844822"/>
              <a:gd name="connsiteY7" fmla="*/ 626631 h 717660"/>
              <a:gd name="connsiteX8" fmla="*/ 687428 w 844822"/>
              <a:gd name="connsiteY8" fmla="*/ 562525 h 717660"/>
              <a:gd name="connsiteX9" fmla="*/ 717483 w 844822"/>
              <a:gd name="connsiteY9" fmla="*/ 542899 h 717660"/>
              <a:gd name="connsiteX10" fmla="*/ 291596 w 844822"/>
              <a:gd name="connsiteY10" fmla="*/ 251558 h 717660"/>
              <a:gd name="connsiteX11" fmla="*/ 153352 w 844822"/>
              <a:gd name="connsiteY11" fmla="*/ 466855 h 717660"/>
              <a:gd name="connsiteX12" fmla="*/ 291596 w 844822"/>
              <a:gd name="connsiteY12" fmla="*/ 466855 h 717660"/>
              <a:gd name="connsiteX13" fmla="*/ 291596 w 844822"/>
              <a:gd name="connsiteY13" fmla="*/ 0 h 717660"/>
              <a:gd name="connsiteX14" fmla="*/ 444192 w 844822"/>
              <a:gd name="connsiteY14" fmla="*/ 0 h 717660"/>
              <a:gd name="connsiteX15" fmla="*/ 444192 w 844822"/>
              <a:gd name="connsiteY15" fmla="*/ 466856 h 717660"/>
              <a:gd name="connsiteX16" fmla="*/ 524269 w 844822"/>
              <a:gd name="connsiteY16" fmla="*/ 466855 h 717660"/>
              <a:gd name="connsiteX17" fmla="*/ 469123 w 844822"/>
              <a:gd name="connsiteY17" fmla="*/ 602080 h 717660"/>
              <a:gd name="connsiteX18" fmla="*/ 444192 w 844822"/>
              <a:gd name="connsiteY18" fmla="*/ 602080 h 717660"/>
              <a:gd name="connsiteX19" fmla="*/ 444192 w 844822"/>
              <a:gd name="connsiteY19" fmla="*/ 705574 h 717660"/>
              <a:gd name="connsiteX20" fmla="*/ 291596 w 844822"/>
              <a:gd name="connsiteY20" fmla="*/ 705574 h 717660"/>
              <a:gd name="connsiteX21" fmla="*/ 291596 w 844822"/>
              <a:gd name="connsiteY21" fmla="*/ 602080 h 717660"/>
              <a:gd name="connsiteX22" fmla="*/ 0 w 844822"/>
              <a:gd name="connsiteY22" fmla="*/ 602080 h 717660"/>
              <a:gd name="connsiteX23" fmla="*/ 0 w 844822"/>
              <a:gd name="connsiteY23" fmla="*/ 478944 h 71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44822" h="717660">
                <a:moveTo>
                  <a:pt x="717483" y="542899"/>
                </a:moveTo>
                <a:cubicBezTo>
                  <a:pt x="728544" y="538538"/>
                  <a:pt x="740647" y="536358"/>
                  <a:pt x="753792" y="536357"/>
                </a:cubicBezTo>
                <a:cubicBezTo>
                  <a:pt x="779084" y="536357"/>
                  <a:pt x="800579" y="545079"/>
                  <a:pt x="818277" y="562525"/>
                </a:cubicBezTo>
                <a:cubicBezTo>
                  <a:pt x="835975" y="579971"/>
                  <a:pt x="844822" y="601339"/>
                  <a:pt x="844822" y="626631"/>
                </a:cubicBezTo>
                <a:cubicBezTo>
                  <a:pt x="844822" y="651914"/>
                  <a:pt x="835975" y="673405"/>
                  <a:pt x="818276" y="691109"/>
                </a:cubicBezTo>
                <a:cubicBezTo>
                  <a:pt x="800579" y="708810"/>
                  <a:pt x="779084" y="717660"/>
                  <a:pt x="753792" y="717660"/>
                </a:cubicBezTo>
                <a:cubicBezTo>
                  <a:pt x="727501" y="717660"/>
                  <a:pt x="705381" y="708810"/>
                  <a:pt x="687428" y="691108"/>
                </a:cubicBezTo>
                <a:cubicBezTo>
                  <a:pt x="669474" y="673405"/>
                  <a:pt x="660499" y="651914"/>
                  <a:pt x="660499" y="626631"/>
                </a:cubicBezTo>
                <a:cubicBezTo>
                  <a:pt x="660499" y="601339"/>
                  <a:pt x="669474" y="579971"/>
                  <a:pt x="687428" y="562525"/>
                </a:cubicBezTo>
                <a:cubicBezTo>
                  <a:pt x="696405" y="553802"/>
                  <a:pt x="706423" y="547260"/>
                  <a:pt x="717483" y="542899"/>
                </a:cubicBezTo>
                <a:close/>
                <a:moveTo>
                  <a:pt x="291596" y="251558"/>
                </a:moveTo>
                <a:lnTo>
                  <a:pt x="153352" y="466855"/>
                </a:lnTo>
                <a:lnTo>
                  <a:pt x="291596" y="466855"/>
                </a:lnTo>
                <a:close/>
                <a:moveTo>
                  <a:pt x="291596" y="0"/>
                </a:moveTo>
                <a:lnTo>
                  <a:pt x="444192" y="0"/>
                </a:lnTo>
                <a:lnTo>
                  <a:pt x="444192" y="466856"/>
                </a:lnTo>
                <a:lnTo>
                  <a:pt x="524269" y="466855"/>
                </a:lnTo>
                <a:lnTo>
                  <a:pt x="469123" y="602080"/>
                </a:lnTo>
                <a:lnTo>
                  <a:pt x="444192" y="602080"/>
                </a:lnTo>
                <a:lnTo>
                  <a:pt x="444192" y="705574"/>
                </a:lnTo>
                <a:lnTo>
                  <a:pt x="291596" y="705574"/>
                </a:lnTo>
                <a:lnTo>
                  <a:pt x="291596" y="602080"/>
                </a:lnTo>
                <a:lnTo>
                  <a:pt x="0" y="602080"/>
                </a:lnTo>
                <a:lnTo>
                  <a:pt x="0" y="478944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5B43318-2DB8-4BB3-B9A0-1354FEE4DB4F}"/>
              </a:ext>
            </a:extLst>
          </p:cNvPr>
          <p:cNvGrpSpPr/>
          <p:nvPr userDrawn="1"/>
        </p:nvGrpSpPr>
        <p:grpSpPr>
          <a:xfrm>
            <a:off x="1114621" y="213820"/>
            <a:ext cx="1607080" cy="1447031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934DCFA-D112-40A3-AF10-E7F0DCB664A9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D1301E3-DB0A-4D14-8837-E77509D7406C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F2E27B1-7A75-4322-A01B-69D10FEB32AE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A179398-E96C-4ADE-99E3-9230E765D534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75EAAF5-9297-42F1-BF31-33670B897310}"/>
              </a:ext>
            </a:extLst>
          </p:cNvPr>
          <p:cNvGrpSpPr/>
          <p:nvPr userDrawn="1"/>
        </p:nvGrpSpPr>
        <p:grpSpPr>
          <a:xfrm rot="15300000">
            <a:off x="1967240" y="4555753"/>
            <a:ext cx="912206" cy="821359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B6A0FEE-3790-480E-AA13-354BBE7CEFD2}"/>
                </a:ext>
              </a:extLst>
            </p:cNvPr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05E6556-C66E-421B-B7D3-709644D56DDA}"/>
                </a:ext>
              </a:extLst>
            </p:cNvPr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6513AB7-70B6-41AE-BAF5-4E84C65AB256}"/>
                  </a:ext>
                </a:extLst>
              </p:cNvPr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56123C7-5F64-4F5E-94DF-CE50049E0840}"/>
                  </a:ext>
                </a:extLst>
              </p:cNvPr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51BEBA6-51A0-40FD-A445-F1CF56E3FB1A}"/>
              </a:ext>
            </a:extLst>
          </p:cNvPr>
          <p:cNvSpPr/>
          <p:nvPr userDrawn="1"/>
        </p:nvSpPr>
        <p:spPr>
          <a:xfrm>
            <a:off x="2978093" y="369489"/>
            <a:ext cx="623915" cy="63512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4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7B7D1B0-1139-47E7-A404-619CAF68D5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82512" y="0"/>
            <a:ext cx="9626981" cy="6858000"/>
          </a:xfrm>
          <a:custGeom>
            <a:avLst/>
            <a:gdLst>
              <a:gd name="connsiteX0" fmla="*/ 0 w 9626981"/>
              <a:gd name="connsiteY0" fmla="*/ 0 h 6858000"/>
              <a:gd name="connsiteX1" fmla="*/ 4760133 w 9626981"/>
              <a:gd name="connsiteY1" fmla="*/ 0 h 6858000"/>
              <a:gd name="connsiteX2" fmla="*/ 9626981 w 9626981"/>
              <a:gd name="connsiteY2" fmla="*/ 6858000 h 6858000"/>
              <a:gd name="connsiteX3" fmla="*/ 4866848 w 96269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26981" h="6858000">
                <a:moveTo>
                  <a:pt x="0" y="0"/>
                </a:moveTo>
                <a:lnTo>
                  <a:pt x="4760133" y="0"/>
                </a:lnTo>
                <a:lnTo>
                  <a:pt x="9626981" y="6858000"/>
                </a:lnTo>
                <a:lnTo>
                  <a:pt x="4866848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381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D42F50A-D54B-4085-9B51-D4561AE437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17860" y="659465"/>
            <a:ext cx="5556281" cy="5539071"/>
          </a:xfrm>
          <a:custGeom>
            <a:avLst/>
            <a:gdLst>
              <a:gd name="connsiteX0" fmla="*/ 2778140 w 5556281"/>
              <a:gd name="connsiteY0" fmla="*/ 1624152 h 5539071"/>
              <a:gd name="connsiteX1" fmla="*/ 1632756 w 5556281"/>
              <a:gd name="connsiteY1" fmla="*/ 2769536 h 5539071"/>
              <a:gd name="connsiteX2" fmla="*/ 2778140 w 5556281"/>
              <a:gd name="connsiteY2" fmla="*/ 3914920 h 5539071"/>
              <a:gd name="connsiteX3" fmla="*/ 3923524 w 5556281"/>
              <a:gd name="connsiteY3" fmla="*/ 2769536 h 5539071"/>
              <a:gd name="connsiteX4" fmla="*/ 2778140 w 5556281"/>
              <a:gd name="connsiteY4" fmla="*/ 1624152 h 5539071"/>
              <a:gd name="connsiteX5" fmla="*/ 3162198 w 5556281"/>
              <a:gd name="connsiteY5" fmla="*/ 151 h 5539071"/>
              <a:gd name="connsiteX6" fmla="*/ 3189369 w 5556281"/>
              <a:gd name="connsiteY6" fmla="*/ 2803 h 5539071"/>
              <a:gd name="connsiteX7" fmla="*/ 3689300 w 5556281"/>
              <a:gd name="connsiteY7" fmla="*/ 121613 h 5539071"/>
              <a:gd name="connsiteX8" fmla="*/ 3747933 w 5556281"/>
              <a:gd name="connsiteY8" fmla="*/ 194134 h 5539071"/>
              <a:gd name="connsiteX9" fmla="*/ 3751019 w 5556281"/>
              <a:gd name="connsiteY9" fmla="*/ 254313 h 5539071"/>
              <a:gd name="connsiteX10" fmla="*/ 3763361 w 5556281"/>
              <a:gd name="connsiteY10" fmla="*/ 627717 h 5539071"/>
              <a:gd name="connsiteX11" fmla="*/ 3767990 w 5556281"/>
              <a:gd name="connsiteY11" fmla="*/ 731096 h 5539071"/>
              <a:gd name="connsiteX12" fmla="*/ 3815825 w 5556281"/>
              <a:gd name="connsiteY12" fmla="*/ 808246 h 5539071"/>
              <a:gd name="connsiteX13" fmla="*/ 3928463 w 5556281"/>
              <a:gd name="connsiteY13" fmla="*/ 873052 h 5539071"/>
              <a:gd name="connsiteX14" fmla="*/ 4036474 w 5556281"/>
              <a:gd name="connsiteY14" fmla="*/ 873052 h 5539071"/>
              <a:gd name="connsiteX15" fmla="*/ 4493199 w 5556281"/>
              <a:gd name="connsiteY15" fmla="*/ 618458 h 5539071"/>
              <a:gd name="connsiteX16" fmla="*/ 4590409 w 5556281"/>
              <a:gd name="connsiteY16" fmla="*/ 632346 h 5539071"/>
              <a:gd name="connsiteX17" fmla="*/ 4945295 w 5556281"/>
              <a:gd name="connsiteY17" fmla="*/ 994951 h 5539071"/>
              <a:gd name="connsiteX18" fmla="*/ 4957640 w 5556281"/>
              <a:gd name="connsiteY18" fmla="*/ 1095244 h 5539071"/>
              <a:gd name="connsiteX19" fmla="*/ 4692245 w 5556281"/>
              <a:gd name="connsiteY19" fmla="*/ 1542714 h 5539071"/>
              <a:gd name="connsiteX20" fmla="*/ 4690702 w 5556281"/>
              <a:gd name="connsiteY20" fmla="*/ 1646093 h 5539071"/>
              <a:gd name="connsiteX21" fmla="*/ 4758594 w 5556281"/>
              <a:gd name="connsiteY21" fmla="*/ 1771076 h 5539071"/>
              <a:gd name="connsiteX22" fmla="*/ 4837287 w 5556281"/>
              <a:gd name="connsiteY22" fmla="*/ 1820454 h 5539071"/>
              <a:gd name="connsiteX23" fmla="*/ 5014730 w 5556281"/>
              <a:gd name="connsiteY23" fmla="*/ 1832795 h 5539071"/>
              <a:gd name="connsiteX24" fmla="*/ 5375792 w 5556281"/>
              <a:gd name="connsiteY24" fmla="*/ 1855941 h 5539071"/>
              <a:gd name="connsiteX25" fmla="*/ 5445227 w 5556281"/>
              <a:gd name="connsiteY25" fmla="*/ 1914574 h 5539071"/>
              <a:gd name="connsiteX26" fmla="*/ 5554778 w 5556281"/>
              <a:gd name="connsiteY26" fmla="*/ 2417592 h 5539071"/>
              <a:gd name="connsiteX27" fmla="*/ 5537805 w 5556281"/>
              <a:gd name="connsiteY27" fmla="*/ 2479311 h 5539071"/>
              <a:gd name="connsiteX28" fmla="*/ 5506946 w 5556281"/>
              <a:gd name="connsiteY28" fmla="*/ 2500914 h 5539071"/>
              <a:gd name="connsiteX29" fmla="*/ 5042505 w 5556281"/>
              <a:gd name="connsiteY29" fmla="*/ 2732362 h 5539071"/>
              <a:gd name="connsiteX30" fmla="*/ 4990041 w 5556281"/>
              <a:gd name="connsiteY30" fmla="*/ 2811055 h 5539071"/>
              <a:gd name="connsiteX31" fmla="*/ 4979243 w 5556281"/>
              <a:gd name="connsiteY31" fmla="*/ 2985415 h 5539071"/>
              <a:gd name="connsiteX32" fmla="*/ 5019359 w 5556281"/>
              <a:gd name="connsiteY32" fmla="*/ 3068735 h 5539071"/>
              <a:gd name="connsiteX33" fmla="*/ 5448313 w 5556281"/>
              <a:gd name="connsiteY33" fmla="*/ 3385051 h 5539071"/>
              <a:gd name="connsiteX34" fmla="*/ 5477631 w 5556281"/>
              <a:gd name="connsiteY34" fmla="*/ 3480714 h 5539071"/>
              <a:gd name="connsiteX35" fmla="*/ 5398935 w 5556281"/>
              <a:gd name="connsiteY35" fmla="*/ 3698277 h 5539071"/>
              <a:gd name="connsiteX36" fmla="*/ 5309443 w 5556281"/>
              <a:gd name="connsiteY36" fmla="*/ 3940526 h 5539071"/>
              <a:gd name="connsiteX37" fmla="*/ 5233836 w 5556281"/>
              <a:gd name="connsiteY37" fmla="*/ 3989904 h 5539071"/>
              <a:gd name="connsiteX38" fmla="*/ 5040963 w 5556281"/>
              <a:gd name="connsiteY38" fmla="*/ 3969844 h 5539071"/>
              <a:gd name="connsiteX39" fmla="*/ 4707676 w 5556281"/>
              <a:gd name="connsiteY39" fmla="*/ 3934357 h 5539071"/>
              <a:gd name="connsiteX40" fmla="*/ 4622811 w 5556281"/>
              <a:gd name="connsiteY40" fmla="*/ 3972931 h 5539071"/>
              <a:gd name="connsiteX41" fmla="*/ 4502457 w 5556281"/>
              <a:gd name="connsiteY41" fmla="*/ 4136489 h 5539071"/>
              <a:gd name="connsiteX42" fmla="*/ 4488570 w 5556281"/>
              <a:gd name="connsiteY42" fmla="*/ 4239869 h 5539071"/>
              <a:gd name="connsiteX43" fmla="*/ 4675271 w 5556281"/>
              <a:gd name="connsiteY43" fmla="*/ 4730542 h 5539071"/>
              <a:gd name="connsiteX44" fmla="*/ 4647499 w 5556281"/>
              <a:gd name="connsiteY44" fmla="*/ 4830835 h 5539071"/>
              <a:gd name="connsiteX45" fmla="*/ 4278723 w 5556281"/>
              <a:gd name="connsiteY45" fmla="*/ 5110117 h 5539071"/>
              <a:gd name="connsiteX46" fmla="*/ 4178427 w 5556281"/>
              <a:gd name="connsiteY46" fmla="*/ 5108574 h 5539071"/>
              <a:gd name="connsiteX47" fmla="*/ 3778791 w 5556281"/>
              <a:gd name="connsiteY47" fmla="*/ 4786089 h 5539071"/>
              <a:gd name="connsiteX48" fmla="*/ 3684671 w 5556281"/>
              <a:gd name="connsiteY48" fmla="*/ 4767572 h 5539071"/>
              <a:gd name="connsiteX49" fmla="*/ 3450134 w 5556281"/>
              <a:gd name="connsiteY49" fmla="*/ 4857067 h 5539071"/>
              <a:gd name="connsiteX50" fmla="*/ 3393044 w 5556281"/>
              <a:gd name="connsiteY50" fmla="*/ 4924959 h 5539071"/>
              <a:gd name="connsiteX51" fmla="*/ 3360639 w 5556281"/>
              <a:gd name="connsiteY51" fmla="*/ 5079259 h 5539071"/>
              <a:gd name="connsiteX52" fmla="*/ 3283489 w 5556281"/>
              <a:gd name="connsiteY52" fmla="*/ 5448033 h 5539071"/>
              <a:gd name="connsiteX53" fmla="*/ 3218687 w 5556281"/>
              <a:gd name="connsiteY53" fmla="*/ 5509753 h 5539071"/>
              <a:gd name="connsiteX54" fmla="*/ 2973349 w 5556281"/>
              <a:gd name="connsiteY54" fmla="*/ 5535985 h 5539071"/>
              <a:gd name="connsiteX55" fmla="*/ 2868424 w 5556281"/>
              <a:gd name="connsiteY55" fmla="*/ 5539071 h 5539071"/>
              <a:gd name="connsiteX56" fmla="*/ 2723385 w 5556281"/>
              <a:gd name="connsiteY56" fmla="*/ 5539071 h 5539071"/>
              <a:gd name="connsiteX57" fmla="*/ 2666291 w 5556281"/>
              <a:gd name="connsiteY57" fmla="*/ 5474265 h 5539071"/>
              <a:gd name="connsiteX58" fmla="*/ 2507365 w 5556281"/>
              <a:gd name="connsiteY58" fmla="*/ 4992850 h 5539071"/>
              <a:gd name="connsiteX59" fmla="*/ 2431758 w 5556281"/>
              <a:gd name="connsiteY59" fmla="*/ 4924959 h 5539071"/>
              <a:gd name="connsiteX60" fmla="*/ 2184880 w 5556281"/>
              <a:gd name="connsiteY60" fmla="*/ 4869411 h 5539071"/>
              <a:gd name="connsiteX61" fmla="*/ 2075329 w 5556281"/>
              <a:gd name="connsiteY61" fmla="*/ 4901813 h 5539071"/>
              <a:gd name="connsiteX62" fmla="*/ 1714267 w 5556281"/>
              <a:gd name="connsiteY62" fmla="*/ 5267504 h 5539071"/>
              <a:gd name="connsiteX63" fmla="*/ 1621686 w 5556281"/>
              <a:gd name="connsiteY63" fmla="*/ 5282934 h 5539071"/>
              <a:gd name="connsiteX64" fmla="*/ 1234396 w 5556281"/>
              <a:gd name="connsiteY64" fmla="*/ 5065371 h 5539071"/>
              <a:gd name="connsiteX65" fmla="*/ 1191190 w 5556281"/>
              <a:gd name="connsiteY65" fmla="*/ 4966618 h 5539071"/>
              <a:gd name="connsiteX66" fmla="*/ 1317715 w 5556281"/>
              <a:gd name="connsiteY66" fmla="*/ 4468233 h 5539071"/>
              <a:gd name="connsiteX67" fmla="*/ 1294569 w 5556281"/>
              <a:gd name="connsiteY67" fmla="*/ 4372566 h 5539071"/>
              <a:gd name="connsiteX68" fmla="*/ 1107868 w 5556281"/>
              <a:gd name="connsiteY68" fmla="*/ 4178149 h 5539071"/>
              <a:gd name="connsiteX69" fmla="*/ 1018376 w 5556281"/>
              <a:gd name="connsiteY69" fmla="*/ 4151917 h 5539071"/>
              <a:gd name="connsiteX70" fmla="*/ 928882 w 5556281"/>
              <a:gd name="connsiteY70" fmla="*/ 4171977 h 5539071"/>
              <a:gd name="connsiteX71" fmla="*/ 509190 w 5556281"/>
              <a:gd name="connsiteY71" fmla="*/ 4266101 h 5539071"/>
              <a:gd name="connsiteX72" fmla="*/ 422778 w 5556281"/>
              <a:gd name="connsiteY72" fmla="*/ 4227524 h 5539071"/>
              <a:gd name="connsiteX73" fmla="*/ 211391 w 5556281"/>
              <a:gd name="connsiteY73" fmla="*/ 3818630 h 5539071"/>
              <a:gd name="connsiteX74" fmla="*/ 226818 w 5556281"/>
              <a:gd name="connsiteY74" fmla="*/ 3730682 h 5539071"/>
              <a:gd name="connsiteX75" fmla="*/ 617198 w 5556281"/>
              <a:gd name="connsiteY75" fmla="*/ 3368077 h 5539071"/>
              <a:gd name="connsiteX76" fmla="*/ 648056 w 5556281"/>
              <a:gd name="connsiteY76" fmla="*/ 3280125 h 5539071"/>
              <a:gd name="connsiteX77" fmla="*/ 601767 w 5556281"/>
              <a:gd name="connsiteY77" fmla="*/ 3028618 h 5539071"/>
              <a:gd name="connsiteX78" fmla="*/ 541591 w 5556281"/>
              <a:gd name="connsiteY78" fmla="*/ 2957640 h 5539071"/>
              <a:gd name="connsiteX79" fmla="*/ 200589 w 5556281"/>
              <a:gd name="connsiteY79" fmla="*/ 2832658 h 5539071"/>
              <a:gd name="connsiteX80" fmla="*/ 0 w 5556281"/>
              <a:gd name="connsiteY80" fmla="*/ 2757051 h 5539071"/>
              <a:gd name="connsiteX81" fmla="*/ 0 w 5556281"/>
              <a:gd name="connsiteY81" fmla="*/ 2670642 h 5539071"/>
              <a:gd name="connsiteX82" fmla="*/ 13885 w 5556281"/>
              <a:gd name="connsiteY82" fmla="*/ 2519428 h 5539071"/>
              <a:gd name="connsiteX83" fmla="*/ 52461 w 5556281"/>
              <a:gd name="connsiteY83" fmla="*/ 2224718 h 5539071"/>
              <a:gd name="connsiteX84" fmla="*/ 114181 w 5556281"/>
              <a:gd name="connsiteY84" fmla="*/ 2162996 h 5539071"/>
              <a:gd name="connsiteX85" fmla="*/ 640344 w 5556281"/>
              <a:gd name="connsiteY85" fmla="*/ 2067332 h 5539071"/>
              <a:gd name="connsiteX86" fmla="*/ 717491 w 5556281"/>
              <a:gd name="connsiteY86" fmla="*/ 2007155 h 5539071"/>
              <a:gd name="connsiteX87" fmla="*/ 797727 w 5556281"/>
              <a:gd name="connsiteY87" fmla="*/ 1814281 h 5539071"/>
              <a:gd name="connsiteX88" fmla="*/ 783840 w 5556281"/>
              <a:gd name="connsiteY88" fmla="*/ 1704727 h 5539071"/>
              <a:gd name="connsiteX89" fmla="*/ 476785 w 5556281"/>
              <a:gd name="connsiteY89" fmla="*/ 1300462 h 5539071"/>
              <a:gd name="connsiteX90" fmla="*/ 478329 w 5556281"/>
              <a:gd name="connsiteY90" fmla="*/ 1200169 h 5539071"/>
              <a:gd name="connsiteX91" fmla="*/ 776125 w 5556281"/>
              <a:gd name="connsiteY91" fmla="*/ 831392 h 5539071"/>
              <a:gd name="connsiteX92" fmla="*/ 881050 w 5556281"/>
              <a:gd name="connsiteY92" fmla="*/ 803617 h 5539071"/>
              <a:gd name="connsiteX93" fmla="*/ 1368636 w 5556281"/>
              <a:gd name="connsiteY93" fmla="*/ 1005749 h 5539071"/>
              <a:gd name="connsiteX94" fmla="*/ 1462757 w 5556281"/>
              <a:gd name="connsiteY94" fmla="*/ 998037 h 5539071"/>
              <a:gd name="connsiteX95" fmla="*/ 1617057 w 5556281"/>
              <a:gd name="connsiteY95" fmla="*/ 891569 h 5539071"/>
              <a:gd name="connsiteX96" fmla="*/ 1654088 w 5556281"/>
              <a:gd name="connsiteY96" fmla="*/ 819048 h 5539071"/>
              <a:gd name="connsiteX97" fmla="*/ 1651005 w 5556281"/>
              <a:gd name="connsiteY97" fmla="*/ 765044 h 5539071"/>
              <a:gd name="connsiteX98" fmla="*/ 1632488 w 5556281"/>
              <a:gd name="connsiteY98" fmla="*/ 525881 h 5539071"/>
              <a:gd name="connsiteX99" fmla="*/ 1613971 w 5556281"/>
              <a:gd name="connsiteY99" fmla="*/ 286715 h 5539071"/>
              <a:gd name="connsiteX100" fmla="*/ 1664889 w 5556281"/>
              <a:gd name="connsiteY100" fmla="*/ 208022 h 5539071"/>
              <a:gd name="connsiteX101" fmla="*/ 2141674 w 5556281"/>
              <a:gd name="connsiteY101" fmla="*/ 47552 h 5539071"/>
              <a:gd name="connsiteX102" fmla="*/ 2172535 w 5556281"/>
              <a:gd name="connsiteY102" fmla="*/ 42923 h 5539071"/>
              <a:gd name="connsiteX103" fmla="*/ 2237341 w 5556281"/>
              <a:gd name="connsiteY103" fmla="*/ 86126 h 5539071"/>
              <a:gd name="connsiteX104" fmla="*/ 2535137 w 5556281"/>
              <a:gd name="connsiteY104" fmla="*/ 516622 h 5539071"/>
              <a:gd name="connsiteX105" fmla="*/ 2627718 w 5556281"/>
              <a:gd name="connsiteY105" fmla="*/ 561368 h 5539071"/>
              <a:gd name="connsiteX106" fmla="*/ 2786647 w 5556281"/>
              <a:gd name="connsiteY106" fmla="*/ 555196 h 5539071"/>
              <a:gd name="connsiteX107" fmla="*/ 2836022 w 5556281"/>
              <a:gd name="connsiteY107" fmla="*/ 530507 h 5539071"/>
              <a:gd name="connsiteX108" fmla="*/ 2852996 w 5556281"/>
              <a:gd name="connsiteY108" fmla="*/ 505821 h 5539071"/>
              <a:gd name="connsiteX109" fmla="*/ 2930143 w 5556281"/>
              <a:gd name="connsiteY109" fmla="*/ 363865 h 5539071"/>
              <a:gd name="connsiteX110" fmla="*/ 3102960 w 5556281"/>
              <a:gd name="connsiteY110" fmla="*/ 41380 h 5539071"/>
              <a:gd name="connsiteX111" fmla="*/ 3162198 w 5556281"/>
              <a:gd name="connsiteY111" fmla="*/ 151 h 553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5556281" h="5539071">
                <a:moveTo>
                  <a:pt x="2778140" y="1624152"/>
                </a:moveTo>
                <a:cubicBezTo>
                  <a:pt x="2145562" y="1624152"/>
                  <a:pt x="1632756" y="2136958"/>
                  <a:pt x="1632756" y="2769536"/>
                </a:cubicBezTo>
                <a:cubicBezTo>
                  <a:pt x="1632756" y="3402114"/>
                  <a:pt x="2145562" y="3914920"/>
                  <a:pt x="2778140" y="3914920"/>
                </a:cubicBezTo>
                <a:cubicBezTo>
                  <a:pt x="3410718" y="3914920"/>
                  <a:pt x="3923524" y="3402114"/>
                  <a:pt x="3923524" y="2769536"/>
                </a:cubicBezTo>
                <a:cubicBezTo>
                  <a:pt x="3923524" y="2136958"/>
                  <a:pt x="3410718" y="1624152"/>
                  <a:pt x="2778140" y="1624152"/>
                </a:cubicBezTo>
                <a:close/>
                <a:moveTo>
                  <a:pt x="3162198" y="151"/>
                </a:moveTo>
                <a:cubicBezTo>
                  <a:pt x="3170660" y="-379"/>
                  <a:pt x="3179725" y="489"/>
                  <a:pt x="3189369" y="2803"/>
                </a:cubicBezTo>
                <a:cubicBezTo>
                  <a:pt x="3356013" y="42923"/>
                  <a:pt x="3522655" y="81496"/>
                  <a:pt x="3689300" y="121613"/>
                </a:cubicBezTo>
                <a:cubicBezTo>
                  <a:pt x="3724787" y="130871"/>
                  <a:pt x="3746390" y="157104"/>
                  <a:pt x="3747933" y="194134"/>
                </a:cubicBezTo>
                <a:cubicBezTo>
                  <a:pt x="3749476" y="214194"/>
                  <a:pt x="3749476" y="234254"/>
                  <a:pt x="3751019" y="254313"/>
                </a:cubicBezTo>
                <a:cubicBezTo>
                  <a:pt x="3755645" y="379296"/>
                  <a:pt x="3758735" y="504278"/>
                  <a:pt x="3763361" y="627717"/>
                </a:cubicBezTo>
                <a:cubicBezTo>
                  <a:pt x="3764907" y="661664"/>
                  <a:pt x="3766450" y="697152"/>
                  <a:pt x="3767990" y="731096"/>
                </a:cubicBezTo>
                <a:cubicBezTo>
                  <a:pt x="3769533" y="765044"/>
                  <a:pt x="3786507" y="791275"/>
                  <a:pt x="3815825" y="808246"/>
                </a:cubicBezTo>
                <a:cubicBezTo>
                  <a:pt x="3852855" y="829849"/>
                  <a:pt x="3891432" y="849909"/>
                  <a:pt x="3928463" y="873052"/>
                </a:cubicBezTo>
                <a:cubicBezTo>
                  <a:pt x="3965496" y="894655"/>
                  <a:pt x="3999440" y="893112"/>
                  <a:pt x="4036474" y="873052"/>
                </a:cubicBezTo>
                <a:cubicBezTo>
                  <a:pt x="4189231" y="788189"/>
                  <a:pt x="4340442" y="703324"/>
                  <a:pt x="4493199" y="618458"/>
                </a:cubicBezTo>
                <a:cubicBezTo>
                  <a:pt x="4528689" y="598402"/>
                  <a:pt x="4562634" y="604571"/>
                  <a:pt x="4590409" y="632346"/>
                </a:cubicBezTo>
                <a:cubicBezTo>
                  <a:pt x="4709219" y="752699"/>
                  <a:pt x="4826485" y="874595"/>
                  <a:pt x="4945295" y="994951"/>
                </a:cubicBezTo>
                <a:cubicBezTo>
                  <a:pt x="4976157" y="1027352"/>
                  <a:pt x="4980786" y="1056670"/>
                  <a:pt x="4957640" y="1095244"/>
                </a:cubicBezTo>
                <a:cubicBezTo>
                  <a:pt x="4869689" y="1244915"/>
                  <a:pt x="4780194" y="1393043"/>
                  <a:pt x="4692245" y="1542714"/>
                </a:cubicBezTo>
                <a:cubicBezTo>
                  <a:pt x="4672185" y="1576659"/>
                  <a:pt x="4670643" y="1612149"/>
                  <a:pt x="4690702" y="1646093"/>
                </a:cubicBezTo>
                <a:cubicBezTo>
                  <a:pt x="4713848" y="1687753"/>
                  <a:pt x="4735448" y="1729416"/>
                  <a:pt x="4758594" y="1771076"/>
                </a:cubicBezTo>
                <a:cubicBezTo>
                  <a:pt x="4775567" y="1801937"/>
                  <a:pt x="4801797" y="1818911"/>
                  <a:pt x="4837287" y="1820454"/>
                </a:cubicBezTo>
                <a:cubicBezTo>
                  <a:pt x="4895921" y="1825083"/>
                  <a:pt x="4956097" y="1828169"/>
                  <a:pt x="5014730" y="1832795"/>
                </a:cubicBezTo>
                <a:cubicBezTo>
                  <a:pt x="5135083" y="1840510"/>
                  <a:pt x="5255439" y="1848226"/>
                  <a:pt x="5375792" y="1855941"/>
                </a:cubicBezTo>
                <a:cubicBezTo>
                  <a:pt x="5409736" y="1857484"/>
                  <a:pt x="5437511" y="1880630"/>
                  <a:pt x="5445227" y="1914574"/>
                </a:cubicBezTo>
                <a:cubicBezTo>
                  <a:pt x="5482257" y="2081219"/>
                  <a:pt x="5517747" y="2249404"/>
                  <a:pt x="5554778" y="2417592"/>
                </a:cubicBezTo>
                <a:cubicBezTo>
                  <a:pt x="5559407" y="2440735"/>
                  <a:pt x="5553235" y="2460795"/>
                  <a:pt x="5537805" y="2479311"/>
                </a:cubicBezTo>
                <a:cubicBezTo>
                  <a:pt x="5530089" y="2488570"/>
                  <a:pt x="5517747" y="2494742"/>
                  <a:pt x="5506946" y="2500914"/>
                </a:cubicBezTo>
                <a:cubicBezTo>
                  <a:pt x="5352646" y="2578062"/>
                  <a:pt x="5198345" y="2655212"/>
                  <a:pt x="5042505" y="2732362"/>
                </a:cubicBezTo>
                <a:cubicBezTo>
                  <a:pt x="5010101" y="2749336"/>
                  <a:pt x="4991587" y="2774025"/>
                  <a:pt x="4990041" y="2811055"/>
                </a:cubicBezTo>
                <a:cubicBezTo>
                  <a:pt x="4986958" y="2869688"/>
                  <a:pt x="4982326" y="2926779"/>
                  <a:pt x="4979243" y="2985415"/>
                </a:cubicBezTo>
                <a:cubicBezTo>
                  <a:pt x="4977699" y="3019360"/>
                  <a:pt x="4990041" y="3048678"/>
                  <a:pt x="5019359" y="3068735"/>
                </a:cubicBezTo>
                <a:cubicBezTo>
                  <a:pt x="5162858" y="3173660"/>
                  <a:pt x="5304814" y="3280125"/>
                  <a:pt x="5448313" y="3385051"/>
                </a:cubicBezTo>
                <a:cubicBezTo>
                  <a:pt x="5482257" y="3409737"/>
                  <a:pt x="5493059" y="3440598"/>
                  <a:pt x="5477631" y="3480714"/>
                </a:cubicBezTo>
                <a:cubicBezTo>
                  <a:pt x="5451399" y="3553235"/>
                  <a:pt x="5425167" y="3625756"/>
                  <a:pt x="5398935" y="3698277"/>
                </a:cubicBezTo>
                <a:cubicBezTo>
                  <a:pt x="5369619" y="3778514"/>
                  <a:pt x="5340305" y="3860293"/>
                  <a:pt x="5309443" y="3940526"/>
                </a:cubicBezTo>
                <a:cubicBezTo>
                  <a:pt x="5297099" y="3974474"/>
                  <a:pt x="5267781" y="3992990"/>
                  <a:pt x="5233836" y="3989904"/>
                </a:cubicBezTo>
                <a:cubicBezTo>
                  <a:pt x="5169031" y="3983732"/>
                  <a:pt x="5105768" y="3976017"/>
                  <a:pt x="5040963" y="3969844"/>
                </a:cubicBezTo>
                <a:cubicBezTo>
                  <a:pt x="4929868" y="3957500"/>
                  <a:pt x="4818771" y="3945155"/>
                  <a:pt x="4707676" y="3934357"/>
                </a:cubicBezTo>
                <a:cubicBezTo>
                  <a:pt x="4672185" y="3931271"/>
                  <a:pt x="4644413" y="3943612"/>
                  <a:pt x="4622811" y="3972931"/>
                </a:cubicBezTo>
                <a:cubicBezTo>
                  <a:pt x="4582694" y="4026935"/>
                  <a:pt x="4544117" y="4082482"/>
                  <a:pt x="4502457" y="4136489"/>
                </a:cubicBezTo>
                <a:cubicBezTo>
                  <a:pt x="4477769" y="4168891"/>
                  <a:pt x="4474683" y="4202838"/>
                  <a:pt x="4488570" y="4239869"/>
                </a:cubicBezTo>
                <a:cubicBezTo>
                  <a:pt x="4550289" y="4403427"/>
                  <a:pt x="4613552" y="4566983"/>
                  <a:pt x="4675271" y="4730542"/>
                </a:cubicBezTo>
                <a:cubicBezTo>
                  <a:pt x="4692245" y="4773744"/>
                  <a:pt x="4682987" y="4803063"/>
                  <a:pt x="4647499" y="4830835"/>
                </a:cubicBezTo>
                <a:cubicBezTo>
                  <a:pt x="4524057" y="4923416"/>
                  <a:pt x="4402161" y="5017539"/>
                  <a:pt x="4278723" y="5110117"/>
                </a:cubicBezTo>
                <a:cubicBezTo>
                  <a:pt x="4243235" y="5136349"/>
                  <a:pt x="4212374" y="5136349"/>
                  <a:pt x="4178427" y="5108574"/>
                </a:cubicBezTo>
                <a:cubicBezTo>
                  <a:pt x="4045729" y="5002109"/>
                  <a:pt x="3911492" y="4894097"/>
                  <a:pt x="3778791" y="4786089"/>
                </a:cubicBezTo>
                <a:cubicBezTo>
                  <a:pt x="3749476" y="4762943"/>
                  <a:pt x="3718615" y="4755228"/>
                  <a:pt x="3684671" y="4767572"/>
                </a:cubicBezTo>
                <a:cubicBezTo>
                  <a:pt x="3605977" y="4796890"/>
                  <a:pt x="3527284" y="4826209"/>
                  <a:pt x="3450134" y="4857067"/>
                </a:cubicBezTo>
                <a:cubicBezTo>
                  <a:pt x="3419276" y="4869411"/>
                  <a:pt x="3400759" y="4892557"/>
                  <a:pt x="3393044" y="4924959"/>
                </a:cubicBezTo>
                <a:cubicBezTo>
                  <a:pt x="3382243" y="4975877"/>
                  <a:pt x="3371444" y="5028338"/>
                  <a:pt x="3360639" y="5079259"/>
                </a:cubicBezTo>
                <a:cubicBezTo>
                  <a:pt x="3334411" y="5202698"/>
                  <a:pt x="3309721" y="5324594"/>
                  <a:pt x="3283489" y="5448033"/>
                </a:cubicBezTo>
                <a:cubicBezTo>
                  <a:pt x="3275777" y="5483524"/>
                  <a:pt x="3254174" y="5505126"/>
                  <a:pt x="3218687" y="5509753"/>
                </a:cubicBezTo>
                <a:cubicBezTo>
                  <a:pt x="3136907" y="5520554"/>
                  <a:pt x="3055128" y="5528269"/>
                  <a:pt x="2973349" y="5535985"/>
                </a:cubicBezTo>
                <a:cubicBezTo>
                  <a:pt x="2933232" y="5532899"/>
                  <a:pt x="2900828" y="5535985"/>
                  <a:pt x="2868424" y="5539071"/>
                </a:cubicBezTo>
                <a:cubicBezTo>
                  <a:pt x="2820592" y="5539071"/>
                  <a:pt x="2772760" y="5539071"/>
                  <a:pt x="2723385" y="5539071"/>
                </a:cubicBezTo>
                <a:cubicBezTo>
                  <a:pt x="2692523" y="5528269"/>
                  <a:pt x="2675550" y="5505126"/>
                  <a:pt x="2666291" y="5474265"/>
                </a:cubicBezTo>
                <a:cubicBezTo>
                  <a:pt x="2613831" y="5313793"/>
                  <a:pt x="2559826" y="5153323"/>
                  <a:pt x="2507365" y="4992850"/>
                </a:cubicBezTo>
                <a:cubicBezTo>
                  <a:pt x="2495021" y="4955817"/>
                  <a:pt x="2470335" y="4932674"/>
                  <a:pt x="2431758" y="4924959"/>
                </a:cubicBezTo>
                <a:cubicBezTo>
                  <a:pt x="2349979" y="4906442"/>
                  <a:pt x="2266657" y="4889468"/>
                  <a:pt x="2184880" y="4869411"/>
                </a:cubicBezTo>
                <a:cubicBezTo>
                  <a:pt x="2141674" y="4858610"/>
                  <a:pt x="2106187" y="4869411"/>
                  <a:pt x="2075329" y="4901813"/>
                </a:cubicBezTo>
                <a:cubicBezTo>
                  <a:pt x="1956516" y="5025252"/>
                  <a:pt x="1834620" y="5145608"/>
                  <a:pt x="1714267" y="5267504"/>
                </a:cubicBezTo>
                <a:cubicBezTo>
                  <a:pt x="1686492" y="5295276"/>
                  <a:pt x="1654088" y="5301451"/>
                  <a:pt x="1621686" y="5282934"/>
                </a:cubicBezTo>
                <a:cubicBezTo>
                  <a:pt x="1492075" y="5210413"/>
                  <a:pt x="1364004" y="5137892"/>
                  <a:pt x="1234396" y="5065371"/>
                </a:cubicBezTo>
                <a:cubicBezTo>
                  <a:pt x="1189647" y="5040682"/>
                  <a:pt x="1178846" y="5014453"/>
                  <a:pt x="1191190" y="4966618"/>
                </a:cubicBezTo>
                <a:cubicBezTo>
                  <a:pt x="1232850" y="4799977"/>
                  <a:pt x="1276055" y="4634875"/>
                  <a:pt x="1317715" y="4468233"/>
                </a:cubicBezTo>
                <a:cubicBezTo>
                  <a:pt x="1326977" y="4432743"/>
                  <a:pt x="1320801" y="4400341"/>
                  <a:pt x="1294569" y="4372566"/>
                </a:cubicBezTo>
                <a:cubicBezTo>
                  <a:pt x="1232850" y="4307760"/>
                  <a:pt x="1169587" y="4242955"/>
                  <a:pt x="1107868" y="4178149"/>
                </a:cubicBezTo>
                <a:cubicBezTo>
                  <a:pt x="1083182" y="4151917"/>
                  <a:pt x="1052321" y="4144202"/>
                  <a:pt x="1018376" y="4151917"/>
                </a:cubicBezTo>
                <a:cubicBezTo>
                  <a:pt x="987518" y="4158089"/>
                  <a:pt x="958200" y="4165804"/>
                  <a:pt x="928882" y="4171977"/>
                </a:cubicBezTo>
                <a:cubicBezTo>
                  <a:pt x="788469" y="4202838"/>
                  <a:pt x="649599" y="4235239"/>
                  <a:pt x="509190" y="4266101"/>
                </a:cubicBezTo>
                <a:cubicBezTo>
                  <a:pt x="470613" y="4275359"/>
                  <a:pt x="439755" y="4261472"/>
                  <a:pt x="422778" y="4227524"/>
                </a:cubicBezTo>
                <a:cubicBezTo>
                  <a:pt x="351800" y="4091740"/>
                  <a:pt x="282366" y="3954414"/>
                  <a:pt x="211391" y="3818630"/>
                </a:cubicBezTo>
                <a:cubicBezTo>
                  <a:pt x="195960" y="3787772"/>
                  <a:pt x="202132" y="3753825"/>
                  <a:pt x="226818" y="3730682"/>
                </a:cubicBezTo>
                <a:cubicBezTo>
                  <a:pt x="356433" y="3610326"/>
                  <a:pt x="487587" y="3488430"/>
                  <a:pt x="617198" y="3368077"/>
                </a:cubicBezTo>
                <a:cubicBezTo>
                  <a:pt x="643427" y="3344931"/>
                  <a:pt x="652686" y="3314073"/>
                  <a:pt x="648056" y="3280125"/>
                </a:cubicBezTo>
                <a:cubicBezTo>
                  <a:pt x="632629" y="3196803"/>
                  <a:pt x="617198" y="3111937"/>
                  <a:pt x="601767" y="3028618"/>
                </a:cubicBezTo>
                <a:cubicBezTo>
                  <a:pt x="595595" y="2993127"/>
                  <a:pt x="575535" y="2969985"/>
                  <a:pt x="541591" y="2957640"/>
                </a:cubicBezTo>
                <a:cubicBezTo>
                  <a:pt x="427407" y="2915980"/>
                  <a:pt x="313227" y="2874318"/>
                  <a:pt x="200589" y="2832658"/>
                </a:cubicBezTo>
                <a:cubicBezTo>
                  <a:pt x="134241" y="2807969"/>
                  <a:pt x="66349" y="2786366"/>
                  <a:pt x="0" y="2757051"/>
                </a:cubicBezTo>
                <a:cubicBezTo>
                  <a:pt x="0" y="2727733"/>
                  <a:pt x="0" y="2699960"/>
                  <a:pt x="0" y="2670642"/>
                </a:cubicBezTo>
                <a:cubicBezTo>
                  <a:pt x="4629" y="2619724"/>
                  <a:pt x="9259" y="2570349"/>
                  <a:pt x="13885" y="2519428"/>
                </a:cubicBezTo>
                <a:cubicBezTo>
                  <a:pt x="23146" y="2420678"/>
                  <a:pt x="37031" y="2321925"/>
                  <a:pt x="52461" y="2224718"/>
                </a:cubicBezTo>
                <a:cubicBezTo>
                  <a:pt x="57091" y="2192314"/>
                  <a:pt x="80236" y="2169168"/>
                  <a:pt x="114181" y="2162996"/>
                </a:cubicBezTo>
                <a:cubicBezTo>
                  <a:pt x="290081" y="2130594"/>
                  <a:pt x="464441" y="2099733"/>
                  <a:pt x="640344" y="2067332"/>
                </a:cubicBezTo>
                <a:cubicBezTo>
                  <a:pt x="677375" y="2061160"/>
                  <a:pt x="702064" y="2041100"/>
                  <a:pt x="717491" y="2007155"/>
                </a:cubicBezTo>
                <a:cubicBezTo>
                  <a:pt x="743723" y="1942350"/>
                  <a:pt x="771498" y="1877544"/>
                  <a:pt x="797727" y="1814281"/>
                </a:cubicBezTo>
                <a:cubicBezTo>
                  <a:pt x="814701" y="1774162"/>
                  <a:pt x="810072" y="1740217"/>
                  <a:pt x="783840" y="1704727"/>
                </a:cubicBezTo>
                <a:cubicBezTo>
                  <a:pt x="680461" y="1570486"/>
                  <a:pt x="578625" y="1434703"/>
                  <a:pt x="476785" y="1300462"/>
                </a:cubicBezTo>
                <a:cubicBezTo>
                  <a:pt x="450553" y="1264975"/>
                  <a:pt x="450553" y="1234114"/>
                  <a:pt x="478329" y="1200169"/>
                </a:cubicBezTo>
                <a:cubicBezTo>
                  <a:pt x="577078" y="1076730"/>
                  <a:pt x="675831" y="954831"/>
                  <a:pt x="776125" y="831392"/>
                </a:cubicBezTo>
                <a:cubicBezTo>
                  <a:pt x="808529" y="792819"/>
                  <a:pt x="834761" y="785103"/>
                  <a:pt x="881050" y="803617"/>
                </a:cubicBezTo>
                <a:cubicBezTo>
                  <a:pt x="1043065" y="871512"/>
                  <a:pt x="1205078" y="937860"/>
                  <a:pt x="1368636" y="1005749"/>
                </a:cubicBezTo>
                <a:cubicBezTo>
                  <a:pt x="1401037" y="1019637"/>
                  <a:pt x="1433439" y="1018094"/>
                  <a:pt x="1462757" y="998037"/>
                </a:cubicBezTo>
                <a:cubicBezTo>
                  <a:pt x="1515221" y="962546"/>
                  <a:pt x="1566139" y="927059"/>
                  <a:pt x="1617057" y="891569"/>
                </a:cubicBezTo>
                <a:cubicBezTo>
                  <a:pt x="1641743" y="874595"/>
                  <a:pt x="1654088" y="849909"/>
                  <a:pt x="1654088" y="819048"/>
                </a:cubicBezTo>
                <a:cubicBezTo>
                  <a:pt x="1654088" y="800531"/>
                  <a:pt x="1652548" y="782017"/>
                  <a:pt x="1651005" y="765044"/>
                </a:cubicBezTo>
                <a:cubicBezTo>
                  <a:pt x="1644832" y="684807"/>
                  <a:pt x="1638660" y="606114"/>
                  <a:pt x="1632488" y="525881"/>
                </a:cubicBezTo>
                <a:cubicBezTo>
                  <a:pt x="1626316" y="445644"/>
                  <a:pt x="1620143" y="366951"/>
                  <a:pt x="1613971" y="286715"/>
                </a:cubicBezTo>
                <a:cubicBezTo>
                  <a:pt x="1610885" y="249681"/>
                  <a:pt x="1629402" y="220366"/>
                  <a:pt x="1664889" y="208022"/>
                </a:cubicBezTo>
                <a:cubicBezTo>
                  <a:pt x="1823819" y="154017"/>
                  <a:pt x="1982748" y="100013"/>
                  <a:pt x="2141674" y="47552"/>
                </a:cubicBezTo>
                <a:cubicBezTo>
                  <a:pt x="2152476" y="44466"/>
                  <a:pt x="2161734" y="42923"/>
                  <a:pt x="2172535" y="42923"/>
                </a:cubicBezTo>
                <a:cubicBezTo>
                  <a:pt x="2201851" y="44466"/>
                  <a:pt x="2220367" y="62980"/>
                  <a:pt x="2237341" y="86126"/>
                </a:cubicBezTo>
                <a:cubicBezTo>
                  <a:pt x="2336091" y="229624"/>
                  <a:pt x="2436387" y="373123"/>
                  <a:pt x="2535137" y="516622"/>
                </a:cubicBezTo>
                <a:cubicBezTo>
                  <a:pt x="2558283" y="549024"/>
                  <a:pt x="2589145" y="564454"/>
                  <a:pt x="2627718" y="561368"/>
                </a:cubicBezTo>
                <a:cubicBezTo>
                  <a:pt x="2680179" y="556739"/>
                  <a:pt x="2734186" y="555196"/>
                  <a:pt x="2786647" y="555196"/>
                </a:cubicBezTo>
                <a:cubicBezTo>
                  <a:pt x="2808250" y="555196"/>
                  <a:pt x="2823681" y="547480"/>
                  <a:pt x="2836022" y="530507"/>
                </a:cubicBezTo>
                <a:cubicBezTo>
                  <a:pt x="2842195" y="522794"/>
                  <a:pt x="2848367" y="513536"/>
                  <a:pt x="2852996" y="505821"/>
                </a:cubicBezTo>
                <a:cubicBezTo>
                  <a:pt x="2879228" y="457986"/>
                  <a:pt x="2903914" y="410154"/>
                  <a:pt x="2930143" y="363865"/>
                </a:cubicBezTo>
                <a:cubicBezTo>
                  <a:pt x="2987237" y="255856"/>
                  <a:pt x="3045870" y="149388"/>
                  <a:pt x="3102960" y="41380"/>
                </a:cubicBezTo>
                <a:cubicBezTo>
                  <a:pt x="3116848" y="15919"/>
                  <a:pt x="3136811" y="1742"/>
                  <a:pt x="3162198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t">
            <a:no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725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1424D9-1201-489D-8759-802BEB428968}"/>
              </a:ext>
            </a:extLst>
          </p:cNvPr>
          <p:cNvSpPr/>
          <p:nvPr userDrawn="1"/>
        </p:nvSpPr>
        <p:spPr>
          <a:xfrm>
            <a:off x="808468" y="3753255"/>
            <a:ext cx="3143250" cy="2004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0AA1C5-BCBE-4E2F-A961-AB73B3335AEC}"/>
              </a:ext>
            </a:extLst>
          </p:cNvPr>
          <p:cNvSpPr/>
          <p:nvPr userDrawn="1"/>
        </p:nvSpPr>
        <p:spPr>
          <a:xfrm>
            <a:off x="0" y="0"/>
            <a:ext cx="12192000" cy="3753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3D867-D133-48FC-B3C8-A5F667B90D58}"/>
              </a:ext>
            </a:extLst>
          </p:cNvPr>
          <p:cNvSpPr/>
          <p:nvPr userDrawn="1"/>
        </p:nvSpPr>
        <p:spPr>
          <a:xfrm>
            <a:off x="819150" y="1762124"/>
            <a:ext cx="3143250" cy="1991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22717C-9F52-4A37-85B9-FD48F3E55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2288" y="1883517"/>
            <a:ext cx="2955610" cy="37532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52358FC-753C-4A29-8F87-6685EF055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0747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22717C-9F52-4A37-85B9-FD48F3E55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2192000" cy="38385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66B193-49A3-4956-A9EF-296EF16EA757}"/>
              </a:ext>
            </a:extLst>
          </p:cNvPr>
          <p:cNvSpPr/>
          <p:nvPr userDrawn="1"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8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FFA8E757-7AA1-46D7-830D-82A7BA139EC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001996" y="665147"/>
            <a:ext cx="5714288" cy="5876452"/>
          </a:xfrm>
          <a:custGeom>
            <a:avLst/>
            <a:gdLst>
              <a:gd name="connsiteX0" fmla="*/ 4336617 w 5408405"/>
              <a:gd name="connsiteY0" fmla="*/ 2979311 h 5561888"/>
              <a:gd name="connsiteX1" fmla="*/ 4337062 w 5408405"/>
              <a:gd name="connsiteY1" fmla="*/ 2980996 h 5561888"/>
              <a:gd name="connsiteX2" fmla="*/ 4335592 w 5408405"/>
              <a:gd name="connsiteY2" fmla="*/ 2981017 h 5561888"/>
              <a:gd name="connsiteX3" fmla="*/ 1888921 w 5408405"/>
              <a:gd name="connsiteY3" fmla="*/ 2261506 h 5561888"/>
              <a:gd name="connsiteX4" fmla="*/ 1889365 w 5408405"/>
              <a:gd name="connsiteY4" fmla="*/ 2263191 h 5561888"/>
              <a:gd name="connsiteX5" fmla="*/ 1887895 w 5408405"/>
              <a:gd name="connsiteY5" fmla="*/ 2263212 h 5561888"/>
              <a:gd name="connsiteX6" fmla="*/ 3291650 w 5408405"/>
              <a:gd name="connsiteY6" fmla="*/ 1876983 h 5561888"/>
              <a:gd name="connsiteX7" fmla="*/ 2384076 w 5408405"/>
              <a:gd name="connsiteY7" fmla="*/ 3290419 h 5561888"/>
              <a:gd name="connsiteX8" fmla="*/ 3291650 w 5408405"/>
              <a:gd name="connsiteY8" fmla="*/ 3290419 h 5561888"/>
              <a:gd name="connsiteX9" fmla="*/ 4585316 w 5408405"/>
              <a:gd name="connsiteY9" fmla="*/ 91 h 5561888"/>
              <a:gd name="connsiteX10" fmla="*/ 4597631 w 5408405"/>
              <a:gd name="connsiteY10" fmla="*/ 4688 h 5561888"/>
              <a:gd name="connsiteX11" fmla="*/ 4597631 w 5408405"/>
              <a:gd name="connsiteY11" fmla="*/ 129174 h 5561888"/>
              <a:gd name="connsiteX12" fmla="*/ 4718305 w 5408405"/>
              <a:gd name="connsiteY12" fmla="*/ 117857 h 5561888"/>
              <a:gd name="connsiteX13" fmla="*/ 4838978 w 5408405"/>
              <a:gd name="connsiteY13" fmla="*/ 114085 h 5561888"/>
              <a:gd name="connsiteX14" fmla="*/ 4827665 w 5408405"/>
              <a:gd name="connsiteY14" fmla="*/ 166897 h 5561888"/>
              <a:gd name="connsiteX15" fmla="*/ 4895544 w 5408405"/>
              <a:gd name="connsiteY15" fmla="*/ 246116 h 5561888"/>
              <a:gd name="connsiteX16" fmla="*/ 5001133 w 5408405"/>
              <a:gd name="connsiteY16" fmla="*/ 193303 h 5561888"/>
              <a:gd name="connsiteX17" fmla="*/ 5061469 w 5408405"/>
              <a:gd name="connsiteY17" fmla="*/ 129174 h 5561888"/>
              <a:gd name="connsiteX18" fmla="*/ 5102951 w 5408405"/>
              <a:gd name="connsiteY18" fmla="*/ 136719 h 5561888"/>
              <a:gd name="connsiteX19" fmla="*/ 5110493 w 5408405"/>
              <a:gd name="connsiteY19" fmla="*/ 170670 h 5561888"/>
              <a:gd name="connsiteX20" fmla="*/ 5053927 w 5408405"/>
              <a:gd name="connsiteY20" fmla="*/ 246116 h 5561888"/>
              <a:gd name="connsiteX21" fmla="*/ 4978506 w 5408405"/>
              <a:gd name="connsiteY21" fmla="*/ 295156 h 5561888"/>
              <a:gd name="connsiteX22" fmla="*/ 4959651 w 5408405"/>
              <a:gd name="connsiteY22" fmla="*/ 347968 h 5561888"/>
              <a:gd name="connsiteX23" fmla="*/ 5019988 w 5408405"/>
              <a:gd name="connsiteY23" fmla="*/ 517722 h 5561888"/>
              <a:gd name="connsiteX24" fmla="*/ 5072782 w 5408405"/>
              <a:gd name="connsiteY24" fmla="*/ 562989 h 5561888"/>
              <a:gd name="connsiteX25" fmla="*/ 5151974 w 5408405"/>
              <a:gd name="connsiteY25" fmla="*/ 574306 h 5561888"/>
              <a:gd name="connsiteX26" fmla="*/ 5174600 w 5408405"/>
              <a:gd name="connsiteY26" fmla="*/ 638435 h 5561888"/>
              <a:gd name="connsiteX27" fmla="*/ 5125577 w 5408405"/>
              <a:gd name="connsiteY27" fmla="*/ 706337 h 5561888"/>
              <a:gd name="connsiteX28" fmla="*/ 5084096 w 5408405"/>
              <a:gd name="connsiteY28" fmla="*/ 845912 h 5561888"/>
              <a:gd name="connsiteX29" fmla="*/ 5148203 w 5408405"/>
              <a:gd name="connsiteY29" fmla="*/ 921358 h 5561888"/>
              <a:gd name="connsiteX30" fmla="*/ 5231166 w 5408405"/>
              <a:gd name="connsiteY30" fmla="*/ 943992 h 5561888"/>
              <a:gd name="connsiteX31" fmla="*/ 5174600 w 5408405"/>
              <a:gd name="connsiteY31" fmla="*/ 1008121 h 5561888"/>
              <a:gd name="connsiteX32" fmla="*/ 5261334 w 5408405"/>
              <a:gd name="connsiteY32" fmla="*/ 1045844 h 5561888"/>
              <a:gd name="connsiteX33" fmla="*/ 5393321 w 5408405"/>
              <a:gd name="connsiteY33" fmla="*/ 1102429 h 5561888"/>
              <a:gd name="connsiteX34" fmla="*/ 5408405 w 5408405"/>
              <a:gd name="connsiteY34" fmla="*/ 1109973 h 5561888"/>
              <a:gd name="connsiteX35" fmla="*/ 5351839 w 5408405"/>
              <a:gd name="connsiteY35" fmla="*/ 1140152 h 5561888"/>
              <a:gd name="connsiteX36" fmla="*/ 5351839 w 5408405"/>
              <a:gd name="connsiteY36" fmla="*/ 1155241 h 5561888"/>
              <a:gd name="connsiteX37" fmla="*/ 5325442 w 5408405"/>
              <a:gd name="connsiteY37" fmla="*/ 1396668 h 5561888"/>
              <a:gd name="connsiteX38" fmla="*/ 5332984 w 5408405"/>
              <a:gd name="connsiteY38" fmla="*/ 1453253 h 5561888"/>
              <a:gd name="connsiteX39" fmla="*/ 5317900 w 5408405"/>
              <a:gd name="connsiteY39" fmla="*/ 1494748 h 5561888"/>
              <a:gd name="connsiteX40" fmla="*/ 5272648 w 5408405"/>
              <a:gd name="connsiteY40" fmla="*/ 1494748 h 5561888"/>
              <a:gd name="connsiteX41" fmla="*/ 5204769 w 5408405"/>
              <a:gd name="connsiteY41" fmla="*/ 1509837 h 5561888"/>
              <a:gd name="connsiteX42" fmla="*/ 5185914 w 5408405"/>
              <a:gd name="connsiteY42" fmla="*/ 1566422 h 5561888"/>
              <a:gd name="connsiteX43" fmla="*/ 5076554 w 5408405"/>
              <a:gd name="connsiteY43" fmla="*/ 1713542 h 5561888"/>
              <a:gd name="connsiteX44" fmla="*/ 5050156 w 5408405"/>
              <a:gd name="connsiteY44" fmla="*/ 1721086 h 5561888"/>
              <a:gd name="connsiteX45" fmla="*/ 4899314 w 5408405"/>
              <a:gd name="connsiteY45" fmla="*/ 1721086 h 5561888"/>
              <a:gd name="connsiteX46" fmla="*/ 4929483 w 5408405"/>
              <a:gd name="connsiteY46" fmla="*/ 1845572 h 5561888"/>
              <a:gd name="connsiteX47" fmla="*/ 4842749 w 5408405"/>
              <a:gd name="connsiteY47" fmla="*/ 1777671 h 5561888"/>
              <a:gd name="connsiteX48" fmla="*/ 4706992 w 5408405"/>
              <a:gd name="connsiteY48" fmla="*/ 1743720 h 5561888"/>
              <a:gd name="connsiteX49" fmla="*/ 4642884 w 5408405"/>
              <a:gd name="connsiteY49" fmla="*/ 1853117 h 5561888"/>
              <a:gd name="connsiteX50" fmla="*/ 4548608 w 5408405"/>
              <a:gd name="connsiteY50" fmla="*/ 1909701 h 5561888"/>
              <a:gd name="connsiteX51" fmla="*/ 4484500 w 5408405"/>
              <a:gd name="connsiteY51" fmla="*/ 1932335 h 5561888"/>
              <a:gd name="connsiteX52" fmla="*/ 4378911 w 5408405"/>
              <a:gd name="connsiteY52" fmla="*/ 1996464 h 5561888"/>
              <a:gd name="connsiteX53" fmla="*/ 4344972 w 5408405"/>
              <a:gd name="connsiteY53" fmla="*/ 2026643 h 5561888"/>
              <a:gd name="connsiteX54" fmla="*/ 4360056 w 5408405"/>
              <a:gd name="connsiteY54" fmla="*/ 2120951 h 5561888"/>
              <a:gd name="connsiteX55" fmla="*/ 4356285 w 5408405"/>
              <a:gd name="connsiteY55" fmla="*/ 2249209 h 5561888"/>
              <a:gd name="connsiteX56" fmla="*/ 4311032 w 5408405"/>
              <a:gd name="connsiteY56" fmla="*/ 2249209 h 5561888"/>
              <a:gd name="connsiteX57" fmla="*/ 4311032 w 5408405"/>
              <a:gd name="connsiteY57" fmla="*/ 2166218 h 5561888"/>
              <a:gd name="connsiteX58" fmla="*/ 4307261 w 5408405"/>
              <a:gd name="connsiteY58" fmla="*/ 2102089 h 5561888"/>
              <a:gd name="connsiteX59" fmla="*/ 4293453 w 5408405"/>
              <a:gd name="connsiteY59" fmla="*/ 2062720 h 5561888"/>
              <a:gd name="connsiteX60" fmla="*/ 4293453 w 5408405"/>
              <a:gd name="connsiteY60" fmla="*/ 2298718 h 5561888"/>
              <a:gd name="connsiteX61" fmla="*/ 4314960 w 5408405"/>
              <a:gd name="connsiteY61" fmla="*/ 2298021 h 5561888"/>
              <a:gd name="connsiteX62" fmla="*/ 4334595 w 5408405"/>
              <a:gd name="connsiteY62" fmla="*/ 2281553 h 5561888"/>
              <a:gd name="connsiteX63" fmla="*/ 4344746 w 5408405"/>
              <a:gd name="connsiteY63" fmla="*/ 2279636 h 5561888"/>
              <a:gd name="connsiteX64" fmla="*/ 4402848 w 5408405"/>
              <a:gd name="connsiteY64" fmla="*/ 2284326 h 5561888"/>
              <a:gd name="connsiteX65" fmla="*/ 4473289 w 5408405"/>
              <a:gd name="connsiteY65" fmla="*/ 2321185 h 5561888"/>
              <a:gd name="connsiteX66" fmla="*/ 4499740 w 5408405"/>
              <a:gd name="connsiteY66" fmla="*/ 2331640 h 5561888"/>
              <a:gd name="connsiteX67" fmla="*/ 4524595 w 5408405"/>
              <a:gd name="connsiteY67" fmla="*/ 2359469 h 5561888"/>
              <a:gd name="connsiteX68" fmla="*/ 4544622 w 5408405"/>
              <a:gd name="connsiteY68" fmla="*/ 2383765 h 5561888"/>
              <a:gd name="connsiteX69" fmla="*/ 4554292 w 5408405"/>
              <a:gd name="connsiteY69" fmla="*/ 2392027 h 5561888"/>
              <a:gd name="connsiteX70" fmla="*/ 4560549 w 5408405"/>
              <a:gd name="connsiteY70" fmla="*/ 2467954 h 5561888"/>
              <a:gd name="connsiteX71" fmla="*/ 4547398 w 5408405"/>
              <a:gd name="connsiteY71" fmla="*/ 2521373 h 5561888"/>
              <a:gd name="connsiteX72" fmla="*/ 4555843 w 5408405"/>
              <a:gd name="connsiteY72" fmla="*/ 2579321 h 5561888"/>
              <a:gd name="connsiteX73" fmla="*/ 4566049 w 5408405"/>
              <a:gd name="connsiteY73" fmla="*/ 2582191 h 5561888"/>
              <a:gd name="connsiteX74" fmla="*/ 4643312 w 5408405"/>
              <a:gd name="connsiteY74" fmla="*/ 2587849 h 5561888"/>
              <a:gd name="connsiteX75" fmla="*/ 4657728 w 5408405"/>
              <a:gd name="connsiteY75" fmla="*/ 2592463 h 5561888"/>
              <a:gd name="connsiteX76" fmla="*/ 4692721 w 5408405"/>
              <a:gd name="connsiteY76" fmla="*/ 2617179 h 5561888"/>
              <a:gd name="connsiteX77" fmla="*/ 4736105 w 5408405"/>
              <a:gd name="connsiteY77" fmla="*/ 2642990 h 5561888"/>
              <a:gd name="connsiteX78" fmla="*/ 4750038 w 5408405"/>
              <a:gd name="connsiteY78" fmla="*/ 2657785 h 5561888"/>
              <a:gd name="connsiteX79" fmla="*/ 4796763 w 5408405"/>
              <a:gd name="connsiteY79" fmla="*/ 2766142 h 5561888"/>
              <a:gd name="connsiteX80" fmla="*/ 4795690 w 5408405"/>
              <a:gd name="connsiteY80" fmla="*/ 2776927 h 5561888"/>
              <a:gd name="connsiteX81" fmla="*/ 4777160 w 5408405"/>
              <a:gd name="connsiteY81" fmla="*/ 2831008 h 5561888"/>
              <a:gd name="connsiteX82" fmla="*/ 4766623 w 5408405"/>
              <a:gd name="connsiteY82" fmla="*/ 2851481 h 5561888"/>
              <a:gd name="connsiteX83" fmla="*/ 4746650 w 5408405"/>
              <a:gd name="connsiteY83" fmla="*/ 2884036 h 5561888"/>
              <a:gd name="connsiteX84" fmla="*/ 4744682 w 5408405"/>
              <a:gd name="connsiteY84" fmla="*/ 2921163 h 5561888"/>
              <a:gd name="connsiteX85" fmla="*/ 4739063 w 5408405"/>
              <a:gd name="connsiteY85" fmla="*/ 2933424 h 5561888"/>
              <a:gd name="connsiteX86" fmla="*/ 4725645 w 5408405"/>
              <a:gd name="connsiteY86" fmla="*/ 2930966 h 5561888"/>
              <a:gd name="connsiteX87" fmla="*/ 4716608 w 5408405"/>
              <a:gd name="connsiteY87" fmla="*/ 2925688 h 5561888"/>
              <a:gd name="connsiteX88" fmla="*/ 4702811 w 5408405"/>
              <a:gd name="connsiteY88" fmla="*/ 2922861 h 5561888"/>
              <a:gd name="connsiteX89" fmla="*/ 4700569 w 5408405"/>
              <a:gd name="connsiteY89" fmla="*/ 2936054 h 5561888"/>
              <a:gd name="connsiteX90" fmla="*/ 4679798 w 5408405"/>
              <a:gd name="connsiteY90" fmla="*/ 2951264 h 5561888"/>
              <a:gd name="connsiteX91" fmla="*/ 4668381 w 5408405"/>
              <a:gd name="connsiteY91" fmla="*/ 2947211 h 5561888"/>
              <a:gd name="connsiteX92" fmla="*/ 4653498 w 5408405"/>
              <a:gd name="connsiteY92" fmla="*/ 2953973 h 5561888"/>
              <a:gd name="connsiteX93" fmla="*/ 4659646 w 5408405"/>
              <a:gd name="connsiteY93" fmla="*/ 2968262 h 5561888"/>
              <a:gd name="connsiteX94" fmla="*/ 4669796 w 5408405"/>
              <a:gd name="connsiteY94" fmla="*/ 2976183 h 5561888"/>
              <a:gd name="connsiteX95" fmla="*/ 4576498 w 5408405"/>
              <a:gd name="connsiteY95" fmla="*/ 2977532 h 5561888"/>
              <a:gd name="connsiteX96" fmla="*/ 4575299 w 5408405"/>
              <a:gd name="connsiteY96" fmla="*/ 2971067 h 5561888"/>
              <a:gd name="connsiteX97" fmla="*/ 4558476 w 5408405"/>
              <a:gd name="connsiteY97" fmla="*/ 2965284 h 5561888"/>
              <a:gd name="connsiteX98" fmla="*/ 4542988 w 5408405"/>
              <a:gd name="connsiteY98" fmla="*/ 2971454 h 5561888"/>
              <a:gd name="connsiteX99" fmla="*/ 4521364 w 5408405"/>
              <a:gd name="connsiteY99" fmla="*/ 2964532 h 5561888"/>
              <a:gd name="connsiteX100" fmla="*/ 4451694 w 5408405"/>
              <a:gd name="connsiteY100" fmla="*/ 2942625 h 5561888"/>
              <a:gd name="connsiteX101" fmla="*/ 4436756 w 5408405"/>
              <a:gd name="connsiteY101" fmla="*/ 2944599 h 5561888"/>
              <a:gd name="connsiteX102" fmla="*/ 4440731 w 5408405"/>
              <a:gd name="connsiteY102" fmla="*/ 2926000 h 5561888"/>
              <a:gd name="connsiteX103" fmla="*/ 4442506 w 5408405"/>
              <a:gd name="connsiteY103" fmla="*/ 2924183 h 5561888"/>
              <a:gd name="connsiteX104" fmla="*/ 4433167 w 5408405"/>
              <a:gd name="connsiteY104" fmla="*/ 2892578 h 5561888"/>
              <a:gd name="connsiteX105" fmla="*/ 4405904 w 5408405"/>
              <a:gd name="connsiteY105" fmla="*/ 2863581 h 5561888"/>
              <a:gd name="connsiteX106" fmla="*/ 4376015 w 5408405"/>
              <a:gd name="connsiteY106" fmla="*/ 2814268 h 5561888"/>
              <a:gd name="connsiteX107" fmla="*/ 4373993 w 5408405"/>
              <a:gd name="connsiteY107" fmla="*/ 2794544 h 5561888"/>
              <a:gd name="connsiteX108" fmla="*/ 4366773 w 5408405"/>
              <a:gd name="connsiteY108" fmla="*/ 2738976 h 5561888"/>
              <a:gd name="connsiteX109" fmla="*/ 4375522 w 5408405"/>
              <a:gd name="connsiteY109" fmla="*/ 2719122 h 5561888"/>
              <a:gd name="connsiteX110" fmla="*/ 4416528 w 5408405"/>
              <a:gd name="connsiteY110" fmla="*/ 2642030 h 5561888"/>
              <a:gd name="connsiteX111" fmla="*/ 4403213 w 5408405"/>
              <a:gd name="connsiteY111" fmla="*/ 2629024 h 5561888"/>
              <a:gd name="connsiteX112" fmla="*/ 4386019 w 5408405"/>
              <a:gd name="connsiteY112" fmla="*/ 2642994 h 5561888"/>
              <a:gd name="connsiteX113" fmla="*/ 4382635 w 5408405"/>
              <a:gd name="connsiteY113" fmla="*/ 2660988 h 5561888"/>
              <a:gd name="connsiteX114" fmla="*/ 4373789 w 5408405"/>
              <a:gd name="connsiteY114" fmla="*/ 2672465 h 5561888"/>
              <a:gd name="connsiteX115" fmla="*/ 4364670 w 5408405"/>
              <a:gd name="connsiteY115" fmla="*/ 2660006 h 5561888"/>
              <a:gd name="connsiteX116" fmla="*/ 4365083 w 5408405"/>
              <a:gd name="connsiteY116" fmla="*/ 2643843 h 5561888"/>
              <a:gd name="connsiteX117" fmla="*/ 4349279 w 5408405"/>
              <a:gd name="connsiteY117" fmla="*/ 2622489 h 5561888"/>
              <a:gd name="connsiteX118" fmla="*/ 4336940 w 5408405"/>
              <a:gd name="connsiteY118" fmla="*/ 2642385 h 5561888"/>
              <a:gd name="connsiteX119" fmla="*/ 4334807 w 5408405"/>
              <a:gd name="connsiteY119" fmla="*/ 2665152 h 5561888"/>
              <a:gd name="connsiteX120" fmla="*/ 4315109 w 5408405"/>
              <a:gd name="connsiteY120" fmla="*/ 2669577 h 5561888"/>
              <a:gd name="connsiteX121" fmla="*/ 4293624 w 5408405"/>
              <a:gd name="connsiteY121" fmla="*/ 2622557 h 5561888"/>
              <a:gd name="connsiteX122" fmla="*/ 4293453 w 5408405"/>
              <a:gd name="connsiteY122" fmla="*/ 2622155 h 5561888"/>
              <a:gd name="connsiteX123" fmla="*/ 4293453 w 5408405"/>
              <a:gd name="connsiteY123" fmla="*/ 3290419 h 5561888"/>
              <a:gd name="connsiteX124" fmla="*/ 4819151 w 5408405"/>
              <a:gd name="connsiteY124" fmla="*/ 3290419 h 5561888"/>
              <a:gd name="connsiteX125" fmla="*/ 4618033 w 5408405"/>
              <a:gd name="connsiteY125" fmla="*/ 3783581 h 5561888"/>
              <a:gd name="connsiteX126" fmla="*/ 4631595 w 5408405"/>
              <a:gd name="connsiteY126" fmla="*/ 3794382 h 5561888"/>
              <a:gd name="connsiteX127" fmla="*/ 4653185 w 5408405"/>
              <a:gd name="connsiteY127" fmla="*/ 3834503 h 5561888"/>
              <a:gd name="connsiteX128" fmla="*/ 4695406 w 5408405"/>
              <a:gd name="connsiteY128" fmla="*/ 3937672 h 5561888"/>
              <a:gd name="connsiteX129" fmla="*/ 4749142 w 5408405"/>
              <a:gd name="connsiteY129" fmla="*/ 4037020 h 5561888"/>
              <a:gd name="connsiteX130" fmla="*/ 4833584 w 5408405"/>
              <a:gd name="connsiteY130" fmla="*/ 4121084 h 5561888"/>
              <a:gd name="connsiteX131" fmla="*/ 4833584 w 5408405"/>
              <a:gd name="connsiteY131" fmla="*/ 4258643 h 5561888"/>
              <a:gd name="connsiteX132" fmla="*/ 4787525 w 5408405"/>
              <a:gd name="connsiteY132" fmla="*/ 4312138 h 5561888"/>
              <a:gd name="connsiteX133" fmla="*/ 4703083 w 5408405"/>
              <a:gd name="connsiteY133" fmla="*/ 4365633 h 5561888"/>
              <a:gd name="connsiteX134" fmla="*/ 4603288 w 5408405"/>
              <a:gd name="connsiteY134" fmla="*/ 4380917 h 5561888"/>
              <a:gd name="connsiteX135" fmla="*/ 4488139 w 5408405"/>
              <a:gd name="connsiteY135" fmla="*/ 4273927 h 5561888"/>
              <a:gd name="connsiteX136" fmla="*/ 4465110 w 5408405"/>
              <a:gd name="connsiteY136" fmla="*/ 4231895 h 5561888"/>
              <a:gd name="connsiteX137" fmla="*/ 4463971 w 5408405"/>
              <a:gd name="connsiteY137" fmla="*/ 4193386 h 5561888"/>
              <a:gd name="connsiteX138" fmla="*/ 4454229 w 5408405"/>
              <a:gd name="connsiteY138" fmla="*/ 4178157 h 5561888"/>
              <a:gd name="connsiteX139" fmla="*/ 4293453 w 5408405"/>
              <a:gd name="connsiteY139" fmla="*/ 4178157 h 5561888"/>
              <a:gd name="connsiteX140" fmla="*/ 4293453 w 5408405"/>
              <a:gd name="connsiteY140" fmla="*/ 4857600 h 5561888"/>
              <a:gd name="connsiteX141" fmla="*/ 3291650 w 5408405"/>
              <a:gd name="connsiteY141" fmla="*/ 4857600 h 5561888"/>
              <a:gd name="connsiteX142" fmla="*/ 3291650 w 5408405"/>
              <a:gd name="connsiteY142" fmla="*/ 4178157 h 5561888"/>
              <a:gd name="connsiteX143" fmla="*/ 2897583 w 5408405"/>
              <a:gd name="connsiteY143" fmla="*/ 4178157 h 5561888"/>
              <a:gd name="connsiteX144" fmla="*/ 2899933 w 5408405"/>
              <a:gd name="connsiteY144" fmla="*/ 4187858 h 5561888"/>
              <a:gd name="connsiteX145" fmla="*/ 2922554 w 5408405"/>
              <a:gd name="connsiteY145" fmla="*/ 4233043 h 5561888"/>
              <a:gd name="connsiteX146" fmla="*/ 2922554 w 5408405"/>
              <a:gd name="connsiteY146" fmla="*/ 4255635 h 5561888"/>
              <a:gd name="connsiteX147" fmla="*/ 2903703 w 5408405"/>
              <a:gd name="connsiteY147" fmla="*/ 4306468 h 5561888"/>
              <a:gd name="connsiteX148" fmla="*/ 2877312 w 5408405"/>
              <a:gd name="connsiteY148" fmla="*/ 4389306 h 5561888"/>
              <a:gd name="connsiteX149" fmla="*/ 2854690 w 5408405"/>
              <a:gd name="connsiteY149" fmla="*/ 4419429 h 5561888"/>
              <a:gd name="connsiteX150" fmla="*/ 2818873 w 5408405"/>
              <a:gd name="connsiteY150" fmla="*/ 4449552 h 5561888"/>
              <a:gd name="connsiteX151" fmla="*/ 2786827 w 5408405"/>
              <a:gd name="connsiteY151" fmla="*/ 4466497 h 5561888"/>
              <a:gd name="connsiteX152" fmla="*/ 2668065 w 5408405"/>
              <a:gd name="connsiteY152" fmla="*/ 4492854 h 5561888"/>
              <a:gd name="connsiteX153" fmla="*/ 2607742 w 5408405"/>
              <a:gd name="connsiteY153" fmla="*/ 4490972 h 5561888"/>
              <a:gd name="connsiteX154" fmla="*/ 2513486 w 5408405"/>
              <a:gd name="connsiteY154" fmla="*/ 4417547 h 5561888"/>
              <a:gd name="connsiteX155" fmla="*/ 2507831 w 5408405"/>
              <a:gd name="connsiteY155" fmla="*/ 4372362 h 5561888"/>
              <a:gd name="connsiteX156" fmla="*/ 2505946 w 5408405"/>
              <a:gd name="connsiteY156" fmla="*/ 4353535 h 5561888"/>
              <a:gd name="connsiteX157" fmla="*/ 2496520 w 5408405"/>
              <a:gd name="connsiteY157" fmla="*/ 4302702 h 5561888"/>
              <a:gd name="connsiteX158" fmla="*/ 2490865 w 5408405"/>
              <a:gd name="connsiteY158" fmla="*/ 4278227 h 5561888"/>
              <a:gd name="connsiteX159" fmla="*/ 2492750 w 5408405"/>
              <a:gd name="connsiteY159" fmla="*/ 4246222 h 5561888"/>
              <a:gd name="connsiteX160" fmla="*/ 2505946 w 5408405"/>
              <a:gd name="connsiteY160" fmla="*/ 4214216 h 5561888"/>
              <a:gd name="connsiteX161" fmla="*/ 2519389 w 5408405"/>
              <a:gd name="connsiteY161" fmla="*/ 4178157 h 5561888"/>
              <a:gd name="connsiteX162" fmla="*/ 1895054 w 5408405"/>
              <a:gd name="connsiteY162" fmla="*/ 4178157 h 5561888"/>
              <a:gd name="connsiteX163" fmla="*/ 1904034 w 5408405"/>
              <a:gd name="connsiteY163" fmla="*/ 4212935 h 5561888"/>
              <a:gd name="connsiteX164" fmla="*/ 1913368 w 5408405"/>
              <a:gd name="connsiteY164" fmla="*/ 4235094 h 5561888"/>
              <a:gd name="connsiteX165" fmla="*/ 1897032 w 5408405"/>
              <a:gd name="connsiteY165" fmla="*/ 4308568 h 5561888"/>
              <a:gd name="connsiteX166" fmla="*/ 1887698 w 5408405"/>
              <a:gd name="connsiteY166" fmla="*/ 4331893 h 5561888"/>
              <a:gd name="connsiteX167" fmla="*/ 1886531 w 5408405"/>
              <a:gd name="connsiteY167" fmla="*/ 4371546 h 5561888"/>
              <a:gd name="connsiteX168" fmla="*/ 1908701 w 5408405"/>
              <a:gd name="connsiteY168" fmla="*/ 4405367 h 5561888"/>
              <a:gd name="connsiteX169" fmla="*/ 1929704 w 5408405"/>
              <a:gd name="connsiteY169" fmla="*/ 4469511 h 5561888"/>
              <a:gd name="connsiteX170" fmla="*/ 1921536 w 5408405"/>
              <a:gd name="connsiteY170" fmla="*/ 4497501 h 5561888"/>
              <a:gd name="connsiteX171" fmla="*/ 1915702 w 5408405"/>
              <a:gd name="connsiteY171" fmla="*/ 4519659 h 5561888"/>
              <a:gd name="connsiteX172" fmla="*/ 1885364 w 5408405"/>
              <a:gd name="connsiteY172" fmla="*/ 4510329 h 5561888"/>
              <a:gd name="connsiteX173" fmla="*/ 1867862 w 5408405"/>
              <a:gd name="connsiteY173" fmla="*/ 4478841 h 5561888"/>
              <a:gd name="connsiteX174" fmla="*/ 1816521 w 5408405"/>
              <a:gd name="connsiteY174" fmla="*/ 4538320 h 5561888"/>
              <a:gd name="connsiteX175" fmla="*/ 1828189 w 5408405"/>
              <a:gd name="connsiteY175" fmla="*/ 4568642 h 5561888"/>
              <a:gd name="connsiteX176" fmla="*/ 1858527 w 5408405"/>
              <a:gd name="connsiteY176" fmla="*/ 4597798 h 5561888"/>
              <a:gd name="connsiteX177" fmla="*/ 1877196 w 5408405"/>
              <a:gd name="connsiteY177" fmla="*/ 4635118 h 5561888"/>
              <a:gd name="connsiteX178" fmla="*/ 1852693 w 5408405"/>
              <a:gd name="connsiteY178" fmla="*/ 4654945 h 5561888"/>
              <a:gd name="connsiteX179" fmla="*/ 1825855 w 5408405"/>
              <a:gd name="connsiteY179" fmla="*/ 4679436 h 5561888"/>
              <a:gd name="connsiteX180" fmla="*/ 1822355 w 5408405"/>
              <a:gd name="connsiteY180" fmla="*/ 4720255 h 5561888"/>
              <a:gd name="connsiteX181" fmla="*/ 1781516 w 5408405"/>
              <a:gd name="connsiteY181" fmla="*/ 4703927 h 5561888"/>
              <a:gd name="connsiteX182" fmla="*/ 1766347 w 5408405"/>
              <a:gd name="connsiteY182" fmla="*/ 4692265 h 5561888"/>
              <a:gd name="connsiteX183" fmla="*/ 1743010 w 5408405"/>
              <a:gd name="connsiteY183" fmla="*/ 4693431 h 5561888"/>
              <a:gd name="connsiteX184" fmla="*/ 1743010 w 5408405"/>
              <a:gd name="connsiteY184" fmla="*/ 4714424 h 5561888"/>
              <a:gd name="connsiteX185" fmla="*/ 1741843 w 5408405"/>
              <a:gd name="connsiteY185" fmla="*/ 4745912 h 5561888"/>
              <a:gd name="connsiteX186" fmla="*/ 1708005 w 5408405"/>
              <a:gd name="connsiteY186" fmla="*/ 4742414 h 5561888"/>
              <a:gd name="connsiteX187" fmla="*/ 1702171 w 5408405"/>
              <a:gd name="connsiteY187" fmla="*/ 4737749 h 5561888"/>
              <a:gd name="connsiteX188" fmla="*/ 1651997 w 5408405"/>
              <a:gd name="connsiteY188" fmla="*/ 4752910 h 5561888"/>
              <a:gd name="connsiteX189" fmla="*/ 1620492 w 5408405"/>
              <a:gd name="connsiteY189" fmla="*/ 4779734 h 5561888"/>
              <a:gd name="connsiteX190" fmla="*/ 1608824 w 5408405"/>
              <a:gd name="connsiteY190" fmla="*/ 4778567 h 5561888"/>
              <a:gd name="connsiteX191" fmla="*/ 1573819 w 5408405"/>
              <a:gd name="connsiteY191" fmla="*/ 4800726 h 5561888"/>
              <a:gd name="connsiteX192" fmla="*/ 1551649 w 5408405"/>
              <a:gd name="connsiteY192" fmla="*/ 4828716 h 5561888"/>
              <a:gd name="connsiteX193" fmla="*/ 1495640 w 5408405"/>
              <a:gd name="connsiteY193" fmla="*/ 4898691 h 5561888"/>
              <a:gd name="connsiteX194" fmla="*/ 1479305 w 5408405"/>
              <a:gd name="connsiteY194" fmla="*/ 4982661 h 5561888"/>
              <a:gd name="connsiteX195" fmla="*/ 1453634 w 5408405"/>
              <a:gd name="connsiteY195" fmla="*/ 5007153 h 5561888"/>
              <a:gd name="connsiteX196" fmla="*/ 1313614 w 5408405"/>
              <a:gd name="connsiteY196" fmla="*/ 4994324 h 5561888"/>
              <a:gd name="connsiteX197" fmla="*/ 1289110 w 5408405"/>
              <a:gd name="connsiteY197" fmla="*/ 4947674 h 5561888"/>
              <a:gd name="connsiteX198" fmla="*/ 1261106 w 5408405"/>
              <a:gd name="connsiteY198" fmla="*/ 4857873 h 5561888"/>
              <a:gd name="connsiteX199" fmla="*/ 1242437 w 5408405"/>
              <a:gd name="connsiteY199" fmla="*/ 4847376 h 5561888"/>
              <a:gd name="connsiteX200" fmla="*/ 1158424 w 5408405"/>
              <a:gd name="connsiteY200" fmla="*/ 4842711 h 5561888"/>
              <a:gd name="connsiteX201" fmla="*/ 1118752 w 5408405"/>
              <a:gd name="connsiteY201" fmla="*/ 4824051 h 5561888"/>
              <a:gd name="connsiteX202" fmla="*/ 1083747 w 5408405"/>
              <a:gd name="connsiteY202" fmla="*/ 4792562 h 5561888"/>
              <a:gd name="connsiteX203" fmla="*/ 1035907 w 5408405"/>
              <a:gd name="connsiteY203" fmla="*/ 4794895 h 5561888"/>
              <a:gd name="connsiteX204" fmla="*/ 988066 w 5408405"/>
              <a:gd name="connsiteY204" fmla="*/ 4777401 h 5561888"/>
              <a:gd name="connsiteX205" fmla="*/ 915722 w 5408405"/>
              <a:gd name="connsiteY205" fmla="*/ 4761074 h 5561888"/>
              <a:gd name="connsiteX206" fmla="*/ 865548 w 5408405"/>
              <a:gd name="connsiteY206" fmla="*/ 4818220 h 5561888"/>
              <a:gd name="connsiteX207" fmla="*/ 810707 w 5408405"/>
              <a:gd name="connsiteY207" fmla="*/ 4848543 h 5561888"/>
              <a:gd name="connsiteX208" fmla="*/ 871382 w 5408405"/>
              <a:gd name="connsiteY208" fmla="*/ 4748245 h 5561888"/>
              <a:gd name="connsiteX209" fmla="*/ 823542 w 5408405"/>
              <a:gd name="connsiteY209" fmla="*/ 4650280 h 5561888"/>
              <a:gd name="connsiteX210" fmla="*/ 751198 w 5408405"/>
              <a:gd name="connsiteY210" fmla="*/ 4589635 h 5561888"/>
              <a:gd name="connsiteX211" fmla="*/ 745364 w 5408405"/>
              <a:gd name="connsiteY211" fmla="*/ 4572141 h 5561888"/>
              <a:gd name="connsiteX212" fmla="*/ 712693 w 5408405"/>
              <a:gd name="connsiteY212" fmla="*/ 4558146 h 5561888"/>
              <a:gd name="connsiteX213" fmla="*/ 663685 w 5408405"/>
              <a:gd name="connsiteY213" fmla="*/ 4604796 h 5561888"/>
              <a:gd name="connsiteX214" fmla="*/ 633348 w 5408405"/>
              <a:gd name="connsiteY214" fmla="*/ 4615292 h 5561888"/>
              <a:gd name="connsiteX215" fmla="*/ 592508 w 5408405"/>
              <a:gd name="connsiteY215" fmla="*/ 4608295 h 5561888"/>
              <a:gd name="connsiteX216" fmla="*/ 572672 w 5408405"/>
              <a:gd name="connsiteY216" fmla="*/ 4621123 h 5561888"/>
              <a:gd name="connsiteX217" fmla="*/ 583174 w 5408405"/>
              <a:gd name="connsiteY217" fmla="*/ 4643282 h 5561888"/>
              <a:gd name="connsiteX218" fmla="*/ 604177 w 5408405"/>
              <a:gd name="connsiteY218" fmla="*/ 4652612 h 5561888"/>
              <a:gd name="connsiteX219" fmla="*/ 618179 w 5408405"/>
              <a:gd name="connsiteY219" fmla="*/ 4680602 h 5561888"/>
              <a:gd name="connsiteX220" fmla="*/ 663685 w 5408405"/>
              <a:gd name="connsiteY220" fmla="*/ 4770404 h 5561888"/>
              <a:gd name="connsiteX221" fmla="*/ 680021 w 5408405"/>
              <a:gd name="connsiteY221" fmla="*/ 4783232 h 5561888"/>
              <a:gd name="connsiteX222" fmla="*/ 657851 w 5408405"/>
              <a:gd name="connsiteY222" fmla="*/ 4797227 h 5561888"/>
              <a:gd name="connsiteX223" fmla="*/ 654351 w 5408405"/>
              <a:gd name="connsiteY223" fmla="*/ 4797227 h 5561888"/>
              <a:gd name="connsiteX224" fmla="*/ 632181 w 5408405"/>
              <a:gd name="connsiteY224" fmla="*/ 4836880 h 5561888"/>
              <a:gd name="connsiteX225" fmla="*/ 629847 w 5408405"/>
              <a:gd name="connsiteY225" fmla="*/ 4891694 h 5561888"/>
              <a:gd name="connsiteX226" fmla="*/ 610011 w 5408405"/>
              <a:gd name="connsiteY226" fmla="*/ 4968666 h 5561888"/>
              <a:gd name="connsiteX227" fmla="*/ 592508 w 5408405"/>
              <a:gd name="connsiteY227" fmla="*/ 4989659 h 5561888"/>
              <a:gd name="connsiteX228" fmla="*/ 544668 w 5408405"/>
              <a:gd name="connsiteY228" fmla="*/ 5050304 h 5561888"/>
              <a:gd name="connsiteX229" fmla="*/ 516664 w 5408405"/>
              <a:gd name="connsiteY229" fmla="*/ 5060800 h 5561888"/>
              <a:gd name="connsiteX230" fmla="*/ 401147 w 5408405"/>
              <a:gd name="connsiteY230" fmla="*/ 5094622 h 5561888"/>
              <a:gd name="connsiteX231" fmla="*/ 401147 w 5408405"/>
              <a:gd name="connsiteY231" fmla="*/ 5120279 h 5561888"/>
              <a:gd name="connsiteX232" fmla="*/ 431485 w 5408405"/>
              <a:gd name="connsiteY232" fmla="*/ 5123778 h 5561888"/>
              <a:gd name="connsiteX233" fmla="*/ 452488 w 5408405"/>
              <a:gd name="connsiteY233" fmla="*/ 5109783 h 5561888"/>
              <a:gd name="connsiteX234" fmla="*/ 472324 w 5408405"/>
              <a:gd name="connsiteY234" fmla="*/ 5107450 h 5561888"/>
              <a:gd name="connsiteX235" fmla="*/ 468824 w 5408405"/>
              <a:gd name="connsiteY235" fmla="*/ 5128443 h 5561888"/>
              <a:gd name="connsiteX236" fmla="*/ 452488 w 5408405"/>
              <a:gd name="connsiteY236" fmla="*/ 5143604 h 5561888"/>
              <a:gd name="connsiteX237" fmla="*/ 446654 w 5408405"/>
              <a:gd name="connsiteY237" fmla="*/ 5179758 h 5561888"/>
              <a:gd name="connsiteX238" fmla="*/ 478158 w 5408405"/>
              <a:gd name="connsiteY238" fmla="*/ 5172761 h 5561888"/>
              <a:gd name="connsiteX239" fmla="*/ 502662 w 5408405"/>
              <a:gd name="connsiteY239" fmla="*/ 5152934 h 5561888"/>
              <a:gd name="connsiteX240" fmla="*/ 525999 w 5408405"/>
              <a:gd name="connsiteY240" fmla="*/ 5168096 h 5561888"/>
              <a:gd name="connsiteX241" fmla="*/ 500328 w 5408405"/>
              <a:gd name="connsiteY241" fmla="*/ 5234572 h 5561888"/>
              <a:gd name="connsiteX242" fmla="*/ 500328 w 5408405"/>
              <a:gd name="connsiteY242" fmla="*/ 5298716 h 5561888"/>
              <a:gd name="connsiteX243" fmla="*/ 523665 w 5408405"/>
              <a:gd name="connsiteY243" fmla="*/ 5324373 h 5561888"/>
              <a:gd name="connsiteX244" fmla="*/ 530666 w 5408405"/>
              <a:gd name="connsiteY244" fmla="*/ 5337202 h 5561888"/>
              <a:gd name="connsiteX245" fmla="*/ 517831 w 5408405"/>
              <a:gd name="connsiteY245" fmla="*/ 5344200 h 5561888"/>
              <a:gd name="connsiteX246" fmla="*/ 493327 w 5408405"/>
              <a:gd name="connsiteY246" fmla="*/ 5367525 h 5561888"/>
              <a:gd name="connsiteX247" fmla="*/ 462989 w 5408405"/>
              <a:gd name="connsiteY247" fmla="*/ 5420006 h 5561888"/>
              <a:gd name="connsiteX248" fmla="*/ 461823 w 5408405"/>
              <a:gd name="connsiteY248" fmla="*/ 5447996 h 5561888"/>
              <a:gd name="connsiteX249" fmla="*/ 471157 w 5408405"/>
              <a:gd name="connsiteY249" fmla="*/ 5466656 h 5561888"/>
              <a:gd name="connsiteX250" fmla="*/ 451321 w 5408405"/>
              <a:gd name="connsiteY250" fmla="*/ 5479485 h 5561888"/>
              <a:gd name="connsiteX251" fmla="*/ 434985 w 5408405"/>
              <a:gd name="connsiteY251" fmla="*/ 5481817 h 5561888"/>
              <a:gd name="connsiteX252" fmla="*/ 415149 w 5408405"/>
              <a:gd name="connsiteY252" fmla="*/ 5529634 h 5561888"/>
              <a:gd name="connsiteX253" fmla="*/ 420983 w 5408405"/>
              <a:gd name="connsiteY253" fmla="*/ 5538964 h 5561888"/>
              <a:gd name="connsiteX254" fmla="*/ 419816 w 5408405"/>
              <a:gd name="connsiteY254" fmla="*/ 5559956 h 5561888"/>
              <a:gd name="connsiteX255" fmla="*/ 401147 w 5408405"/>
              <a:gd name="connsiteY255" fmla="*/ 5555291 h 5561888"/>
              <a:gd name="connsiteX256" fmla="*/ 389479 w 5408405"/>
              <a:gd name="connsiteY256" fmla="*/ 5540130 h 5561888"/>
              <a:gd name="connsiteX257" fmla="*/ 366142 w 5408405"/>
              <a:gd name="connsiteY257" fmla="*/ 5536631 h 5561888"/>
              <a:gd name="connsiteX258" fmla="*/ 294965 w 5408405"/>
              <a:gd name="connsiteY258" fmla="*/ 5555291 h 5561888"/>
              <a:gd name="connsiteX259" fmla="*/ 206285 w 5408405"/>
              <a:gd name="connsiteY259" fmla="*/ 5561122 h 5561888"/>
              <a:gd name="connsiteX260" fmla="*/ 185282 w 5408405"/>
              <a:gd name="connsiteY260" fmla="*/ 5550626 h 5561888"/>
              <a:gd name="connsiteX261" fmla="*/ 124607 w 5408405"/>
              <a:gd name="connsiteY261" fmla="*/ 5522636 h 5561888"/>
              <a:gd name="connsiteX262" fmla="*/ 112938 w 5408405"/>
              <a:gd name="connsiteY262" fmla="*/ 5514472 h 5561888"/>
              <a:gd name="connsiteX263" fmla="*/ 61597 w 5408405"/>
              <a:gd name="connsiteY263" fmla="*/ 5452661 h 5561888"/>
              <a:gd name="connsiteX264" fmla="*/ 30093 w 5408405"/>
              <a:gd name="connsiteY264" fmla="*/ 5347698 h 5561888"/>
              <a:gd name="connsiteX265" fmla="*/ 14924 w 5408405"/>
              <a:gd name="connsiteY265" fmla="*/ 5311544 h 5561888"/>
              <a:gd name="connsiteX266" fmla="*/ 18424 w 5408405"/>
              <a:gd name="connsiteY266" fmla="*/ 5260229 h 5561888"/>
              <a:gd name="connsiteX267" fmla="*/ 23092 w 5408405"/>
              <a:gd name="connsiteY267" fmla="*/ 5217078 h 5561888"/>
              <a:gd name="connsiteX268" fmla="*/ 21925 w 5408405"/>
              <a:gd name="connsiteY268" fmla="*/ 5199584 h 5561888"/>
              <a:gd name="connsiteX269" fmla="*/ 90768 w 5408405"/>
              <a:gd name="connsiteY269" fmla="*/ 5120279 h 5561888"/>
              <a:gd name="connsiteX270" fmla="*/ 156111 w 5408405"/>
              <a:gd name="connsiteY270" fmla="*/ 5081793 h 5561888"/>
              <a:gd name="connsiteX271" fmla="*/ 205118 w 5408405"/>
              <a:gd name="connsiteY271" fmla="*/ 5017649 h 5561888"/>
              <a:gd name="connsiteX272" fmla="*/ 198117 w 5408405"/>
              <a:gd name="connsiteY272" fmla="*/ 5004820 h 5561888"/>
              <a:gd name="connsiteX273" fmla="*/ 129274 w 5408405"/>
              <a:gd name="connsiteY273" fmla="*/ 4923183 h 5561888"/>
              <a:gd name="connsiteX274" fmla="*/ 119939 w 5408405"/>
              <a:gd name="connsiteY274" fmla="*/ 4904523 h 5561888"/>
              <a:gd name="connsiteX275" fmla="*/ 110604 w 5408405"/>
              <a:gd name="connsiteY275" fmla="*/ 4846210 h 5561888"/>
              <a:gd name="connsiteX276" fmla="*/ 94269 w 5408405"/>
              <a:gd name="connsiteY276" fmla="*/ 4778567 h 5561888"/>
              <a:gd name="connsiteX277" fmla="*/ 95436 w 5408405"/>
              <a:gd name="connsiteY277" fmla="*/ 4750577 h 5561888"/>
              <a:gd name="connsiteX278" fmla="*/ 157278 w 5408405"/>
              <a:gd name="connsiteY278" fmla="*/ 4600131 h 5561888"/>
              <a:gd name="connsiteX279" fmla="*/ 168946 w 5408405"/>
              <a:gd name="connsiteY279" fmla="*/ 4590801 h 5561888"/>
              <a:gd name="connsiteX280" fmla="*/ 240123 w 5408405"/>
              <a:gd name="connsiteY280" fmla="*/ 4556980 h 5561888"/>
              <a:gd name="connsiteX281" fmla="*/ 270461 w 5408405"/>
              <a:gd name="connsiteY281" fmla="*/ 4547650 h 5561888"/>
              <a:gd name="connsiteX282" fmla="*/ 321802 w 5408405"/>
              <a:gd name="connsiteY282" fmla="*/ 4535987 h 5561888"/>
              <a:gd name="connsiteX283" fmla="*/ 360308 w 5408405"/>
              <a:gd name="connsiteY283" fmla="*/ 4502166 h 5561888"/>
              <a:gd name="connsiteX284" fmla="*/ 388312 w 5408405"/>
              <a:gd name="connsiteY284" fmla="*/ 4511496 h 5561888"/>
              <a:gd name="connsiteX285" fmla="*/ 391812 w 5408405"/>
              <a:gd name="connsiteY285" fmla="*/ 4525491 h 5561888"/>
              <a:gd name="connsiteX286" fmla="*/ 402314 w 5408405"/>
              <a:gd name="connsiteY286" fmla="*/ 4541818 h 5561888"/>
              <a:gd name="connsiteX287" fmla="*/ 417483 w 5408405"/>
              <a:gd name="connsiteY287" fmla="*/ 4531322 h 5561888"/>
              <a:gd name="connsiteX288" fmla="*/ 452488 w 5408405"/>
              <a:gd name="connsiteY288" fmla="*/ 4537153 h 5561888"/>
              <a:gd name="connsiteX289" fmla="*/ 459489 w 5408405"/>
              <a:gd name="connsiteY289" fmla="*/ 4552315 h 5561888"/>
              <a:gd name="connsiteX290" fmla="*/ 480492 w 5408405"/>
              <a:gd name="connsiteY290" fmla="*/ 4560478 h 5561888"/>
              <a:gd name="connsiteX291" fmla="*/ 488660 w 5408405"/>
              <a:gd name="connsiteY291" fmla="*/ 4540652 h 5561888"/>
              <a:gd name="connsiteX292" fmla="*/ 521331 w 5408405"/>
              <a:gd name="connsiteY292" fmla="*/ 4399536 h 5561888"/>
              <a:gd name="connsiteX293" fmla="*/ 596009 w 5408405"/>
              <a:gd name="connsiteY293" fmla="*/ 4352885 h 5561888"/>
              <a:gd name="connsiteX294" fmla="*/ 607677 w 5408405"/>
              <a:gd name="connsiteY294" fmla="*/ 4333059 h 5561888"/>
              <a:gd name="connsiteX295" fmla="*/ 586674 w 5408405"/>
              <a:gd name="connsiteY295" fmla="*/ 4287575 h 5561888"/>
              <a:gd name="connsiteX296" fmla="*/ 591341 w 5408405"/>
              <a:gd name="connsiteY296" fmla="*/ 4267749 h 5561888"/>
              <a:gd name="connsiteX297" fmla="*/ 613511 w 5408405"/>
              <a:gd name="connsiteY297" fmla="*/ 4189610 h 5561888"/>
              <a:gd name="connsiteX298" fmla="*/ 596009 w 5408405"/>
              <a:gd name="connsiteY298" fmla="*/ 4181446 h 5561888"/>
              <a:gd name="connsiteX299" fmla="*/ 545835 w 5408405"/>
              <a:gd name="connsiteY299" fmla="*/ 4156955 h 5561888"/>
              <a:gd name="connsiteX300" fmla="*/ 563337 w 5408405"/>
              <a:gd name="connsiteY300" fmla="*/ 4103308 h 5561888"/>
              <a:gd name="connsiteX301" fmla="*/ 592508 w 5408405"/>
              <a:gd name="connsiteY301" fmla="*/ 4098643 h 5561888"/>
              <a:gd name="connsiteX302" fmla="*/ 617012 w 5408405"/>
              <a:gd name="connsiteY302" fmla="*/ 4054325 h 5561888"/>
              <a:gd name="connsiteX303" fmla="*/ 599509 w 5408405"/>
              <a:gd name="connsiteY303" fmla="*/ 4021670 h 5561888"/>
              <a:gd name="connsiteX304" fmla="*/ 578506 w 5408405"/>
              <a:gd name="connsiteY304" fmla="*/ 3990181 h 5561888"/>
              <a:gd name="connsiteX305" fmla="*/ 572672 w 5408405"/>
              <a:gd name="connsiteY305" fmla="*/ 3961025 h 5561888"/>
              <a:gd name="connsiteX306" fmla="*/ 598343 w 5408405"/>
              <a:gd name="connsiteY306" fmla="*/ 3955193 h 5561888"/>
              <a:gd name="connsiteX307" fmla="*/ 655518 w 5408405"/>
              <a:gd name="connsiteY307" fmla="*/ 3936533 h 5561888"/>
              <a:gd name="connsiteX308" fmla="*/ 660185 w 5408405"/>
              <a:gd name="connsiteY308" fmla="*/ 3906211 h 5561888"/>
              <a:gd name="connsiteX309" fmla="*/ 618179 w 5408405"/>
              <a:gd name="connsiteY309" fmla="*/ 3857228 h 5561888"/>
              <a:gd name="connsiteX310" fmla="*/ 593675 w 5408405"/>
              <a:gd name="connsiteY310" fmla="*/ 3769759 h 5561888"/>
              <a:gd name="connsiteX311" fmla="*/ 586674 w 5408405"/>
              <a:gd name="connsiteY311" fmla="*/ 3748767 h 5561888"/>
              <a:gd name="connsiteX312" fmla="*/ 554003 w 5408405"/>
              <a:gd name="connsiteY312" fmla="*/ 3724275 h 5561888"/>
              <a:gd name="connsiteX313" fmla="*/ 507329 w 5408405"/>
              <a:gd name="connsiteY313" fmla="*/ 3686955 h 5561888"/>
              <a:gd name="connsiteX314" fmla="*/ 490993 w 5408405"/>
              <a:gd name="connsiteY314" fmla="*/ 3713779 h 5561888"/>
              <a:gd name="connsiteX315" fmla="*/ 469990 w 5408405"/>
              <a:gd name="connsiteY315" fmla="*/ 3732439 h 5561888"/>
              <a:gd name="connsiteX316" fmla="*/ 432652 w 5408405"/>
              <a:gd name="connsiteY316" fmla="*/ 3712613 h 5561888"/>
              <a:gd name="connsiteX317" fmla="*/ 446654 w 5408405"/>
              <a:gd name="connsiteY317" fmla="*/ 3690454 h 5561888"/>
              <a:gd name="connsiteX318" fmla="*/ 461823 w 5408405"/>
              <a:gd name="connsiteY318" fmla="*/ 3672960 h 5561888"/>
              <a:gd name="connsiteX319" fmla="*/ 410482 w 5408405"/>
              <a:gd name="connsiteY319" fmla="*/ 3637973 h 5561888"/>
              <a:gd name="connsiteX320" fmla="*/ 382478 w 5408405"/>
              <a:gd name="connsiteY320" fmla="*/ 3649635 h 5561888"/>
              <a:gd name="connsiteX321" fmla="*/ 354474 w 5408405"/>
              <a:gd name="connsiteY321" fmla="*/ 3637973 h 5561888"/>
              <a:gd name="connsiteX322" fmla="*/ 357974 w 5408405"/>
              <a:gd name="connsiteY322" fmla="*/ 3609983 h 5561888"/>
              <a:gd name="connsiteX323" fmla="*/ 403481 w 5408405"/>
              <a:gd name="connsiteY323" fmla="*/ 3584325 h 5561888"/>
              <a:gd name="connsiteX324" fmla="*/ 431485 w 5408405"/>
              <a:gd name="connsiteY324" fmla="*/ 3528345 h 5561888"/>
              <a:gd name="connsiteX325" fmla="*/ 405814 w 5408405"/>
              <a:gd name="connsiteY325" fmla="*/ 3405889 h 5561888"/>
              <a:gd name="connsiteX326" fmla="*/ 388312 w 5408405"/>
              <a:gd name="connsiteY326" fmla="*/ 3388395 h 5561888"/>
              <a:gd name="connsiteX327" fmla="*/ 296132 w 5408405"/>
              <a:gd name="connsiteY327" fmla="*/ 3352241 h 5561888"/>
              <a:gd name="connsiteX328" fmla="*/ 370809 w 5408405"/>
              <a:gd name="connsiteY328" fmla="*/ 3348742 h 5561888"/>
              <a:gd name="connsiteX329" fmla="*/ 451321 w 5408405"/>
              <a:gd name="connsiteY329" fmla="*/ 3286931 h 5561888"/>
              <a:gd name="connsiteX330" fmla="*/ 426817 w 5408405"/>
              <a:gd name="connsiteY330" fmla="*/ 3249611 h 5561888"/>
              <a:gd name="connsiteX331" fmla="*/ 399980 w 5408405"/>
              <a:gd name="connsiteY331" fmla="*/ 3240281 h 5561888"/>
              <a:gd name="connsiteX332" fmla="*/ 437319 w 5408405"/>
              <a:gd name="connsiteY332" fmla="*/ 3226286 h 5561888"/>
              <a:gd name="connsiteX333" fmla="*/ 455988 w 5408405"/>
              <a:gd name="connsiteY333" fmla="*/ 3208792 h 5561888"/>
              <a:gd name="connsiteX334" fmla="*/ 430318 w 5408405"/>
              <a:gd name="connsiteY334" fmla="*/ 3122489 h 5561888"/>
              <a:gd name="connsiteX335" fmla="*/ 401147 w 5408405"/>
              <a:gd name="connsiteY335" fmla="*/ 3075839 h 5561888"/>
              <a:gd name="connsiteX336" fmla="*/ 390645 w 5408405"/>
              <a:gd name="connsiteY336" fmla="*/ 2998867 h 5561888"/>
              <a:gd name="connsiteX337" fmla="*/ 364975 w 5408405"/>
              <a:gd name="connsiteY337" fmla="*/ 2949884 h 5561888"/>
              <a:gd name="connsiteX338" fmla="*/ 352140 w 5408405"/>
              <a:gd name="connsiteY338" fmla="*/ 2947552 h 5561888"/>
              <a:gd name="connsiteX339" fmla="*/ 395313 w 5408405"/>
              <a:gd name="connsiteY339" fmla="*/ 2919562 h 5561888"/>
              <a:gd name="connsiteX340" fmla="*/ 433818 w 5408405"/>
              <a:gd name="connsiteY340" fmla="*/ 2882242 h 5561888"/>
              <a:gd name="connsiteX341" fmla="*/ 422150 w 5408405"/>
              <a:gd name="connsiteY341" fmla="*/ 2851919 h 5561888"/>
              <a:gd name="connsiteX342" fmla="*/ 396480 w 5408405"/>
              <a:gd name="connsiteY342" fmla="*/ 2818098 h 5561888"/>
              <a:gd name="connsiteX343" fmla="*/ 424484 w 5408405"/>
              <a:gd name="connsiteY343" fmla="*/ 2793607 h 5561888"/>
              <a:gd name="connsiteX344" fmla="*/ 436152 w 5408405"/>
              <a:gd name="connsiteY344" fmla="*/ 2784277 h 5561888"/>
              <a:gd name="connsiteX345" fmla="*/ 422150 w 5408405"/>
              <a:gd name="connsiteY345" fmla="*/ 2762118 h 5561888"/>
              <a:gd name="connsiteX346" fmla="*/ 404648 w 5408405"/>
              <a:gd name="connsiteY346" fmla="*/ 2717800 h 5561888"/>
              <a:gd name="connsiteX347" fmla="*/ 401147 w 5408405"/>
              <a:gd name="connsiteY347" fmla="*/ 2623334 h 5561888"/>
              <a:gd name="connsiteX348" fmla="*/ 403481 w 5408405"/>
              <a:gd name="connsiteY348" fmla="*/ 2597676 h 5561888"/>
              <a:gd name="connsiteX349" fmla="*/ 409315 w 5408405"/>
              <a:gd name="connsiteY349" fmla="*/ 2525369 h 5561888"/>
              <a:gd name="connsiteX350" fmla="*/ 422150 w 5408405"/>
              <a:gd name="connsiteY350" fmla="*/ 2510207 h 5561888"/>
              <a:gd name="connsiteX351" fmla="*/ 475825 w 5408405"/>
              <a:gd name="connsiteY351" fmla="*/ 2464724 h 5561888"/>
              <a:gd name="connsiteX352" fmla="*/ 485159 w 5408405"/>
              <a:gd name="connsiteY352" fmla="*/ 2448396 h 5561888"/>
              <a:gd name="connsiteX353" fmla="*/ 542334 w 5408405"/>
              <a:gd name="connsiteY353" fmla="*/ 2422738 h 5561888"/>
              <a:gd name="connsiteX354" fmla="*/ 584340 w 5408405"/>
              <a:gd name="connsiteY354" fmla="*/ 2404078 h 5561888"/>
              <a:gd name="connsiteX355" fmla="*/ 622846 w 5408405"/>
              <a:gd name="connsiteY355" fmla="*/ 2372590 h 5561888"/>
              <a:gd name="connsiteX356" fmla="*/ 641515 w 5408405"/>
              <a:gd name="connsiteY356" fmla="*/ 2345766 h 5561888"/>
              <a:gd name="connsiteX357" fmla="*/ 648517 w 5408405"/>
              <a:gd name="connsiteY357" fmla="*/ 2310778 h 5561888"/>
              <a:gd name="connsiteX358" fmla="*/ 642682 w 5408405"/>
              <a:gd name="connsiteY358" fmla="*/ 2293285 h 5561888"/>
              <a:gd name="connsiteX359" fmla="*/ 615845 w 5408405"/>
              <a:gd name="connsiteY359" fmla="*/ 2286287 h 5561888"/>
              <a:gd name="connsiteX360" fmla="*/ 597176 w 5408405"/>
              <a:gd name="connsiteY360" fmla="*/ 2248967 h 5561888"/>
              <a:gd name="connsiteX361" fmla="*/ 619346 w 5408405"/>
              <a:gd name="connsiteY361" fmla="*/ 2210481 h 5561888"/>
              <a:gd name="connsiteX362" fmla="*/ 657851 w 5408405"/>
              <a:gd name="connsiteY362" fmla="*/ 2198818 h 5561888"/>
              <a:gd name="connsiteX363" fmla="*/ 676521 w 5408405"/>
              <a:gd name="connsiteY363" fmla="*/ 2190654 h 5561888"/>
              <a:gd name="connsiteX364" fmla="*/ 668353 w 5408405"/>
              <a:gd name="connsiteY364" fmla="*/ 2153334 h 5561888"/>
              <a:gd name="connsiteX365" fmla="*/ 663685 w 5408405"/>
              <a:gd name="connsiteY365" fmla="*/ 2152168 h 5561888"/>
              <a:gd name="connsiteX366" fmla="*/ 635681 w 5408405"/>
              <a:gd name="connsiteY366" fmla="*/ 2139339 h 5561888"/>
              <a:gd name="connsiteX367" fmla="*/ 648517 w 5408405"/>
              <a:gd name="connsiteY367" fmla="*/ 2093855 h 5561888"/>
              <a:gd name="connsiteX368" fmla="*/ 683522 w 5408405"/>
              <a:gd name="connsiteY368" fmla="*/ 2071697 h 5561888"/>
              <a:gd name="connsiteX369" fmla="*/ 703358 w 5408405"/>
              <a:gd name="connsiteY369" fmla="*/ 2082193 h 5561888"/>
              <a:gd name="connsiteX370" fmla="*/ 711526 w 5408405"/>
              <a:gd name="connsiteY370" fmla="*/ 2091523 h 5561888"/>
              <a:gd name="connsiteX371" fmla="*/ 720860 w 5408405"/>
              <a:gd name="connsiteY371" fmla="*/ 2081027 h 5561888"/>
              <a:gd name="connsiteX372" fmla="*/ 723194 w 5408405"/>
              <a:gd name="connsiteY372" fmla="*/ 2055369 h 5561888"/>
              <a:gd name="connsiteX373" fmla="*/ 771034 w 5408405"/>
              <a:gd name="connsiteY373" fmla="*/ 2027379 h 5561888"/>
              <a:gd name="connsiteX374" fmla="*/ 779202 w 5408405"/>
              <a:gd name="connsiteY374" fmla="*/ 2030878 h 5561888"/>
              <a:gd name="connsiteX375" fmla="*/ 839878 w 5408405"/>
              <a:gd name="connsiteY375" fmla="*/ 2009885 h 5561888"/>
              <a:gd name="connsiteX376" fmla="*/ 872549 w 5408405"/>
              <a:gd name="connsiteY376" fmla="*/ 1988893 h 5561888"/>
              <a:gd name="connsiteX377" fmla="*/ 891219 w 5408405"/>
              <a:gd name="connsiteY377" fmla="*/ 1987727 h 5561888"/>
              <a:gd name="connsiteX378" fmla="*/ 961229 w 5408405"/>
              <a:gd name="connsiteY378" fmla="*/ 1935245 h 5561888"/>
              <a:gd name="connsiteX379" fmla="*/ 979898 w 5408405"/>
              <a:gd name="connsiteY379" fmla="*/ 1895593 h 5561888"/>
              <a:gd name="connsiteX380" fmla="*/ 1004402 w 5408405"/>
              <a:gd name="connsiteY380" fmla="*/ 1886263 h 5561888"/>
              <a:gd name="connsiteX381" fmla="*/ 1010236 w 5408405"/>
              <a:gd name="connsiteY381" fmla="*/ 1908421 h 5561888"/>
              <a:gd name="connsiteX382" fmla="*/ 1054576 w 5408405"/>
              <a:gd name="connsiteY382" fmla="*/ 1949240 h 5561888"/>
              <a:gd name="connsiteX383" fmla="*/ 1105917 w 5408405"/>
              <a:gd name="connsiteY383" fmla="*/ 1948074 h 5561888"/>
              <a:gd name="connsiteX384" fmla="*/ 1144422 w 5408405"/>
              <a:gd name="connsiteY384" fmla="*/ 1978397 h 5561888"/>
              <a:gd name="connsiteX385" fmla="*/ 1237769 w 5408405"/>
              <a:gd name="connsiteY385" fmla="*/ 2001722 h 5561888"/>
              <a:gd name="connsiteX386" fmla="*/ 1255272 w 5408405"/>
              <a:gd name="connsiteY386" fmla="*/ 1992392 h 5561888"/>
              <a:gd name="connsiteX387" fmla="*/ 1293778 w 5408405"/>
              <a:gd name="connsiteY387" fmla="*/ 2055369 h 5561888"/>
              <a:gd name="connsiteX388" fmla="*/ 1366122 w 5408405"/>
              <a:gd name="connsiteY388" fmla="*/ 2055369 h 5561888"/>
              <a:gd name="connsiteX389" fmla="*/ 1361454 w 5408405"/>
              <a:gd name="connsiteY389" fmla="*/ 2068198 h 5561888"/>
              <a:gd name="connsiteX390" fmla="*/ 1381290 w 5408405"/>
              <a:gd name="connsiteY390" fmla="*/ 2133508 h 5561888"/>
              <a:gd name="connsiteX391" fmla="*/ 1404627 w 5408405"/>
              <a:gd name="connsiteY391" fmla="*/ 2178992 h 5561888"/>
              <a:gd name="connsiteX392" fmla="*/ 1436132 w 5408405"/>
              <a:gd name="connsiteY392" fmla="*/ 2232639 h 5561888"/>
              <a:gd name="connsiteX393" fmla="*/ 1452467 w 5408405"/>
              <a:gd name="connsiteY393" fmla="*/ 2215146 h 5561888"/>
              <a:gd name="connsiteX394" fmla="*/ 1475804 w 5408405"/>
              <a:gd name="connsiteY394" fmla="*/ 2180158 h 5561888"/>
              <a:gd name="connsiteX395" fmla="*/ 1490973 w 5408405"/>
              <a:gd name="connsiteY395" fmla="*/ 2194153 h 5561888"/>
              <a:gd name="connsiteX396" fmla="*/ 1536480 w 5408405"/>
              <a:gd name="connsiteY396" fmla="*/ 2257131 h 5561888"/>
              <a:gd name="connsiteX397" fmla="*/ 1682334 w 5408405"/>
              <a:gd name="connsiteY397" fmla="*/ 2317776 h 5561888"/>
              <a:gd name="connsiteX398" fmla="*/ 1752345 w 5408405"/>
              <a:gd name="connsiteY398" fmla="*/ 2360927 h 5561888"/>
              <a:gd name="connsiteX399" fmla="*/ 1790850 w 5408405"/>
              <a:gd name="connsiteY399" fmla="*/ 2355096 h 5561888"/>
              <a:gd name="connsiteX400" fmla="*/ 1825855 w 5408405"/>
              <a:gd name="connsiteY400" fmla="*/ 2351597 h 5561888"/>
              <a:gd name="connsiteX401" fmla="*/ 1817688 w 5408405"/>
              <a:gd name="connsiteY401" fmla="*/ 2380753 h 5561888"/>
              <a:gd name="connsiteX402" fmla="*/ 1807186 w 5408405"/>
              <a:gd name="connsiteY402" fmla="*/ 2436733 h 5561888"/>
              <a:gd name="connsiteX403" fmla="*/ 1836065 w 5408405"/>
              <a:gd name="connsiteY403" fmla="*/ 2571290 h 5561888"/>
              <a:gd name="connsiteX404" fmla="*/ 1836900 w 5408405"/>
              <a:gd name="connsiteY404" fmla="*/ 2614907 h 5561888"/>
              <a:gd name="connsiteX405" fmla="*/ 2065106 w 5408405"/>
              <a:gd name="connsiteY405" fmla="*/ 2240082 h 5561888"/>
              <a:gd name="connsiteX406" fmla="*/ 2042723 w 5408405"/>
              <a:gd name="connsiteY406" fmla="*/ 2222711 h 5561888"/>
              <a:gd name="connsiteX407" fmla="*/ 2003998 w 5408405"/>
              <a:gd name="connsiteY407" fmla="*/ 2224820 h 5561888"/>
              <a:gd name="connsiteX408" fmla="*/ 1989060 w 5408405"/>
              <a:gd name="connsiteY408" fmla="*/ 2226794 h 5561888"/>
              <a:gd name="connsiteX409" fmla="*/ 1993035 w 5408405"/>
              <a:gd name="connsiteY409" fmla="*/ 2208195 h 5561888"/>
              <a:gd name="connsiteX410" fmla="*/ 1994810 w 5408405"/>
              <a:gd name="connsiteY410" fmla="*/ 2206378 h 5561888"/>
              <a:gd name="connsiteX411" fmla="*/ 1985471 w 5408405"/>
              <a:gd name="connsiteY411" fmla="*/ 2174773 h 5561888"/>
              <a:gd name="connsiteX412" fmla="*/ 1958208 w 5408405"/>
              <a:gd name="connsiteY412" fmla="*/ 2145776 h 5561888"/>
              <a:gd name="connsiteX413" fmla="*/ 1928319 w 5408405"/>
              <a:gd name="connsiteY413" fmla="*/ 2096463 h 5561888"/>
              <a:gd name="connsiteX414" fmla="*/ 1926297 w 5408405"/>
              <a:gd name="connsiteY414" fmla="*/ 2076739 h 5561888"/>
              <a:gd name="connsiteX415" fmla="*/ 1919077 w 5408405"/>
              <a:gd name="connsiteY415" fmla="*/ 2021171 h 5561888"/>
              <a:gd name="connsiteX416" fmla="*/ 1927826 w 5408405"/>
              <a:gd name="connsiteY416" fmla="*/ 2001317 h 5561888"/>
              <a:gd name="connsiteX417" fmla="*/ 1968832 w 5408405"/>
              <a:gd name="connsiteY417" fmla="*/ 1924225 h 5561888"/>
              <a:gd name="connsiteX418" fmla="*/ 1955517 w 5408405"/>
              <a:gd name="connsiteY418" fmla="*/ 1911219 h 5561888"/>
              <a:gd name="connsiteX419" fmla="*/ 1938322 w 5408405"/>
              <a:gd name="connsiteY419" fmla="*/ 1925189 h 5561888"/>
              <a:gd name="connsiteX420" fmla="*/ 1934938 w 5408405"/>
              <a:gd name="connsiteY420" fmla="*/ 1943183 h 5561888"/>
              <a:gd name="connsiteX421" fmla="*/ 1926093 w 5408405"/>
              <a:gd name="connsiteY421" fmla="*/ 1954660 h 5561888"/>
              <a:gd name="connsiteX422" fmla="*/ 1916974 w 5408405"/>
              <a:gd name="connsiteY422" fmla="*/ 1942201 h 5561888"/>
              <a:gd name="connsiteX423" fmla="*/ 1917387 w 5408405"/>
              <a:gd name="connsiteY423" fmla="*/ 1926038 h 5561888"/>
              <a:gd name="connsiteX424" fmla="*/ 1901582 w 5408405"/>
              <a:gd name="connsiteY424" fmla="*/ 1904684 h 5561888"/>
              <a:gd name="connsiteX425" fmla="*/ 1889243 w 5408405"/>
              <a:gd name="connsiteY425" fmla="*/ 1924580 h 5561888"/>
              <a:gd name="connsiteX426" fmla="*/ 1887111 w 5408405"/>
              <a:gd name="connsiteY426" fmla="*/ 1947347 h 5561888"/>
              <a:gd name="connsiteX427" fmla="*/ 1867413 w 5408405"/>
              <a:gd name="connsiteY427" fmla="*/ 1951772 h 5561888"/>
              <a:gd name="connsiteX428" fmla="*/ 1845928 w 5408405"/>
              <a:gd name="connsiteY428" fmla="*/ 1904752 h 5561888"/>
              <a:gd name="connsiteX429" fmla="*/ 1812641 w 5408405"/>
              <a:gd name="connsiteY429" fmla="*/ 1872237 h 5561888"/>
              <a:gd name="connsiteX430" fmla="*/ 1787497 w 5408405"/>
              <a:gd name="connsiteY430" fmla="*/ 1871341 h 5561888"/>
              <a:gd name="connsiteX431" fmla="*/ 1777290 w 5408405"/>
              <a:gd name="connsiteY431" fmla="*/ 1868471 h 5561888"/>
              <a:gd name="connsiteX432" fmla="*/ 1780165 w 5408405"/>
              <a:gd name="connsiteY432" fmla="*/ 1858263 h 5561888"/>
              <a:gd name="connsiteX433" fmla="*/ 1780482 w 5408405"/>
              <a:gd name="connsiteY433" fmla="*/ 1833723 h 5561888"/>
              <a:gd name="connsiteX434" fmla="*/ 1768626 w 5408405"/>
              <a:gd name="connsiteY434" fmla="*/ 1791375 h 5561888"/>
              <a:gd name="connsiteX435" fmla="*/ 1754692 w 5408405"/>
              <a:gd name="connsiteY435" fmla="*/ 1776581 h 5561888"/>
              <a:gd name="connsiteX436" fmla="*/ 1740276 w 5408405"/>
              <a:gd name="connsiteY436" fmla="*/ 1771966 h 5561888"/>
              <a:gd name="connsiteX437" fmla="*/ 1743674 w 5408405"/>
              <a:gd name="connsiteY437" fmla="*/ 1755169 h 5561888"/>
              <a:gd name="connsiteX438" fmla="*/ 1750745 w 5408405"/>
              <a:gd name="connsiteY438" fmla="*/ 1745509 h 5561888"/>
              <a:gd name="connsiteX439" fmla="*/ 1735986 w 5408405"/>
              <a:gd name="connsiteY439" fmla="*/ 1710977 h 5561888"/>
              <a:gd name="connsiteX440" fmla="*/ 1728187 w 5408405"/>
              <a:gd name="connsiteY440" fmla="*/ 1709275 h 5561888"/>
              <a:gd name="connsiteX441" fmla="*/ 1717885 w 5408405"/>
              <a:gd name="connsiteY441" fmla="*/ 1698028 h 5561888"/>
              <a:gd name="connsiteX442" fmla="*/ 1729769 w 5408405"/>
              <a:gd name="connsiteY442" fmla="*/ 1690704 h 5561888"/>
              <a:gd name="connsiteX443" fmla="*/ 1743552 w 5408405"/>
              <a:gd name="connsiteY443" fmla="*/ 1692334 h 5561888"/>
              <a:gd name="connsiteX444" fmla="*/ 1757198 w 5408405"/>
              <a:gd name="connsiteY444" fmla="*/ 1681998 h 5561888"/>
              <a:gd name="connsiteX445" fmla="*/ 1783595 w 5408405"/>
              <a:gd name="connsiteY445" fmla="*/ 1635602 h 5561888"/>
              <a:gd name="connsiteX446" fmla="*/ 1825522 w 5408405"/>
              <a:gd name="connsiteY446" fmla="*/ 1586626 h 5561888"/>
              <a:gd name="connsiteX447" fmla="*/ 1841616 w 5408405"/>
              <a:gd name="connsiteY447" fmla="*/ 1581047 h 5561888"/>
              <a:gd name="connsiteX448" fmla="*/ 1886898 w 5408405"/>
              <a:gd name="connsiteY448" fmla="*/ 1563748 h 5561888"/>
              <a:gd name="connsiteX449" fmla="*/ 1897050 w 5408405"/>
              <a:gd name="connsiteY449" fmla="*/ 1561831 h 5561888"/>
              <a:gd name="connsiteX450" fmla="*/ 1955152 w 5408405"/>
              <a:gd name="connsiteY450" fmla="*/ 1566521 h 5561888"/>
              <a:gd name="connsiteX451" fmla="*/ 2025592 w 5408405"/>
              <a:gd name="connsiteY451" fmla="*/ 1603380 h 5561888"/>
              <a:gd name="connsiteX452" fmla="*/ 2052044 w 5408405"/>
              <a:gd name="connsiteY452" fmla="*/ 1613835 h 5561888"/>
              <a:gd name="connsiteX453" fmla="*/ 2076899 w 5408405"/>
              <a:gd name="connsiteY453" fmla="*/ 1641664 h 5561888"/>
              <a:gd name="connsiteX454" fmla="*/ 2096926 w 5408405"/>
              <a:gd name="connsiteY454" fmla="*/ 1665960 h 5561888"/>
              <a:gd name="connsiteX455" fmla="*/ 2106596 w 5408405"/>
              <a:gd name="connsiteY455" fmla="*/ 1674222 h 5561888"/>
              <a:gd name="connsiteX456" fmla="*/ 2112853 w 5408405"/>
              <a:gd name="connsiteY456" fmla="*/ 1750149 h 5561888"/>
              <a:gd name="connsiteX457" fmla="*/ 2099702 w 5408405"/>
              <a:gd name="connsiteY457" fmla="*/ 1803568 h 5561888"/>
              <a:gd name="connsiteX458" fmla="*/ 2108146 w 5408405"/>
              <a:gd name="connsiteY458" fmla="*/ 1861516 h 5561888"/>
              <a:gd name="connsiteX459" fmla="*/ 2118353 w 5408405"/>
              <a:gd name="connsiteY459" fmla="*/ 1864386 h 5561888"/>
              <a:gd name="connsiteX460" fmla="*/ 2195616 w 5408405"/>
              <a:gd name="connsiteY460" fmla="*/ 1870044 h 5561888"/>
              <a:gd name="connsiteX461" fmla="*/ 2210032 w 5408405"/>
              <a:gd name="connsiteY461" fmla="*/ 1874658 h 5561888"/>
              <a:gd name="connsiteX462" fmla="*/ 2245025 w 5408405"/>
              <a:gd name="connsiteY462" fmla="*/ 1899374 h 5561888"/>
              <a:gd name="connsiteX463" fmla="*/ 2262548 w 5408405"/>
              <a:gd name="connsiteY463" fmla="*/ 1915785 h 5561888"/>
              <a:gd name="connsiteX464" fmla="*/ 3291650 w 5408405"/>
              <a:gd name="connsiteY464" fmla="*/ 225494 h 5561888"/>
              <a:gd name="connsiteX465" fmla="*/ 3646505 w 5408405"/>
              <a:gd name="connsiteY465" fmla="*/ 225494 h 5561888"/>
              <a:gd name="connsiteX466" fmla="*/ 3643558 w 5408405"/>
              <a:gd name="connsiteY466" fmla="*/ 219709 h 5561888"/>
              <a:gd name="connsiteX467" fmla="*/ 3654871 w 5408405"/>
              <a:gd name="connsiteY467" fmla="*/ 121630 h 5561888"/>
              <a:gd name="connsiteX468" fmla="*/ 3752918 w 5408405"/>
              <a:gd name="connsiteY468" fmla="*/ 98996 h 5561888"/>
              <a:gd name="connsiteX469" fmla="*/ 3771774 w 5408405"/>
              <a:gd name="connsiteY469" fmla="*/ 106540 h 5561888"/>
              <a:gd name="connsiteX470" fmla="*/ 3858507 w 5408405"/>
              <a:gd name="connsiteY470" fmla="*/ 87679 h 5561888"/>
              <a:gd name="connsiteX471" fmla="*/ 3971639 w 5408405"/>
              <a:gd name="connsiteY471" fmla="*/ 80134 h 5561888"/>
              <a:gd name="connsiteX472" fmla="*/ 4137564 w 5408405"/>
              <a:gd name="connsiteY472" fmla="*/ 72590 h 5561888"/>
              <a:gd name="connsiteX473" fmla="*/ 4216756 w 5408405"/>
              <a:gd name="connsiteY473" fmla="*/ 72590 h 5561888"/>
              <a:gd name="connsiteX474" fmla="*/ 4220527 w 5408405"/>
              <a:gd name="connsiteY474" fmla="*/ 76362 h 5561888"/>
              <a:gd name="connsiteX475" fmla="*/ 4307261 w 5408405"/>
              <a:gd name="connsiteY475" fmla="*/ 57500 h 5561888"/>
              <a:gd name="connsiteX476" fmla="*/ 4360056 w 5408405"/>
              <a:gd name="connsiteY476" fmla="*/ 12233 h 5561888"/>
              <a:gd name="connsiteX477" fmla="*/ 4427934 w 5408405"/>
              <a:gd name="connsiteY477" fmla="*/ 16005 h 5561888"/>
              <a:gd name="connsiteX478" fmla="*/ 4556150 w 5408405"/>
              <a:gd name="connsiteY478" fmla="*/ 16005 h 5561888"/>
              <a:gd name="connsiteX479" fmla="*/ 4585316 w 5408405"/>
              <a:gd name="connsiteY479" fmla="*/ 91 h 5561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5408405" h="5561888">
                <a:moveTo>
                  <a:pt x="4336617" y="2979311"/>
                </a:moveTo>
                <a:lnTo>
                  <a:pt x="4337062" y="2980996"/>
                </a:lnTo>
                <a:lnTo>
                  <a:pt x="4335592" y="2981017"/>
                </a:lnTo>
                <a:close/>
                <a:moveTo>
                  <a:pt x="1888921" y="2261506"/>
                </a:moveTo>
                <a:lnTo>
                  <a:pt x="1889365" y="2263191"/>
                </a:lnTo>
                <a:lnTo>
                  <a:pt x="1887895" y="2263212"/>
                </a:lnTo>
                <a:close/>
                <a:moveTo>
                  <a:pt x="3291650" y="1876983"/>
                </a:moveTo>
                <a:lnTo>
                  <a:pt x="2384076" y="3290419"/>
                </a:lnTo>
                <a:lnTo>
                  <a:pt x="3291650" y="3290419"/>
                </a:lnTo>
                <a:close/>
                <a:moveTo>
                  <a:pt x="4585316" y="91"/>
                </a:moveTo>
                <a:cubicBezTo>
                  <a:pt x="4588911" y="444"/>
                  <a:pt x="4592917" y="1859"/>
                  <a:pt x="4597631" y="4688"/>
                </a:cubicBezTo>
                <a:cubicBezTo>
                  <a:pt x="4605173" y="46184"/>
                  <a:pt x="4590089" y="87679"/>
                  <a:pt x="4597631" y="129174"/>
                </a:cubicBezTo>
                <a:cubicBezTo>
                  <a:pt x="4642884" y="140491"/>
                  <a:pt x="4680594" y="121630"/>
                  <a:pt x="4718305" y="117857"/>
                </a:cubicBezTo>
                <a:cubicBezTo>
                  <a:pt x="4759786" y="110313"/>
                  <a:pt x="4797496" y="98996"/>
                  <a:pt x="4838978" y="114085"/>
                </a:cubicBezTo>
                <a:cubicBezTo>
                  <a:pt x="4831436" y="132947"/>
                  <a:pt x="4827665" y="148036"/>
                  <a:pt x="4827665" y="166897"/>
                </a:cubicBezTo>
                <a:cubicBezTo>
                  <a:pt x="4823894" y="215937"/>
                  <a:pt x="4842749" y="238571"/>
                  <a:pt x="4895544" y="246116"/>
                </a:cubicBezTo>
                <a:cubicBezTo>
                  <a:pt x="4940796" y="249888"/>
                  <a:pt x="4978506" y="234799"/>
                  <a:pt x="5001133" y="193303"/>
                </a:cubicBezTo>
                <a:cubicBezTo>
                  <a:pt x="5016217" y="163125"/>
                  <a:pt x="5031301" y="140491"/>
                  <a:pt x="5061469" y="129174"/>
                </a:cubicBezTo>
                <a:cubicBezTo>
                  <a:pt x="5076554" y="121630"/>
                  <a:pt x="5091638" y="121630"/>
                  <a:pt x="5102951" y="136719"/>
                </a:cubicBezTo>
                <a:cubicBezTo>
                  <a:pt x="5114264" y="144263"/>
                  <a:pt x="5114264" y="159353"/>
                  <a:pt x="5110493" y="170670"/>
                </a:cubicBezTo>
                <a:cubicBezTo>
                  <a:pt x="5099180" y="200848"/>
                  <a:pt x="5080324" y="227254"/>
                  <a:pt x="5053927" y="246116"/>
                </a:cubicBezTo>
                <a:cubicBezTo>
                  <a:pt x="5027530" y="264977"/>
                  <a:pt x="5001133" y="280066"/>
                  <a:pt x="4978506" y="295156"/>
                </a:cubicBezTo>
                <a:cubicBezTo>
                  <a:pt x="4955880" y="310245"/>
                  <a:pt x="4952109" y="325334"/>
                  <a:pt x="4959651" y="347968"/>
                </a:cubicBezTo>
                <a:cubicBezTo>
                  <a:pt x="4982278" y="404552"/>
                  <a:pt x="5001133" y="457365"/>
                  <a:pt x="5019988" y="517722"/>
                </a:cubicBezTo>
                <a:cubicBezTo>
                  <a:pt x="5027530" y="544128"/>
                  <a:pt x="5042614" y="559217"/>
                  <a:pt x="5072782" y="562989"/>
                </a:cubicBezTo>
                <a:cubicBezTo>
                  <a:pt x="5099180" y="566762"/>
                  <a:pt x="5125577" y="566762"/>
                  <a:pt x="5151974" y="574306"/>
                </a:cubicBezTo>
                <a:cubicBezTo>
                  <a:pt x="5185914" y="585623"/>
                  <a:pt x="5193456" y="608257"/>
                  <a:pt x="5174600" y="638435"/>
                </a:cubicBezTo>
                <a:cubicBezTo>
                  <a:pt x="5159516" y="661069"/>
                  <a:pt x="5140661" y="683703"/>
                  <a:pt x="5125577" y="706337"/>
                </a:cubicBezTo>
                <a:cubicBezTo>
                  <a:pt x="5095409" y="747832"/>
                  <a:pt x="5076554" y="793100"/>
                  <a:pt x="5084096" y="845912"/>
                </a:cubicBezTo>
                <a:cubicBezTo>
                  <a:pt x="5087867" y="891180"/>
                  <a:pt x="5102951" y="913814"/>
                  <a:pt x="5148203" y="921358"/>
                </a:cubicBezTo>
                <a:cubicBezTo>
                  <a:pt x="5178372" y="928903"/>
                  <a:pt x="5204769" y="936447"/>
                  <a:pt x="5231166" y="943992"/>
                </a:cubicBezTo>
                <a:cubicBezTo>
                  <a:pt x="5227395" y="981715"/>
                  <a:pt x="5182143" y="977943"/>
                  <a:pt x="5174600" y="1008121"/>
                </a:cubicBezTo>
                <a:cubicBezTo>
                  <a:pt x="5223624" y="1011893"/>
                  <a:pt x="5227395" y="1011893"/>
                  <a:pt x="5261334" y="1045844"/>
                </a:cubicBezTo>
                <a:cubicBezTo>
                  <a:pt x="5299045" y="1083567"/>
                  <a:pt x="5336755" y="1106201"/>
                  <a:pt x="5393321" y="1102429"/>
                </a:cubicBezTo>
                <a:cubicBezTo>
                  <a:pt x="5400863" y="1098656"/>
                  <a:pt x="5404634" y="1102429"/>
                  <a:pt x="5408405" y="1109973"/>
                </a:cubicBezTo>
                <a:cubicBezTo>
                  <a:pt x="5393321" y="1128835"/>
                  <a:pt x="5366924" y="1125063"/>
                  <a:pt x="5351839" y="1140152"/>
                </a:cubicBezTo>
                <a:cubicBezTo>
                  <a:pt x="5351839" y="1143924"/>
                  <a:pt x="5351839" y="1147696"/>
                  <a:pt x="5351839" y="1155241"/>
                </a:cubicBezTo>
                <a:cubicBezTo>
                  <a:pt x="5355610" y="1234459"/>
                  <a:pt x="5370695" y="1317450"/>
                  <a:pt x="5325442" y="1396668"/>
                </a:cubicBezTo>
                <a:cubicBezTo>
                  <a:pt x="5314129" y="1415530"/>
                  <a:pt x="5321671" y="1434391"/>
                  <a:pt x="5332984" y="1453253"/>
                </a:cubicBezTo>
                <a:cubicBezTo>
                  <a:pt x="5340526" y="1468342"/>
                  <a:pt x="5340526" y="1487203"/>
                  <a:pt x="5317900" y="1494748"/>
                </a:cubicBezTo>
                <a:cubicBezTo>
                  <a:pt x="5302816" y="1502293"/>
                  <a:pt x="5295274" y="1513609"/>
                  <a:pt x="5272648" y="1494748"/>
                </a:cubicBezTo>
                <a:cubicBezTo>
                  <a:pt x="5246250" y="1468342"/>
                  <a:pt x="5219853" y="1475886"/>
                  <a:pt x="5204769" y="1509837"/>
                </a:cubicBezTo>
                <a:cubicBezTo>
                  <a:pt x="5197227" y="1528699"/>
                  <a:pt x="5193456" y="1547560"/>
                  <a:pt x="5185914" y="1566422"/>
                </a:cubicBezTo>
                <a:cubicBezTo>
                  <a:pt x="5167058" y="1626779"/>
                  <a:pt x="5121806" y="1672046"/>
                  <a:pt x="5076554" y="1713542"/>
                </a:cubicBezTo>
                <a:cubicBezTo>
                  <a:pt x="5072782" y="1721086"/>
                  <a:pt x="5057698" y="1724859"/>
                  <a:pt x="5050156" y="1721086"/>
                </a:cubicBezTo>
                <a:cubicBezTo>
                  <a:pt x="5001133" y="1717314"/>
                  <a:pt x="4948338" y="1739948"/>
                  <a:pt x="4899314" y="1721086"/>
                </a:cubicBezTo>
                <a:cubicBezTo>
                  <a:pt x="4891772" y="1770126"/>
                  <a:pt x="4937025" y="1796532"/>
                  <a:pt x="4929483" y="1845572"/>
                </a:cubicBezTo>
                <a:cubicBezTo>
                  <a:pt x="4895544" y="1819166"/>
                  <a:pt x="4869146" y="1800305"/>
                  <a:pt x="4842749" y="1777671"/>
                </a:cubicBezTo>
                <a:cubicBezTo>
                  <a:pt x="4801268" y="1743720"/>
                  <a:pt x="4759786" y="1721086"/>
                  <a:pt x="4706992" y="1743720"/>
                </a:cubicBezTo>
                <a:cubicBezTo>
                  <a:pt x="4657968" y="1762582"/>
                  <a:pt x="4650426" y="1807849"/>
                  <a:pt x="4642884" y="1853117"/>
                </a:cubicBezTo>
                <a:cubicBezTo>
                  <a:pt x="4631571" y="1932335"/>
                  <a:pt x="4620258" y="1939880"/>
                  <a:pt x="4548608" y="1909701"/>
                </a:cubicBezTo>
                <a:cubicBezTo>
                  <a:pt x="4514668" y="1894612"/>
                  <a:pt x="4514668" y="1894612"/>
                  <a:pt x="4484500" y="1932335"/>
                </a:cubicBezTo>
                <a:cubicBezTo>
                  <a:pt x="4458103" y="1970058"/>
                  <a:pt x="4431706" y="2007781"/>
                  <a:pt x="4378911" y="1996464"/>
                </a:cubicBezTo>
                <a:cubicBezTo>
                  <a:pt x="4352514" y="1988920"/>
                  <a:pt x="4348743" y="2007781"/>
                  <a:pt x="4344972" y="2026643"/>
                </a:cubicBezTo>
                <a:cubicBezTo>
                  <a:pt x="4337430" y="2060594"/>
                  <a:pt x="4348743" y="2090772"/>
                  <a:pt x="4360056" y="2120951"/>
                </a:cubicBezTo>
                <a:cubicBezTo>
                  <a:pt x="4378911" y="2166218"/>
                  <a:pt x="4378911" y="2207714"/>
                  <a:pt x="4356285" y="2249209"/>
                </a:cubicBezTo>
                <a:cubicBezTo>
                  <a:pt x="4341201" y="2249209"/>
                  <a:pt x="4326116" y="2249209"/>
                  <a:pt x="4311032" y="2249209"/>
                </a:cubicBezTo>
                <a:cubicBezTo>
                  <a:pt x="4307261" y="2222803"/>
                  <a:pt x="4307261" y="2196397"/>
                  <a:pt x="4311032" y="2166218"/>
                </a:cubicBezTo>
                <a:cubicBezTo>
                  <a:pt x="4311032" y="2143584"/>
                  <a:pt x="4314803" y="2120951"/>
                  <a:pt x="4307261" y="2102089"/>
                </a:cubicBezTo>
                <a:lnTo>
                  <a:pt x="4293453" y="2062720"/>
                </a:lnTo>
                <a:lnTo>
                  <a:pt x="4293453" y="2298718"/>
                </a:lnTo>
                <a:lnTo>
                  <a:pt x="4314960" y="2298021"/>
                </a:lnTo>
                <a:cubicBezTo>
                  <a:pt x="4322792" y="2296057"/>
                  <a:pt x="4329622" y="2291487"/>
                  <a:pt x="4334595" y="2281553"/>
                </a:cubicBezTo>
                <a:cubicBezTo>
                  <a:pt x="4336947" y="2277935"/>
                  <a:pt x="4341142" y="2278483"/>
                  <a:pt x="4344746" y="2279636"/>
                </a:cubicBezTo>
                <a:cubicBezTo>
                  <a:pt x="4363357" y="2284799"/>
                  <a:pt x="4383687" y="2283359"/>
                  <a:pt x="4402848" y="2284326"/>
                </a:cubicBezTo>
                <a:cubicBezTo>
                  <a:pt x="4432188" y="2285770"/>
                  <a:pt x="4457429" y="2295043"/>
                  <a:pt x="4473289" y="2321185"/>
                </a:cubicBezTo>
                <a:cubicBezTo>
                  <a:pt x="4479987" y="2331278"/>
                  <a:pt x="4490166" y="2331754"/>
                  <a:pt x="4499740" y="2331640"/>
                </a:cubicBezTo>
                <a:cubicBezTo>
                  <a:pt x="4521886" y="2331973"/>
                  <a:pt x="4527347" y="2338490"/>
                  <a:pt x="4524595" y="2359469"/>
                </a:cubicBezTo>
                <a:cubicBezTo>
                  <a:pt x="4520661" y="2381658"/>
                  <a:pt x="4520661" y="2381658"/>
                  <a:pt x="4544622" y="2383765"/>
                </a:cubicBezTo>
                <a:cubicBezTo>
                  <a:pt x="4550014" y="2384299"/>
                  <a:pt x="4554210" y="2384847"/>
                  <a:pt x="4554292" y="2392027"/>
                </a:cubicBezTo>
                <a:cubicBezTo>
                  <a:pt x="4556382" y="2417735"/>
                  <a:pt x="4559656" y="2442232"/>
                  <a:pt x="4560549" y="2467954"/>
                </a:cubicBezTo>
                <a:cubicBezTo>
                  <a:pt x="4561966" y="2487088"/>
                  <a:pt x="4557385" y="2505096"/>
                  <a:pt x="4547398" y="2521373"/>
                </a:cubicBezTo>
                <a:cubicBezTo>
                  <a:pt x="4541538" y="2532216"/>
                  <a:pt x="4547356" y="2569847"/>
                  <a:pt x="4555843" y="2579321"/>
                </a:cubicBezTo>
                <a:cubicBezTo>
                  <a:pt x="4558869" y="2582277"/>
                  <a:pt x="4561290" y="2584642"/>
                  <a:pt x="4566049" y="2582191"/>
                </a:cubicBezTo>
                <a:cubicBezTo>
                  <a:pt x="4592858" y="2571696"/>
                  <a:pt x="4618072" y="2578576"/>
                  <a:pt x="4643312" y="2587849"/>
                </a:cubicBezTo>
                <a:cubicBezTo>
                  <a:pt x="4648718" y="2589579"/>
                  <a:pt x="4652928" y="2591324"/>
                  <a:pt x="4657728" y="2592463"/>
                </a:cubicBezTo>
                <a:cubicBezTo>
                  <a:pt x="4673327" y="2595867"/>
                  <a:pt x="4684757" y="2601116"/>
                  <a:pt x="4692721" y="2617179"/>
                </a:cubicBezTo>
                <a:cubicBezTo>
                  <a:pt x="4700685" y="2633242"/>
                  <a:pt x="4719296" y="2638404"/>
                  <a:pt x="4736105" y="2642990"/>
                </a:cubicBezTo>
                <a:cubicBezTo>
                  <a:pt x="4743918" y="2645889"/>
                  <a:pt x="4748732" y="2648225"/>
                  <a:pt x="4750038" y="2657785"/>
                </a:cubicBezTo>
                <a:cubicBezTo>
                  <a:pt x="4756475" y="2697205"/>
                  <a:pt x="4769473" y="2734751"/>
                  <a:pt x="4796763" y="2766142"/>
                </a:cubicBezTo>
                <a:cubicBezTo>
                  <a:pt x="4800408" y="2770886"/>
                  <a:pt x="4801041" y="2773870"/>
                  <a:pt x="4795690" y="2776927"/>
                </a:cubicBezTo>
                <a:cubicBezTo>
                  <a:pt x="4775497" y="2790334"/>
                  <a:pt x="4773928" y="2810101"/>
                  <a:pt x="4777160" y="2831008"/>
                </a:cubicBezTo>
                <a:cubicBezTo>
                  <a:pt x="4778467" y="2840567"/>
                  <a:pt x="4777944" y="2847156"/>
                  <a:pt x="4766623" y="2851481"/>
                </a:cubicBezTo>
                <a:cubicBezTo>
                  <a:pt x="4751713" y="2855849"/>
                  <a:pt x="4747682" y="2869661"/>
                  <a:pt x="4746650" y="2884036"/>
                </a:cubicBezTo>
                <a:cubicBezTo>
                  <a:pt x="4745591" y="2896018"/>
                  <a:pt x="4745742" y="2909181"/>
                  <a:pt x="4744682" y="2921163"/>
                </a:cubicBezTo>
                <a:cubicBezTo>
                  <a:pt x="4743850" y="2926858"/>
                  <a:pt x="4742106" y="2931367"/>
                  <a:pt x="4739063" y="2933424"/>
                </a:cubicBezTo>
                <a:cubicBezTo>
                  <a:pt x="4736020" y="2935480"/>
                  <a:pt x="4731677" y="2935083"/>
                  <a:pt x="4725645" y="2930966"/>
                </a:cubicBezTo>
                <a:cubicBezTo>
                  <a:pt x="4723224" y="2928601"/>
                  <a:pt x="4720212" y="2926842"/>
                  <a:pt x="4716608" y="2925688"/>
                </a:cubicBezTo>
                <a:cubicBezTo>
                  <a:pt x="4712399" y="2923943"/>
                  <a:pt x="4707557" y="2919214"/>
                  <a:pt x="4702811" y="2922861"/>
                </a:cubicBezTo>
                <a:cubicBezTo>
                  <a:pt x="4699262" y="2926494"/>
                  <a:pt x="4699922" y="2931872"/>
                  <a:pt x="4700569" y="2936054"/>
                </a:cubicBezTo>
                <a:cubicBezTo>
                  <a:pt x="4701985" y="2955187"/>
                  <a:pt x="4697831" y="2958229"/>
                  <a:pt x="4679798" y="2951264"/>
                </a:cubicBezTo>
                <a:cubicBezTo>
                  <a:pt x="4675589" y="2949519"/>
                  <a:pt x="4672577" y="2947759"/>
                  <a:pt x="4668381" y="2947211"/>
                </a:cubicBezTo>
                <a:cubicBezTo>
                  <a:pt x="4662384" y="2946086"/>
                  <a:pt x="4656992" y="2945552"/>
                  <a:pt x="4653498" y="2953973"/>
                </a:cubicBezTo>
                <a:cubicBezTo>
                  <a:pt x="4651200" y="2962378"/>
                  <a:pt x="4653621" y="2964743"/>
                  <a:pt x="4659646" y="2968262"/>
                </a:cubicBezTo>
                <a:lnTo>
                  <a:pt x="4669796" y="2976183"/>
                </a:lnTo>
                <a:lnTo>
                  <a:pt x="4576498" y="2977532"/>
                </a:lnTo>
                <a:lnTo>
                  <a:pt x="4575299" y="2971067"/>
                </a:lnTo>
                <a:cubicBezTo>
                  <a:pt x="4571035" y="2964535"/>
                  <a:pt x="4565629" y="2962805"/>
                  <a:pt x="4558476" y="2965284"/>
                </a:cubicBezTo>
                <a:cubicBezTo>
                  <a:pt x="4553112" y="2967144"/>
                  <a:pt x="4548352" y="2969594"/>
                  <a:pt x="4542988" y="2971454"/>
                </a:cubicBezTo>
                <a:cubicBezTo>
                  <a:pt x="4534047" y="2974553"/>
                  <a:pt x="4527444" y="2972837"/>
                  <a:pt x="4521364" y="2964532"/>
                </a:cubicBezTo>
                <a:cubicBezTo>
                  <a:pt x="4503125" y="2939616"/>
                  <a:pt x="4480305" y="2932707"/>
                  <a:pt x="4451694" y="2942625"/>
                </a:cubicBezTo>
                <a:cubicBezTo>
                  <a:pt x="4446921" y="2943879"/>
                  <a:pt x="4441020" y="2951131"/>
                  <a:pt x="4436756" y="2944599"/>
                </a:cubicBezTo>
                <a:cubicBezTo>
                  <a:pt x="4431900" y="2938673"/>
                  <a:pt x="4436013" y="2932041"/>
                  <a:pt x="4440731" y="2926000"/>
                </a:cubicBezTo>
                <a:cubicBezTo>
                  <a:pt x="4441323" y="2925394"/>
                  <a:pt x="4441914" y="2924789"/>
                  <a:pt x="4442506" y="2924183"/>
                </a:cubicBezTo>
                <a:cubicBezTo>
                  <a:pt x="4454281" y="2907286"/>
                  <a:pt x="4451764" y="2896544"/>
                  <a:pt x="4433167" y="2892578"/>
                </a:cubicBezTo>
                <a:cubicBezTo>
                  <a:pt x="4415766" y="2888597"/>
                  <a:pt x="4409068" y="2878504"/>
                  <a:pt x="4405904" y="2863581"/>
                </a:cubicBezTo>
                <a:cubicBezTo>
                  <a:pt x="4401489" y="2843885"/>
                  <a:pt x="4394695" y="2825415"/>
                  <a:pt x="4376015" y="2814268"/>
                </a:cubicBezTo>
                <a:cubicBezTo>
                  <a:pt x="4367583" y="2809582"/>
                  <a:pt x="4371063" y="2799965"/>
                  <a:pt x="4373993" y="2794544"/>
                </a:cubicBezTo>
                <a:cubicBezTo>
                  <a:pt x="4383925" y="2773480"/>
                  <a:pt x="4380734" y="2756163"/>
                  <a:pt x="4366773" y="2738976"/>
                </a:cubicBezTo>
                <a:cubicBezTo>
                  <a:pt x="4358272" y="2728305"/>
                  <a:pt x="4360006" y="2722899"/>
                  <a:pt x="4375522" y="2719122"/>
                </a:cubicBezTo>
                <a:cubicBezTo>
                  <a:pt x="4408342" y="2710949"/>
                  <a:pt x="4428838" y="2671805"/>
                  <a:pt x="4416528" y="2642030"/>
                </a:cubicBezTo>
                <a:cubicBezTo>
                  <a:pt x="4414066" y="2636075"/>
                  <a:pt x="4410985" y="2628333"/>
                  <a:pt x="4403213" y="2629024"/>
                </a:cubicBezTo>
                <a:cubicBezTo>
                  <a:pt x="4395441" y="2629716"/>
                  <a:pt x="4387711" y="2633997"/>
                  <a:pt x="4386019" y="2642994"/>
                </a:cubicBezTo>
                <a:cubicBezTo>
                  <a:pt x="4384285" y="2648401"/>
                  <a:pt x="4383763" y="2654990"/>
                  <a:pt x="4382635" y="2660988"/>
                </a:cubicBezTo>
                <a:cubicBezTo>
                  <a:pt x="4382112" y="2667577"/>
                  <a:pt x="4380379" y="2672984"/>
                  <a:pt x="4373789" y="2672465"/>
                </a:cubicBezTo>
                <a:cubicBezTo>
                  <a:pt x="4366004" y="2671959"/>
                  <a:pt x="4364739" y="2665990"/>
                  <a:pt x="4364670" y="2660006"/>
                </a:cubicBezTo>
                <a:cubicBezTo>
                  <a:pt x="4364010" y="2654628"/>
                  <a:pt x="4365138" y="2648630"/>
                  <a:pt x="4365083" y="2643843"/>
                </a:cubicBezTo>
                <a:cubicBezTo>
                  <a:pt x="4364960" y="2633073"/>
                  <a:pt x="4360654" y="2622951"/>
                  <a:pt x="4349279" y="2622489"/>
                </a:cubicBezTo>
                <a:cubicBezTo>
                  <a:pt x="4339705" y="2622603"/>
                  <a:pt x="4338040" y="2633994"/>
                  <a:pt x="4336940" y="2642385"/>
                </a:cubicBezTo>
                <a:cubicBezTo>
                  <a:pt x="4335825" y="2649580"/>
                  <a:pt x="4338315" y="2657928"/>
                  <a:pt x="4334807" y="2665152"/>
                </a:cubicBezTo>
                <a:cubicBezTo>
                  <a:pt x="4330144" y="2675979"/>
                  <a:pt x="4324201" y="2679641"/>
                  <a:pt x="4315109" y="2669577"/>
                </a:cubicBezTo>
                <a:cubicBezTo>
                  <a:pt x="4302386" y="2655965"/>
                  <a:pt x="4296815" y="2639874"/>
                  <a:pt x="4293624" y="2622557"/>
                </a:cubicBezTo>
                <a:lnTo>
                  <a:pt x="4293453" y="2622155"/>
                </a:lnTo>
                <a:lnTo>
                  <a:pt x="4293453" y="3290419"/>
                </a:lnTo>
                <a:lnTo>
                  <a:pt x="4819151" y="3290419"/>
                </a:lnTo>
                <a:lnTo>
                  <a:pt x="4618033" y="3783581"/>
                </a:lnTo>
                <a:lnTo>
                  <a:pt x="4631595" y="3794382"/>
                </a:lnTo>
                <a:cubicBezTo>
                  <a:pt x="4641671" y="3804889"/>
                  <a:pt x="4649347" y="3817308"/>
                  <a:pt x="4653185" y="3834503"/>
                </a:cubicBezTo>
                <a:cubicBezTo>
                  <a:pt x="4657023" y="3872714"/>
                  <a:pt x="4676215" y="3907103"/>
                  <a:pt x="4695406" y="3937672"/>
                </a:cubicBezTo>
                <a:cubicBezTo>
                  <a:pt x="4714598" y="3972062"/>
                  <a:pt x="4729951" y="4006451"/>
                  <a:pt x="4749142" y="4037020"/>
                </a:cubicBezTo>
                <a:cubicBezTo>
                  <a:pt x="4764495" y="4071410"/>
                  <a:pt x="4795201" y="4101979"/>
                  <a:pt x="4833584" y="4121084"/>
                </a:cubicBezTo>
                <a:cubicBezTo>
                  <a:pt x="4833584" y="4166937"/>
                  <a:pt x="4833584" y="4212790"/>
                  <a:pt x="4833584" y="4258643"/>
                </a:cubicBezTo>
                <a:cubicBezTo>
                  <a:pt x="4810554" y="4270106"/>
                  <a:pt x="4799040" y="4285390"/>
                  <a:pt x="4787525" y="4312138"/>
                </a:cubicBezTo>
                <a:cubicBezTo>
                  <a:pt x="4772172" y="4342706"/>
                  <a:pt x="4737627" y="4365633"/>
                  <a:pt x="4703083" y="4365633"/>
                </a:cubicBezTo>
                <a:cubicBezTo>
                  <a:pt x="4668538" y="4365633"/>
                  <a:pt x="4637832" y="4373275"/>
                  <a:pt x="4603288" y="4380917"/>
                </a:cubicBezTo>
                <a:cubicBezTo>
                  <a:pt x="4553390" y="4361812"/>
                  <a:pt x="4507331" y="4335064"/>
                  <a:pt x="4488139" y="4273927"/>
                </a:cubicBezTo>
                <a:cubicBezTo>
                  <a:pt x="4484301" y="4262464"/>
                  <a:pt x="4461271" y="4254822"/>
                  <a:pt x="4465110" y="4231895"/>
                </a:cubicBezTo>
                <a:cubicBezTo>
                  <a:pt x="4467989" y="4216611"/>
                  <a:pt x="4467269" y="4203954"/>
                  <a:pt x="4463971" y="4193386"/>
                </a:cubicBezTo>
                <a:lnTo>
                  <a:pt x="4454229" y="4178157"/>
                </a:lnTo>
                <a:lnTo>
                  <a:pt x="4293453" y="4178157"/>
                </a:lnTo>
                <a:lnTo>
                  <a:pt x="4293453" y="4857600"/>
                </a:lnTo>
                <a:lnTo>
                  <a:pt x="3291650" y="4857600"/>
                </a:lnTo>
                <a:lnTo>
                  <a:pt x="3291650" y="4178157"/>
                </a:lnTo>
                <a:lnTo>
                  <a:pt x="2897583" y="4178157"/>
                </a:lnTo>
                <a:lnTo>
                  <a:pt x="2899933" y="4187858"/>
                </a:lnTo>
                <a:cubicBezTo>
                  <a:pt x="2898048" y="4212333"/>
                  <a:pt x="2905588" y="4223629"/>
                  <a:pt x="2922554" y="4233043"/>
                </a:cubicBezTo>
                <a:cubicBezTo>
                  <a:pt x="2922554" y="4240574"/>
                  <a:pt x="2922554" y="4248104"/>
                  <a:pt x="2922554" y="4255635"/>
                </a:cubicBezTo>
                <a:cubicBezTo>
                  <a:pt x="2903703" y="4266931"/>
                  <a:pt x="2898048" y="4287641"/>
                  <a:pt x="2903703" y="4306468"/>
                </a:cubicBezTo>
                <a:cubicBezTo>
                  <a:pt x="2913129" y="4340356"/>
                  <a:pt x="2901818" y="4366714"/>
                  <a:pt x="2877312" y="4389306"/>
                </a:cubicBezTo>
                <a:cubicBezTo>
                  <a:pt x="2867886" y="4398720"/>
                  <a:pt x="2858461" y="4406250"/>
                  <a:pt x="2854690" y="4419429"/>
                </a:cubicBezTo>
                <a:cubicBezTo>
                  <a:pt x="2850920" y="4440139"/>
                  <a:pt x="2839610" y="4451435"/>
                  <a:pt x="2818873" y="4449552"/>
                </a:cubicBezTo>
                <a:cubicBezTo>
                  <a:pt x="2803793" y="4449552"/>
                  <a:pt x="2792482" y="4458966"/>
                  <a:pt x="2786827" y="4466497"/>
                </a:cubicBezTo>
                <a:cubicBezTo>
                  <a:pt x="2754780" y="4511681"/>
                  <a:pt x="2707652" y="4487206"/>
                  <a:pt x="2668065" y="4492854"/>
                </a:cubicBezTo>
                <a:cubicBezTo>
                  <a:pt x="2651099" y="4494737"/>
                  <a:pt x="2615282" y="4504150"/>
                  <a:pt x="2607742" y="4490972"/>
                </a:cubicBezTo>
                <a:cubicBezTo>
                  <a:pt x="2585120" y="4453318"/>
                  <a:pt x="2526682" y="4468379"/>
                  <a:pt x="2513486" y="4417547"/>
                </a:cubicBezTo>
                <a:cubicBezTo>
                  <a:pt x="2509716" y="4402485"/>
                  <a:pt x="2483325" y="4393072"/>
                  <a:pt x="2507831" y="4372362"/>
                </a:cubicBezTo>
                <a:cubicBezTo>
                  <a:pt x="2515371" y="4366714"/>
                  <a:pt x="2513486" y="4355418"/>
                  <a:pt x="2505946" y="4353535"/>
                </a:cubicBezTo>
                <a:cubicBezTo>
                  <a:pt x="2475784" y="4342239"/>
                  <a:pt x="2477669" y="4325295"/>
                  <a:pt x="2496520" y="4302702"/>
                </a:cubicBezTo>
                <a:cubicBezTo>
                  <a:pt x="2502176" y="4295172"/>
                  <a:pt x="2494635" y="4285758"/>
                  <a:pt x="2490865" y="4278227"/>
                </a:cubicBezTo>
                <a:cubicBezTo>
                  <a:pt x="2483325" y="4266931"/>
                  <a:pt x="2481440" y="4255635"/>
                  <a:pt x="2492750" y="4246222"/>
                </a:cubicBezTo>
                <a:cubicBezTo>
                  <a:pt x="2504061" y="4236808"/>
                  <a:pt x="2502176" y="4225512"/>
                  <a:pt x="2505946" y="4214216"/>
                </a:cubicBezTo>
                <a:lnTo>
                  <a:pt x="2519389" y="4178157"/>
                </a:lnTo>
                <a:lnTo>
                  <a:pt x="1895054" y="4178157"/>
                </a:lnTo>
                <a:lnTo>
                  <a:pt x="1904034" y="4212935"/>
                </a:lnTo>
                <a:cubicBezTo>
                  <a:pt x="1907534" y="4221099"/>
                  <a:pt x="1911035" y="4228097"/>
                  <a:pt x="1913368" y="4235094"/>
                </a:cubicBezTo>
                <a:cubicBezTo>
                  <a:pt x="1933204" y="4278245"/>
                  <a:pt x="1933204" y="4278245"/>
                  <a:pt x="1897032" y="4308568"/>
                </a:cubicBezTo>
                <a:cubicBezTo>
                  <a:pt x="1890031" y="4314399"/>
                  <a:pt x="1885364" y="4320230"/>
                  <a:pt x="1887698" y="4331893"/>
                </a:cubicBezTo>
                <a:cubicBezTo>
                  <a:pt x="1890031" y="4344722"/>
                  <a:pt x="1888865" y="4358717"/>
                  <a:pt x="1886531" y="4371546"/>
                </a:cubicBezTo>
                <a:cubicBezTo>
                  <a:pt x="1881864" y="4391372"/>
                  <a:pt x="1892365" y="4399536"/>
                  <a:pt x="1908701" y="4405367"/>
                </a:cubicBezTo>
                <a:cubicBezTo>
                  <a:pt x="1961209" y="4424027"/>
                  <a:pt x="1961209" y="4424027"/>
                  <a:pt x="1929704" y="4469511"/>
                </a:cubicBezTo>
                <a:cubicBezTo>
                  <a:pt x="1923870" y="4477674"/>
                  <a:pt x="1921536" y="4487004"/>
                  <a:pt x="1921536" y="4497501"/>
                </a:cubicBezTo>
                <a:cubicBezTo>
                  <a:pt x="1921536" y="4505664"/>
                  <a:pt x="1929704" y="4516161"/>
                  <a:pt x="1915702" y="4519659"/>
                </a:cubicBezTo>
                <a:cubicBezTo>
                  <a:pt x="1904034" y="4523158"/>
                  <a:pt x="1892365" y="4521992"/>
                  <a:pt x="1885364" y="4510329"/>
                </a:cubicBezTo>
                <a:cubicBezTo>
                  <a:pt x="1878363" y="4500999"/>
                  <a:pt x="1873696" y="4490503"/>
                  <a:pt x="1867862" y="4478841"/>
                </a:cubicBezTo>
                <a:cubicBezTo>
                  <a:pt x="1839857" y="4489337"/>
                  <a:pt x="1827022" y="4513828"/>
                  <a:pt x="1816521" y="4538320"/>
                </a:cubicBezTo>
                <a:cubicBezTo>
                  <a:pt x="1810687" y="4549982"/>
                  <a:pt x="1821188" y="4560478"/>
                  <a:pt x="1828189" y="4568642"/>
                </a:cubicBezTo>
                <a:cubicBezTo>
                  <a:pt x="1838691" y="4579138"/>
                  <a:pt x="1849192" y="4588468"/>
                  <a:pt x="1858527" y="4597798"/>
                </a:cubicBezTo>
                <a:cubicBezTo>
                  <a:pt x="1869028" y="4608295"/>
                  <a:pt x="1876029" y="4619957"/>
                  <a:pt x="1877196" y="4635118"/>
                </a:cubicBezTo>
                <a:cubicBezTo>
                  <a:pt x="1878363" y="4654945"/>
                  <a:pt x="1872529" y="4659610"/>
                  <a:pt x="1852693" y="4654945"/>
                </a:cubicBezTo>
                <a:cubicBezTo>
                  <a:pt x="1828189" y="4647947"/>
                  <a:pt x="1822355" y="4654945"/>
                  <a:pt x="1825855" y="4679436"/>
                </a:cubicBezTo>
                <a:cubicBezTo>
                  <a:pt x="1827022" y="4693431"/>
                  <a:pt x="1838691" y="4710925"/>
                  <a:pt x="1822355" y="4720255"/>
                </a:cubicBezTo>
                <a:cubicBezTo>
                  <a:pt x="1807186" y="4728419"/>
                  <a:pt x="1793184" y="4713257"/>
                  <a:pt x="1781516" y="4703927"/>
                </a:cubicBezTo>
                <a:cubicBezTo>
                  <a:pt x="1776848" y="4699262"/>
                  <a:pt x="1772181" y="4695764"/>
                  <a:pt x="1766347" y="4692265"/>
                </a:cubicBezTo>
                <a:cubicBezTo>
                  <a:pt x="1759346" y="4687600"/>
                  <a:pt x="1750011" y="4686434"/>
                  <a:pt x="1743010" y="4693431"/>
                </a:cubicBezTo>
                <a:cubicBezTo>
                  <a:pt x="1736009" y="4699262"/>
                  <a:pt x="1738343" y="4707426"/>
                  <a:pt x="1743010" y="4714424"/>
                </a:cubicBezTo>
                <a:cubicBezTo>
                  <a:pt x="1748844" y="4724920"/>
                  <a:pt x="1753512" y="4735416"/>
                  <a:pt x="1741843" y="4745912"/>
                </a:cubicBezTo>
                <a:cubicBezTo>
                  <a:pt x="1730175" y="4755242"/>
                  <a:pt x="1718506" y="4749411"/>
                  <a:pt x="1708005" y="4742414"/>
                </a:cubicBezTo>
                <a:cubicBezTo>
                  <a:pt x="1706838" y="4741247"/>
                  <a:pt x="1704504" y="4738915"/>
                  <a:pt x="1702171" y="4737749"/>
                </a:cubicBezTo>
                <a:cubicBezTo>
                  <a:pt x="1673000" y="4716756"/>
                  <a:pt x="1665999" y="4719089"/>
                  <a:pt x="1651997" y="4752910"/>
                </a:cubicBezTo>
                <a:cubicBezTo>
                  <a:pt x="1646162" y="4769237"/>
                  <a:pt x="1640328" y="4782066"/>
                  <a:pt x="1620492" y="4779734"/>
                </a:cubicBezTo>
                <a:cubicBezTo>
                  <a:pt x="1615825" y="4779734"/>
                  <a:pt x="1612324" y="4779734"/>
                  <a:pt x="1608824" y="4778567"/>
                </a:cubicBezTo>
                <a:cubicBezTo>
                  <a:pt x="1588987" y="4771570"/>
                  <a:pt x="1571485" y="4780900"/>
                  <a:pt x="1573819" y="4800726"/>
                </a:cubicBezTo>
                <a:cubicBezTo>
                  <a:pt x="1576152" y="4820552"/>
                  <a:pt x="1565651" y="4827550"/>
                  <a:pt x="1551649" y="4828716"/>
                </a:cubicBezTo>
                <a:cubicBezTo>
                  <a:pt x="1506142" y="4831049"/>
                  <a:pt x="1496807" y="4859039"/>
                  <a:pt x="1495640" y="4898691"/>
                </a:cubicBezTo>
                <a:cubicBezTo>
                  <a:pt x="1494474" y="4926681"/>
                  <a:pt x="1487473" y="4954671"/>
                  <a:pt x="1479305" y="4982661"/>
                </a:cubicBezTo>
                <a:cubicBezTo>
                  <a:pt x="1474637" y="4995490"/>
                  <a:pt x="1467636" y="5003654"/>
                  <a:pt x="1453634" y="5007153"/>
                </a:cubicBezTo>
                <a:cubicBezTo>
                  <a:pt x="1405794" y="5021148"/>
                  <a:pt x="1357954" y="5024647"/>
                  <a:pt x="1313614" y="4994324"/>
                </a:cubicBezTo>
                <a:cubicBezTo>
                  <a:pt x="1297278" y="4982661"/>
                  <a:pt x="1286777" y="4969833"/>
                  <a:pt x="1289110" y="4947674"/>
                </a:cubicBezTo>
                <a:cubicBezTo>
                  <a:pt x="1293778" y="4915019"/>
                  <a:pt x="1277442" y="4885863"/>
                  <a:pt x="1261106" y="4857873"/>
                </a:cubicBezTo>
                <a:cubicBezTo>
                  <a:pt x="1257606" y="4849709"/>
                  <a:pt x="1250605" y="4848543"/>
                  <a:pt x="1242437" y="4847376"/>
                </a:cubicBezTo>
                <a:cubicBezTo>
                  <a:pt x="1214433" y="4843877"/>
                  <a:pt x="1186429" y="4841545"/>
                  <a:pt x="1158424" y="4842711"/>
                </a:cubicBezTo>
                <a:cubicBezTo>
                  <a:pt x="1140922" y="4842711"/>
                  <a:pt x="1129254" y="4836880"/>
                  <a:pt x="1118752" y="4824051"/>
                </a:cubicBezTo>
                <a:cubicBezTo>
                  <a:pt x="1108250" y="4812389"/>
                  <a:pt x="1098916" y="4799560"/>
                  <a:pt x="1083747" y="4792562"/>
                </a:cubicBezTo>
                <a:cubicBezTo>
                  <a:pt x="1067411" y="4785565"/>
                  <a:pt x="1053409" y="4783232"/>
                  <a:pt x="1035907" y="4794895"/>
                </a:cubicBezTo>
                <a:cubicBezTo>
                  <a:pt x="1014903" y="4810056"/>
                  <a:pt x="996234" y="4803059"/>
                  <a:pt x="988066" y="4777401"/>
                </a:cubicBezTo>
                <a:cubicBezTo>
                  <a:pt x="972897" y="4733084"/>
                  <a:pt x="951894" y="4728419"/>
                  <a:pt x="915722" y="4761074"/>
                </a:cubicBezTo>
                <a:cubicBezTo>
                  <a:pt x="895886" y="4777401"/>
                  <a:pt x="883051" y="4799560"/>
                  <a:pt x="865548" y="4818220"/>
                </a:cubicBezTo>
                <a:cubicBezTo>
                  <a:pt x="851546" y="4832215"/>
                  <a:pt x="837544" y="4845044"/>
                  <a:pt x="810707" y="4848543"/>
                </a:cubicBezTo>
                <a:cubicBezTo>
                  <a:pt x="832877" y="4812389"/>
                  <a:pt x="850379" y="4780900"/>
                  <a:pt x="871382" y="4748245"/>
                </a:cubicBezTo>
                <a:cubicBezTo>
                  <a:pt x="892386" y="4714424"/>
                  <a:pt x="864381" y="4646781"/>
                  <a:pt x="823542" y="4650280"/>
                </a:cubicBezTo>
                <a:cubicBezTo>
                  <a:pt x="775702" y="4653778"/>
                  <a:pt x="760533" y="4628121"/>
                  <a:pt x="751198" y="4589635"/>
                </a:cubicBezTo>
                <a:cubicBezTo>
                  <a:pt x="748865" y="4583803"/>
                  <a:pt x="747698" y="4577972"/>
                  <a:pt x="745364" y="4572141"/>
                </a:cubicBezTo>
                <a:cubicBezTo>
                  <a:pt x="738363" y="4546483"/>
                  <a:pt x="736029" y="4545317"/>
                  <a:pt x="712693" y="4558146"/>
                </a:cubicBezTo>
                <a:cubicBezTo>
                  <a:pt x="692856" y="4569808"/>
                  <a:pt x="677687" y="4586136"/>
                  <a:pt x="663685" y="4604796"/>
                </a:cubicBezTo>
                <a:cubicBezTo>
                  <a:pt x="655518" y="4616458"/>
                  <a:pt x="648517" y="4621123"/>
                  <a:pt x="633348" y="4615292"/>
                </a:cubicBezTo>
                <a:cubicBezTo>
                  <a:pt x="620512" y="4610627"/>
                  <a:pt x="606510" y="4609461"/>
                  <a:pt x="592508" y="4608295"/>
                </a:cubicBezTo>
                <a:cubicBezTo>
                  <a:pt x="583174" y="4607128"/>
                  <a:pt x="575006" y="4611793"/>
                  <a:pt x="572672" y="4621123"/>
                </a:cubicBezTo>
                <a:cubicBezTo>
                  <a:pt x="570338" y="4631620"/>
                  <a:pt x="573839" y="4638617"/>
                  <a:pt x="583174" y="4643282"/>
                </a:cubicBezTo>
                <a:cubicBezTo>
                  <a:pt x="590175" y="4646781"/>
                  <a:pt x="597176" y="4649113"/>
                  <a:pt x="604177" y="4652612"/>
                </a:cubicBezTo>
                <a:cubicBezTo>
                  <a:pt x="615845" y="4658443"/>
                  <a:pt x="620512" y="4666607"/>
                  <a:pt x="618179" y="4680602"/>
                </a:cubicBezTo>
                <a:cubicBezTo>
                  <a:pt x="611178" y="4722587"/>
                  <a:pt x="626347" y="4751744"/>
                  <a:pt x="663685" y="4770404"/>
                </a:cubicBezTo>
                <a:cubicBezTo>
                  <a:pt x="669520" y="4773902"/>
                  <a:pt x="682355" y="4772736"/>
                  <a:pt x="680021" y="4783232"/>
                </a:cubicBezTo>
                <a:cubicBezTo>
                  <a:pt x="678854" y="4793729"/>
                  <a:pt x="668353" y="4796061"/>
                  <a:pt x="657851" y="4797227"/>
                </a:cubicBezTo>
                <a:cubicBezTo>
                  <a:pt x="656684" y="4797227"/>
                  <a:pt x="655518" y="4797227"/>
                  <a:pt x="654351" y="4797227"/>
                </a:cubicBezTo>
                <a:cubicBezTo>
                  <a:pt x="626347" y="4801892"/>
                  <a:pt x="618179" y="4814721"/>
                  <a:pt x="632181" y="4836880"/>
                </a:cubicBezTo>
                <a:cubicBezTo>
                  <a:pt x="645016" y="4857873"/>
                  <a:pt x="641515" y="4874200"/>
                  <a:pt x="629847" y="4891694"/>
                </a:cubicBezTo>
                <a:cubicBezTo>
                  <a:pt x="614678" y="4915019"/>
                  <a:pt x="603010" y="4939510"/>
                  <a:pt x="610011" y="4968666"/>
                </a:cubicBezTo>
                <a:cubicBezTo>
                  <a:pt x="613511" y="4981495"/>
                  <a:pt x="600676" y="4987326"/>
                  <a:pt x="592508" y="4989659"/>
                </a:cubicBezTo>
                <a:cubicBezTo>
                  <a:pt x="562171" y="5000155"/>
                  <a:pt x="548169" y="5019982"/>
                  <a:pt x="544668" y="5050304"/>
                </a:cubicBezTo>
                <a:cubicBezTo>
                  <a:pt x="542334" y="5068964"/>
                  <a:pt x="535333" y="5072463"/>
                  <a:pt x="516664" y="5060800"/>
                </a:cubicBezTo>
                <a:cubicBezTo>
                  <a:pt x="476991" y="5036309"/>
                  <a:pt x="418650" y="5053803"/>
                  <a:pt x="401147" y="5094622"/>
                </a:cubicBezTo>
                <a:cubicBezTo>
                  <a:pt x="397646" y="5102785"/>
                  <a:pt x="392979" y="5113282"/>
                  <a:pt x="401147" y="5120279"/>
                </a:cubicBezTo>
                <a:cubicBezTo>
                  <a:pt x="409315" y="5127277"/>
                  <a:pt x="420983" y="5130775"/>
                  <a:pt x="431485" y="5123778"/>
                </a:cubicBezTo>
                <a:cubicBezTo>
                  <a:pt x="438486" y="5120279"/>
                  <a:pt x="445487" y="5114448"/>
                  <a:pt x="452488" y="5109783"/>
                </a:cubicBezTo>
                <a:cubicBezTo>
                  <a:pt x="459489" y="5103952"/>
                  <a:pt x="466490" y="5100453"/>
                  <a:pt x="472324" y="5107450"/>
                </a:cubicBezTo>
                <a:cubicBezTo>
                  <a:pt x="479325" y="5115614"/>
                  <a:pt x="474658" y="5122612"/>
                  <a:pt x="468824" y="5128443"/>
                </a:cubicBezTo>
                <a:cubicBezTo>
                  <a:pt x="464156" y="5134274"/>
                  <a:pt x="457155" y="5138939"/>
                  <a:pt x="452488" y="5143604"/>
                </a:cubicBezTo>
                <a:cubicBezTo>
                  <a:pt x="441986" y="5154100"/>
                  <a:pt x="436152" y="5168096"/>
                  <a:pt x="446654" y="5179758"/>
                </a:cubicBezTo>
                <a:cubicBezTo>
                  <a:pt x="455988" y="5189088"/>
                  <a:pt x="468824" y="5179758"/>
                  <a:pt x="478158" y="5172761"/>
                </a:cubicBezTo>
                <a:cubicBezTo>
                  <a:pt x="486326" y="5166929"/>
                  <a:pt x="492160" y="5156433"/>
                  <a:pt x="502662" y="5152934"/>
                </a:cubicBezTo>
                <a:cubicBezTo>
                  <a:pt x="517831" y="5147103"/>
                  <a:pt x="527165" y="5149435"/>
                  <a:pt x="525999" y="5168096"/>
                </a:cubicBezTo>
                <a:cubicBezTo>
                  <a:pt x="524832" y="5193753"/>
                  <a:pt x="514330" y="5214746"/>
                  <a:pt x="500328" y="5234572"/>
                </a:cubicBezTo>
                <a:cubicBezTo>
                  <a:pt x="482826" y="5260229"/>
                  <a:pt x="481659" y="5274224"/>
                  <a:pt x="500328" y="5298716"/>
                </a:cubicBezTo>
                <a:cubicBezTo>
                  <a:pt x="506162" y="5308046"/>
                  <a:pt x="515497" y="5316209"/>
                  <a:pt x="523665" y="5324373"/>
                </a:cubicBezTo>
                <a:cubicBezTo>
                  <a:pt x="527165" y="5327872"/>
                  <a:pt x="533000" y="5331371"/>
                  <a:pt x="530666" y="5337202"/>
                </a:cubicBezTo>
                <a:cubicBezTo>
                  <a:pt x="528332" y="5344200"/>
                  <a:pt x="522498" y="5345366"/>
                  <a:pt x="517831" y="5344200"/>
                </a:cubicBezTo>
                <a:cubicBezTo>
                  <a:pt x="496828" y="5339535"/>
                  <a:pt x="492160" y="5348865"/>
                  <a:pt x="493327" y="5367525"/>
                </a:cubicBezTo>
                <a:cubicBezTo>
                  <a:pt x="494494" y="5390850"/>
                  <a:pt x="479325" y="5407177"/>
                  <a:pt x="462989" y="5420006"/>
                </a:cubicBezTo>
                <a:cubicBezTo>
                  <a:pt x="450154" y="5430502"/>
                  <a:pt x="448987" y="5438666"/>
                  <a:pt x="461823" y="5447996"/>
                </a:cubicBezTo>
                <a:cubicBezTo>
                  <a:pt x="468824" y="5452661"/>
                  <a:pt x="473491" y="5457326"/>
                  <a:pt x="471157" y="5466656"/>
                </a:cubicBezTo>
                <a:cubicBezTo>
                  <a:pt x="468824" y="5479485"/>
                  <a:pt x="459489" y="5477152"/>
                  <a:pt x="451321" y="5479485"/>
                </a:cubicBezTo>
                <a:cubicBezTo>
                  <a:pt x="446654" y="5480651"/>
                  <a:pt x="440819" y="5480651"/>
                  <a:pt x="434985" y="5481817"/>
                </a:cubicBezTo>
                <a:cubicBezTo>
                  <a:pt x="403481" y="5485316"/>
                  <a:pt x="396480" y="5502810"/>
                  <a:pt x="415149" y="5529634"/>
                </a:cubicBezTo>
                <a:cubicBezTo>
                  <a:pt x="417483" y="5533132"/>
                  <a:pt x="419816" y="5535465"/>
                  <a:pt x="420983" y="5538964"/>
                </a:cubicBezTo>
                <a:cubicBezTo>
                  <a:pt x="424484" y="5545961"/>
                  <a:pt x="426817" y="5555291"/>
                  <a:pt x="419816" y="5559956"/>
                </a:cubicBezTo>
                <a:cubicBezTo>
                  <a:pt x="413982" y="5564621"/>
                  <a:pt x="405814" y="5559956"/>
                  <a:pt x="401147" y="5555291"/>
                </a:cubicBezTo>
                <a:cubicBezTo>
                  <a:pt x="396480" y="5550626"/>
                  <a:pt x="392979" y="5545961"/>
                  <a:pt x="389479" y="5540130"/>
                </a:cubicBezTo>
                <a:cubicBezTo>
                  <a:pt x="382478" y="5531966"/>
                  <a:pt x="375477" y="5529634"/>
                  <a:pt x="366142" y="5536631"/>
                </a:cubicBezTo>
                <a:cubicBezTo>
                  <a:pt x="343972" y="5551792"/>
                  <a:pt x="319468" y="5554125"/>
                  <a:pt x="294965" y="5555291"/>
                </a:cubicBezTo>
                <a:cubicBezTo>
                  <a:pt x="265794" y="5557624"/>
                  <a:pt x="235456" y="5554125"/>
                  <a:pt x="206285" y="5561122"/>
                </a:cubicBezTo>
                <a:cubicBezTo>
                  <a:pt x="195784" y="5563455"/>
                  <a:pt x="189949" y="5556457"/>
                  <a:pt x="185282" y="5550626"/>
                </a:cubicBezTo>
                <a:cubicBezTo>
                  <a:pt x="168946" y="5531966"/>
                  <a:pt x="153777" y="5513306"/>
                  <a:pt x="124607" y="5522636"/>
                </a:cubicBezTo>
                <a:cubicBezTo>
                  <a:pt x="118772" y="5523802"/>
                  <a:pt x="115272" y="5519137"/>
                  <a:pt x="112938" y="5514472"/>
                </a:cubicBezTo>
                <a:cubicBezTo>
                  <a:pt x="100103" y="5491147"/>
                  <a:pt x="79100" y="5472487"/>
                  <a:pt x="61597" y="5452661"/>
                </a:cubicBezTo>
                <a:cubicBezTo>
                  <a:pt x="34760" y="5422338"/>
                  <a:pt x="19591" y="5388517"/>
                  <a:pt x="30093" y="5347698"/>
                </a:cubicBezTo>
                <a:cubicBezTo>
                  <a:pt x="33593" y="5331371"/>
                  <a:pt x="24259" y="5320874"/>
                  <a:pt x="14924" y="5311544"/>
                </a:cubicBezTo>
                <a:cubicBezTo>
                  <a:pt x="-6079" y="5289386"/>
                  <a:pt x="-4912" y="5277723"/>
                  <a:pt x="18424" y="5260229"/>
                </a:cubicBezTo>
                <a:cubicBezTo>
                  <a:pt x="44095" y="5242736"/>
                  <a:pt x="44095" y="5242736"/>
                  <a:pt x="23092" y="5217078"/>
                </a:cubicBezTo>
                <a:cubicBezTo>
                  <a:pt x="18424" y="5211247"/>
                  <a:pt x="14924" y="5206582"/>
                  <a:pt x="21925" y="5199584"/>
                </a:cubicBezTo>
                <a:cubicBezTo>
                  <a:pt x="45262" y="5172761"/>
                  <a:pt x="66265" y="5145937"/>
                  <a:pt x="90768" y="5120279"/>
                </a:cubicBezTo>
                <a:cubicBezTo>
                  <a:pt x="108271" y="5100453"/>
                  <a:pt x="130441" y="5087624"/>
                  <a:pt x="156111" y="5081793"/>
                </a:cubicBezTo>
                <a:cubicBezTo>
                  <a:pt x="172447" y="5077128"/>
                  <a:pt x="203951" y="5035143"/>
                  <a:pt x="205118" y="5017649"/>
                </a:cubicBezTo>
                <a:cubicBezTo>
                  <a:pt x="205118" y="5011818"/>
                  <a:pt x="205118" y="5007153"/>
                  <a:pt x="198117" y="5004820"/>
                </a:cubicBezTo>
                <a:cubicBezTo>
                  <a:pt x="161945" y="4988493"/>
                  <a:pt x="144443" y="4957004"/>
                  <a:pt x="129274" y="4923183"/>
                </a:cubicBezTo>
                <a:cubicBezTo>
                  <a:pt x="125773" y="4916185"/>
                  <a:pt x="123440" y="4910354"/>
                  <a:pt x="119939" y="4904523"/>
                </a:cubicBezTo>
                <a:cubicBezTo>
                  <a:pt x="108271" y="4885863"/>
                  <a:pt x="102437" y="4869535"/>
                  <a:pt x="110604" y="4846210"/>
                </a:cubicBezTo>
                <a:cubicBezTo>
                  <a:pt x="118772" y="4822885"/>
                  <a:pt x="105937" y="4799560"/>
                  <a:pt x="94269" y="4778567"/>
                </a:cubicBezTo>
                <a:cubicBezTo>
                  <a:pt x="89601" y="4768071"/>
                  <a:pt x="87268" y="4761074"/>
                  <a:pt x="95436" y="4750577"/>
                </a:cubicBezTo>
                <a:cubicBezTo>
                  <a:pt x="128107" y="4706260"/>
                  <a:pt x="152611" y="4657277"/>
                  <a:pt x="157278" y="4600131"/>
                </a:cubicBezTo>
                <a:cubicBezTo>
                  <a:pt x="158445" y="4591967"/>
                  <a:pt x="160778" y="4588468"/>
                  <a:pt x="168946" y="4590801"/>
                </a:cubicBezTo>
                <a:cubicBezTo>
                  <a:pt x="201618" y="4597798"/>
                  <a:pt x="222621" y="4580305"/>
                  <a:pt x="240123" y="4556980"/>
                </a:cubicBezTo>
                <a:cubicBezTo>
                  <a:pt x="248291" y="4546483"/>
                  <a:pt x="255292" y="4540652"/>
                  <a:pt x="270461" y="4547650"/>
                </a:cubicBezTo>
                <a:cubicBezTo>
                  <a:pt x="289131" y="4558146"/>
                  <a:pt x="306633" y="4548816"/>
                  <a:pt x="321802" y="4535987"/>
                </a:cubicBezTo>
                <a:cubicBezTo>
                  <a:pt x="334637" y="4525491"/>
                  <a:pt x="347472" y="4512662"/>
                  <a:pt x="360308" y="4502166"/>
                </a:cubicBezTo>
                <a:cubicBezTo>
                  <a:pt x="373143" y="4492836"/>
                  <a:pt x="384811" y="4491669"/>
                  <a:pt x="388312" y="4511496"/>
                </a:cubicBezTo>
                <a:cubicBezTo>
                  <a:pt x="388312" y="4516161"/>
                  <a:pt x="389479" y="4520826"/>
                  <a:pt x="391812" y="4525491"/>
                </a:cubicBezTo>
                <a:cubicBezTo>
                  <a:pt x="394146" y="4531322"/>
                  <a:pt x="394146" y="4540652"/>
                  <a:pt x="402314" y="4541818"/>
                </a:cubicBezTo>
                <a:cubicBezTo>
                  <a:pt x="409315" y="4541818"/>
                  <a:pt x="413982" y="4535987"/>
                  <a:pt x="417483" y="4531322"/>
                </a:cubicBezTo>
                <a:cubicBezTo>
                  <a:pt x="434985" y="4511496"/>
                  <a:pt x="441986" y="4512662"/>
                  <a:pt x="452488" y="4537153"/>
                </a:cubicBezTo>
                <a:cubicBezTo>
                  <a:pt x="454822" y="4542985"/>
                  <a:pt x="455988" y="4547650"/>
                  <a:pt x="459489" y="4552315"/>
                </a:cubicBezTo>
                <a:cubicBezTo>
                  <a:pt x="464156" y="4559312"/>
                  <a:pt x="468824" y="4565143"/>
                  <a:pt x="480492" y="4560478"/>
                </a:cubicBezTo>
                <a:cubicBezTo>
                  <a:pt x="490993" y="4554647"/>
                  <a:pt x="490993" y="4549982"/>
                  <a:pt x="488660" y="4540652"/>
                </a:cubicBezTo>
                <a:cubicBezTo>
                  <a:pt x="476991" y="4488171"/>
                  <a:pt x="489827" y="4442687"/>
                  <a:pt x="521331" y="4399536"/>
                </a:cubicBezTo>
                <a:cubicBezTo>
                  <a:pt x="540001" y="4373878"/>
                  <a:pt x="564504" y="4357550"/>
                  <a:pt x="596009" y="4352885"/>
                </a:cubicBezTo>
                <a:cubicBezTo>
                  <a:pt x="610011" y="4350553"/>
                  <a:pt x="612345" y="4345888"/>
                  <a:pt x="607677" y="4333059"/>
                </a:cubicBezTo>
                <a:cubicBezTo>
                  <a:pt x="601843" y="4317898"/>
                  <a:pt x="597176" y="4300404"/>
                  <a:pt x="586674" y="4287575"/>
                </a:cubicBezTo>
                <a:cubicBezTo>
                  <a:pt x="578506" y="4278245"/>
                  <a:pt x="580840" y="4273580"/>
                  <a:pt x="591341" y="4267749"/>
                </a:cubicBezTo>
                <a:cubicBezTo>
                  <a:pt x="613511" y="4257253"/>
                  <a:pt x="626347" y="4210603"/>
                  <a:pt x="613511" y="4189610"/>
                </a:cubicBezTo>
                <a:cubicBezTo>
                  <a:pt x="608844" y="4182613"/>
                  <a:pt x="601843" y="4182613"/>
                  <a:pt x="596009" y="4181446"/>
                </a:cubicBezTo>
                <a:cubicBezTo>
                  <a:pt x="577339" y="4176781"/>
                  <a:pt x="559837" y="4170950"/>
                  <a:pt x="545835" y="4156955"/>
                </a:cubicBezTo>
                <a:cubicBezTo>
                  <a:pt x="523665" y="4132464"/>
                  <a:pt x="530666" y="4110305"/>
                  <a:pt x="563337" y="4103308"/>
                </a:cubicBezTo>
                <a:cubicBezTo>
                  <a:pt x="572672" y="4100975"/>
                  <a:pt x="583174" y="4100975"/>
                  <a:pt x="592508" y="4098643"/>
                </a:cubicBezTo>
                <a:cubicBezTo>
                  <a:pt x="618179" y="4091645"/>
                  <a:pt x="625180" y="4079983"/>
                  <a:pt x="617012" y="4054325"/>
                </a:cubicBezTo>
                <a:cubicBezTo>
                  <a:pt x="613511" y="4041496"/>
                  <a:pt x="606510" y="4032166"/>
                  <a:pt x="599509" y="4021670"/>
                </a:cubicBezTo>
                <a:cubicBezTo>
                  <a:pt x="591341" y="4011173"/>
                  <a:pt x="584340" y="4001843"/>
                  <a:pt x="578506" y="3990181"/>
                </a:cubicBezTo>
                <a:cubicBezTo>
                  <a:pt x="573839" y="3982017"/>
                  <a:pt x="570338" y="3971521"/>
                  <a:pt x="572672" y="3961025"/>
                </a:cubicBezTo>
                <a:cubicBezTo>
                  <a:pt x="577339" y="3947030"/>
                  <a:pt x="590175" y="3956360"/>
                  <a:pt x="598343" y="3955193"/>
                </a:cubicBezTo>
                <a:cubicBezTo>
                  <a:pt x="618179" y="3950528"/>
                  <a:pt x="639182" y="3949362"/>
                  <a:pt x="655518" y="3936533"/>
                </a:cubicBezTo>
                <a:cubicBezTo>
                  <a:pt x="666019" y="3927203"/>
                  <a:pt x="668353" y="3919039"/>
                  <a:pt x="660185" y="3906211"/>
                </a:cubicBezTo>
                <a:cubicBezTo>
                  <a:pt x="648517" y="3888717"/>
                  <a:pt x="632181" y="3872389"/>
                  <a:pt x="618179" y="3857228"/>
                </a:cubicBezTo>
                <a:cubicBezTo>
                  <a:pt x="594842" y="3831571"/>
                  <a:pt x="576173" y="3805913"/>
                  <a:pt x="593675" y="3769759"/>
                </a:cubicBezTo>
                <a:cubicBezTo>
                  <a:pt x="597176" y="3760429"/>
                  <a:pt x="591341" y="3754598"/>
                  <a:pt x="586674" y="3748767"/>
                </a:cubicBezTo>
                <a:cubicBezTo>
                  <a:pt x="578506" y="3737104"/>
                  <a:pt x="565671" y="3730107"/>
                  <a:pt x="554003" y="3724275"/>
                </a:cubicBezTo>
                <a:cubicBezTo>
                  <a:pt x="535333" y="3714945"/>
                  <a:pt x="516664" y="3707948"/>
                  <a:pt x="507329" y="3686955"/>
                </a:cubicBezTo>
                <a:cubicBezTo>
                  <a:pt x="496828" y="3693953"/>
                  <a:pt x="495661" y="3705615"/>
                  <a:pt x="490993" y="3713779"/>
                </a:cubicBezTo>
                <a:cubicBezTo>
                  <a:pt x="486326" y="3721943"/>
                  <a:pt x="482826" y="3733605"/>
                  <a:pt x="469990" y="3732439"/>
                </a:cubicBezTo>
                <a:cubicBezTo>
                  <a:pt x="454822" y="3731273"/>
                  <a:pt x="439653" y="3727774"/>
                  <a:pt x="432652" y="3712613"/>
                </a:cubicBezTo>
                <a:cubicBezTo>
                  <a:pt x="425651" y="3699784"/>
                  <a:pt x="427984" y="3689288"/>
                  <a:pt x="446654" y="3690454"/>
                </a:cubicBezTo>
                <a:cubicBezTo>
                  <a:pt x="459489" y="3691620"/>
                  <a:pt x="461823" y="3683457"/>
                  <a:pt x="461823" y="3672960"/>
                </a:cubicBezTo>
                <a:cubicBezTo>
                  <a:pt x="464156" y="3643804"/>
                  <a:pt x="437319" y="3625144"/>
                  <a:pt x="410482" y="3637973"/>
                </a:cubicBezTo>
                <a:cubicBezTo>
                  <a:pt x="401147" y="3641472"/>
                  <a:pt x="392979" y="3646137"/>
                  <a:pt x="382478" y="3649635"/>
                </a:cubicBezTo>
                <a:cubicBezTo>
                  <a:pt x="370809" y="3651968"/>
                  <a:pt x="361475" y="3648469"/>
                  <a:pt x="354474" y="3637973"/>
                </a:cubicBezTo>
                <a:cubicBezTo>
                  <a:pt x="346306" y="3627477"/>
                  <a:pt x="352140" y="3619313"/>
                  <a:pt x="357974" y="3609983"/>
                </a:cubicBezTo>
                <a:cubicBezTo>
                  <a:pt x="368476" y="3593655"/>
                  <a:pt x="385978" y="3590156"/>
                  <a:pt x="403481" y="3584325"/>
                </a:cubicBezTo>
                <a:cubicBezTo>
                  <a:pt x="445487" y="3570330"/>
                  <a:pt x="445487" y="3570330"/>
                  <a:pt x="431485" y="3528345"/>
                </a:cubicBezTo>
                <a:cubicBezTo>
                  <a:pt x="418650" y="3487526"/>
                  <a:pt x="406981" y="3447874"/>
                  <a:pt x="405814" y="3405889"/>
                </a:cubicBezTo>
                <a:cubicBezTo>
                  <a:pt x="405814" y="3391894"/>
                  <a:pt x="397646" y="3390727"/>
                  <a:pt x="388312" y="3388395"/>
                </a:cubicBezTo>
                <a:cubicBezTo>
                  <a:pt x="357974" y="3380231"/>
                  <a:pt x="327636" y="3369735"/>
                  <a:pt x="296132" y="3352241"/>
                </a:cubicBezTo>
                <a:cubicBezTo>
                  <a:pt x="322969" y="3342911"/>
                  <a:pt x="346306" y="3347576"/>
                  <a:pt x="370809" y="3348742"/>
                </a:cubicBezTo>
                <a:cubicBezTo>
                  <a:pt x="422150" y="3351075"/>
                  <a:pt x="445487" y="3332415"/>
                  <a:pt x="451321" y="3286931"/>
                </a:cubicBezTo>
                <a:cubicBezTo>
                  <a:pt x="454822" y="3265938"/>
                  <a:pt x="447820" y="3254276"/>
                  <a:pt x="426817" y="3249611"/>
                </a:cubicBezTo>
                <a:cubicBezTo>
                  <a:pt x="417483" y="3247278"/>
                  <a:pt x="408148" y="3247278"/>
                  <a:pt x="399980" y="3240281"/>
                </a:cubicBezTo>
                <a:cubicBezTo>
                  <a:pt x="409315" y="3226286"/>
                  <a:pt x="424484" y="3226286"/>
                  <a:pt x="437319" y="3226286"/>
                </a:cubicBezTo>
                <a:cubicBezTo>
                  <a:pt x="451321" y="3226286"/>
                  <a:pt x="454822" y="3220455"/>
                  <a:pt x="455988" y="3208792"/>
                </a:cubicBezTo>
                <a:cubicBezTo>
                  <a:pt x="458322" y="3176137"/>
                  <a:pt x="446654" y="3149313"/>
                  <a:pt x="430318" y="3122489"/>
                </a:cubicBezTo>
                <a:cubicBezTo>
                  <a:pt x="420983" y="3107328"/>
                  <a:pt x="410482" y="3091001"/>
                  <a:pt x="401147" y="3075839"/>
                </a:cubicBezTo>
                <a:cubicBezTo>
                  <a:pt x="387145" y="3051348"/>
                  <a:pt x="382478" y="3025691"/>
                  <a:pt x="390645" y="2998867"/>
                </a:cubicBezTo>
                <a:cubicBezTo>
                  <a:pt x="397646" y="2972043"/>
                  <a:pt x="390645" y="2959214"/>
                  <a:pt x="364975" y="2949884"/>
                </a:cubicBezTo>
                <a:cubicBezTo>
                  <a:pt x="361475" y="2948718"/>
                  <a:pt x="357974" y="2948718"/>
                  <a:pt x="352140" y="2947552"/>
                </a:cubicBezTo>
                <a:cubicBezTo>
                  <a:pt x="362641" y="2928892"/>
                  <a:pt x="380144" y="2925393"/>
                  <a:pt x="395313" y="2919562"/>
                </a:cubicBezTo>
                <a:cubicBezTo>
                  <a:pt x="413982" y="2912564"/>
                  <a:pt x="427984" y="2902068"/>
                  <a:pt x="433818" y="2882242"/>
                </a:cubicBezTo>
                <a:cubicBezTo>
                  <a:pt x="439653" y="2868247"/>
                  <a:pt x="437319" y="2857750"/>
                  <a:pt x="422150" y="2851919"/>
                </a:cubicBezTo>
                <a:cubicBezTo>
                  <a:pt x="405814" y="2846088"/>
                  <a:pt x="395313" y="2837924"/>
                  <a:pt x="396480" y="2818098"/>
                </a:cubicBezTo>
                <a:cubicBezTo>
                  <a:pt x="396480" y="2799438"/>
                  <a:pt x="410482" y="2797105"/>
                  <a:pt x="424484" y="2793607"/>
                </a:cubicBezTo>
                <a:cubicBezTo>
                  <a:pt x="429151" y="2792440"/>
                  <a:pt x="437319" y="2792440"/>
                  <a:pt x="436152" y="2784277"/>
                </a:cubicBezTo>
                <a:cubicBezTo>
                  <a:pt x="436152" y="2774946"/>
                  <a:pt x="431485" y="2764450"/>
                  <a:pt x="422150" y="2762118"/>
                </a:cubicBezTo>
                <a:cubicBezTo>
                  <a:pt x="396480" y="2755120"/>
                  <a:pt x="398813" y="2738793"/>
                  <a:pt x="404648" y="2717800"/>
                </a:cubicBezTo>
                <a:cubicBezTo>
                  <a:pt x="411649" y="2686311"/>
                  <a:pt x="410482" y="2654823"/>
                  <a:pt x="401147" y="2623334"/>
                </a:cubicBezTo>
                <a:cubicBezTo>
                  <a:pt x="398813" y="2614004"/>
                  <a:pt x="397646" y="2605840"/>
                  <a:pt x="403481" y="2597676"/>
                </a:cubicBezTo>
                <a:cubicBezTo>
                  <a:pt x="418650" y="2574351"/>
                  <a:pt x="426817" y="2552192"/>
                  <a:pt x="409315" y="2525369"/>
                </a:cubicBezTo>
                <a:cubicBezTo>
                  <a:pt x="403481" y="2514872"/>
                  <a:pt x="415149" y="2509041"/>
                  <a:pt x="422150" y="2510207"/>
                </a:cubicBezTo>
                <a:cubicBezTo>
                  <a:pt x="460656" y="2518371"/>
                  <a:pt x="473491" y="2498545"/>
                  <a:pt x="475825" y="2464724"/>
                </a:cubicBezTo>
                <a:cubicBezTo>
                  <a:pt x="476991" y="2458892"/>
                  <a:pt x="481659" y="2454227"/>
                  <a:pt x="485159" y="2448396"/>
                </a:cubicBezTo>
                <a:cubicBezTo>
                  <a:pt x="503829" y="2416907"/>
                  <a:pt x="506162" y="2414575"/>
                  <a:pt x="542334" y="2422738"/>
                </a:cubicBezTo>
                <a:cubicBezTo>
                  <a:pt x="562171" y="2427403"/>
                  <a:pt x="575006" y="2425071"/>
                  <a:pt x="584340" y="2404078"/>
                </a:cubicBezTo>
                <a:cubicBezTo>
                  <a:pt x="591341" y="2388917"/>
                  <a:pt x="604177" y="2374922"/>
                  <a:pt x="622846" y="2372590"/>
                </a:cubicBezTo>
                <a:cubicBezTo>
                  <a:pt x="640349" y="2370257"/>
                  <a:pt x="641515" y="2358595"/>
                  <a:pt x="641515" y="2345766"/>
                </a:cubicBezTo>
                <a:cubicBezTo>
                  <a:pt x="641515" y="2332937"/>
                  <a:pt x="640349" y="2321275"/>
                  <a:pt x="648517" y="2310778"/>
                </a:cubicBezTo>
                <a:cubicBezTo>
                  <a:pt x="654351" y="2302615"/>
                  <a:pt x="648517" y="2296783"/>
                  <a:pt x="642682" y="2293285"/>
                </a:cubicBezTo>
                <a:cubicBezTo>
                  <a:pt x="633348" y="2289786"/>
                  <a:pt x="625180" y="2287453"/>
                  <a:pt x="615845" y="2286287"/>
                </a:cubicBezTo>
                <a:cubicBezTo>
                  <a:pt x="585507" y="2278123"/>
                  <a:pt x="584340" y="2275791"/>
                  <a:pt x="597176" y="2248967"/>
                </a:cubicBezTo>
                <a:cubicBezTo>
                  <a:pt x="603010" y="2234972"/>
                  <a:pt x="612345" y="2223309"/>
                  <a:pt x="619346" y="2210481"/>
                </a:cubicBezTo>
                <a:cubicBezTo>
                  <a:pt x="628680" y="2195319"/>
                  <a:pt x="638015" y="2180158"/>
                  <a:pt x="657851" y="2198818"/>
                </a:cubicBezTo>
                <a:cubicBezTo>
                  <a:pt x="664852" y="2204649"/>
                  <a:pt x="674187" y="2201151"/>
                  <a:pt x="676521" y="2190654"/>
                </a:cubicBezTo>
                <a:cubicBezTo>
                  <a:pt x="680021" y="2177826"/>
                  <a:pt x="684688" y="2163831"/>
                  <a:pt x="668353" y="2153334"/>
                </a:cubicBezTo>
                <a:cubicBezTo>
                  <a:pt x="667186" y="2153334"/>
                  <a:pt x="666019" y="2153334"/>
                  <a:pt x="663685" y="2152168"/>
                </a:cubicBezTo>
                <a:cubicBezTo>
                  <a:pt x="654351" y="2148669"/>
                  <a:pt x="638015" y="2156833"/>
                  <a:pt x="635681" y="2139339"/>
                </a:cubicBezTo>
                <a:cubicBezTo>
                  <a:pt x="633348" y="2123012"/>
                  <a:pt x="638015" y="2107850"/>
                  <a:pt x="648517" y="2093855"/>
                </a:cubicBezTo>
                <a:cubicBezTo>
                  <a:pt x="657851" y="2083359"/>
                  <a:pt x="670686" y="2076362"/>
                  <a:pt x="683522" y="2071697"/>
                </a:cubicBezTo>
                <a:cubicBezTo>
                  <a:pt x="694023" y="2068198"/>
                  <a:pt x="702191" y="2068198"/>
                  <a:pt x="703358" y="2082193"/>
                </a:cubicBezTo>
                <a:cubicBezTo>
                  <a:pt x="704525" y="2086858"/>
                  <a:pt x="706858" y="2091523"/>
                  <a:pt x="711526" y="2091523"/>
                </a:cubicBezTo>
                <a:cubicBezTo>
                  <a:pt x="719694" y="2091523"/>
                  <a:pt x="720860" y="2085692"/>
                  <a:pt x="720860" y="2081027"/>
                </a:cubicBezTo>
                <a:cubicBezTo>
                  <a:pt x="722027" y="2071697"/>
                  <a:pt x="722027" y="2063533"/>
                  <a:pt x="723194" y="2055369"/>
                </a:cubicBezTo>
                <a:cubicBezTo>
                  <a:pt x="726695" y="2027379"/>
                  <a:pt x="745364" y="2016883"/>
                  <a:pt x="771034" y="2027379"/>
                </a:cubicBezTo>
                <a:cubicBezTo>
                  <a:pt x="774535" y="2028545"/>
                  <a:pt x="776869" y="2029712"/>
                  <a:pt x="779202" y="2030878"/>
                </a:cubicBezTo>
                <a:cubicBezTo>
                  <a:pt x="816541" y="2050704"/>
                  <a:pt x="822375" y="2049538"/>
                  <a:pt x="839878" y="2009885"/>
                </a:cubicBezTo>
                <a:cubicBezTo>
                  <a:pt x="846879" y="1994724"/>
                  <a:pt x="855047" y="1986560"/>
                  <a:pt x="872549" y="1988893"/>
                </a:cubicBezTo>
                <a:cubicBezTo>
                  <a:pt x="879550" y="1990059"/>
                  <a:pt x="885385" y="1988893"/>
                  <a:pt x="891219" y="1987727"/>
                </a:cubicBezTo>
                <a:cubicBezTo>
                  <a:pt x="926224" y="1986560"/>
                  <a:pt x="953061" y="1973732"/>
                  <a:pt x="961229" y="1935245"/>
                </a:cubicBezTo>
                <a:cubicBezTo>
                  <a:pt x="964729" y="1921250"/>
                  <a:pt x="970564" y="1907255"/>
                  <a:pt x="979898" y="1895593"/>
                </a:cubicBezTo>
                <a:cubicBezTo>
                  <a:pt x="985733" y="1887429"/>
                  <a:pt x="995067" y="1882764"/>
                  <a:pt x="1004402" y="1886263"/>
                </a:cubicBezTo>
                <a:cubicBezTo>
                  <a:pt x="1016070" y="1889761"/>
                  <a:pt x="1011403" y="1900258"/>
                  <a:pt x="1010236" y="1908421"/>
                </a:cubicBezTo>
                <a:cubicBezTo>
                  <a:pt x="1005569" y="1959736"/>
                  <a:pt x="1005569" y="1959736"/>
                  <a:pt x="1054576" y="1949240"/>
                </a:cubicBezTo>
                <a:cubicBezTo>
                  <a:pt x="1072079" y="1945741"/>
                  <a:pt x="1088414" y="1944575"/>
                  <a:pt x="1105917" y="1948074"/>
                </a:cubicBezTo>
                <a:cubicBezTo>
                  <a:pt x="1123419" y="1952739"/>
                  <a:pt x="1137421" y="1956238"/>
                  <a:pt x="1144422" y="1978397"/>
                </a:cubicBezTo>
                <a:cubicBezTo>
                  <a:pt x="1156091" y="2009885"/>
                  <a:pt x="1200431" y="2019215"/>
                  <a:pt x="1237769" y="2001722"/>
                </a:cubicBezTo>
                <a:cubicBezTo>
                  <a:pt x="1243604" y="1999389"/>
                  <a:pt x="1248271" y="1995890"/>
                  <a:pt x="1255272" y="1992392"/>
                </a:cubicBezTo>
                <a:cubicBezTo>
                  <a:pt x="1259939" y="2019215"/>
                  <a:pt x="1266940" y="2043707"/>
                  <a:pt x="1293778" y="2055369"/>
                </a:cubicBezTo>
                <a:cubicBezTo>
                  <a:pt x="1318281" y="2065865"/>
                  <a:pt x="1341618" y="2060034"/>
                  <a:pt x="1366122" y="2055369"/>
                </a:cubicBezTo>
                <a:cubicBezTo>
                  <a:pt x="1368455" y="2062367"/>
                  <a:pt x="1363788" y="2064699"/>
                  <a:pt x="1361454" y="2068198"/>
                </a:cubicBezTo>
                <a:cubicBezTo>
                  <a:pt x="1338117" y="2093855"/>
                  <a:pt x="1347452" y="2123012"/>
                  <a:pt x="1381290" y="2133508"/>
                </a:cubicBezTo>
                <a:cubicBezTo>
                  <a:pt x="1416296" y="2144004"/>
                  <a:pt x="1416296" y="2144004"/>
                  <a:pt x="1404627" y="2178992"/>
                </a:cubicBezTo>
                <a:cubicBezTo>
                  <a:pt x="1396459" y="2203483"/>
                  <a:pt x="1410461" y="2229141"/>
                  <a:pt x="1436132" y="2232639"/>
                </a:cubicBezTo>
                <a:cubicBezTo>
                  <a:pt x="1448967" y="2234972"/>
                  <a:pt x="1450134" y="2223309"/>
                  <a:pt x="1452467" y="2215146"/>
                </a:cubicBezTo>
                <a:cubicBezTo>
                  <a:pt x="1455968" y="2201151"/>
                  <a:pt x="1458302" y="2184823"/>
                  <a:pt x="1475804" y="2180158"/>
                </a:cubicBezTo>
                <a:cubicBezTo>
                  <a:pt x="1487473" y="2177826"/>
                  <a:pt x="1495640" y="2176659"/>
                  <a:pt x="1490973" y="2194153"/>
                </a:cubicBezTo>
                <a:cubicBezTo>
                  <a:pt x="1480472" y="2238471"/>
                  <a:pt x="1492140" y="2253632"/>
                  <a:pt x="1536480" y="2257131"/>
                </a:cubicBezTo>
                <a:cubicBezTo>
                  <a:pt x="1592488" y="2261796"/>
                  <a:pt x="1640328" y="2281622"/>
                  <a:pt x="1682334" y="2317776"/>
                </a:cubicBezTo>
                <a:cubicBezTo>
                  <a:pt x="1703338" y="2336436"/>
                  <a:pt x="1725507" y="2351597"/>
                  <a:pt x="1752345" y="2360927"/>
                </a:cubicBezTo>
                <a:cubicBezTo>
                  <a:pt x="1766347" y="2365592"/>
                  <a:pt x="1779182" y="2365592"/>
                  <a:pt x="1790850" y="2355096"/>
                </a:cubicBezTo>
                <a:cubicBezTo>
                  <a:pt x="1801352" y="2345766"/>
                  <a:pt x="1814187" y="2339935"/>
                  <a:pt x="1825855" y="2351597"/>
                </a:cubicBezTo>
                <a:cubicBezTo>
                  <a:pt x="1837524" y="2364426"/>
                  <a:pt x="1824689" y="2373756"/>
                  <a:pt x="1817688" y="2380753"/>
                </a:cubicBezTo>
                <a:cubicBezTo>
                  <a:pt x="1800185" y="2398247"/>
                  <a:pt x="1799018" y="2414575"/>
                  <a:pt x="1807186" y="2436733"/>
                </a:cubicBezTo>
                <a:cubicBezTo>
                  <a:pt x="1822938" y="2481051"/>
                  <a:pt x="1831690" y="2525952"/>
                  <a:pt x="1836065" y="2571290"/>
                </a:cubicBezTo>
                <a:lnTo>
                  <a:pt x="1836900" y="2614907"/>
                </a:lnTo>
                <a:lnTo>
                  <a:pt x="2065106" y="2240082"/>
                </a:lnTo>
                <a:lnTo>
                  <a:pt x="2042723" y="2222711"/>
                </a:lnTo>
                <a:cubicBezTo>
                  <a:pt x="2031161" y="2219109"/>
                  <a:pt x="2018304" y="2219861"/>
                  <a:pt x="2003998" y="2224820"/>
                </a:cubicBezTo>
                <a:cubicBezTo>
                  <a:pt x="1999225" y="2226074"/>
                  <a:pt x="1993324" y="2233326"/>
                  <a:pt x="1989060" y="2226794"/>
                </a:cubicBezTo>
                <a:cubicBezTo>
                  <a:pt x="1984204" y="2220868"/>
                  <a:pt x="1988317" y="2214236"/>
                  <a:pt x="1993035" y="2208195"/>
                </a:cubicBezTo>
                <a:cubicBezTo>
                  <a:pt x="1993627" y="2207589"/>
                  <a:pt x="1994218" y="2206984"/>
                  <a:pt x="1994810" y="2206378"/>
                </a:cubicBezTo>
                <a:cubicBezTo>
                  <a:pt x="2006584" y="2189481"/>
                  <a:pt x="2004067" y="2178739"/>
                  <a:pt x="1985471" y="2174773"/>
                </a:cubicBezTo>
                <a:cubicBezTo>
                  <a:pt x="1968070" y="2170792"/>
                  <a:pt x="1961372" y="2160699"/>
                  <a:pt x="1958208" y="2145776"/>
                </a:cubicBezTo>
                <a:cubicBezTo>
                  <a:pt x="1953793" y="2126080"/>
                  <a:pt x="1946998" y="2107610"/>
                  <a:pt x="1928319" y="2096463"/>
                </a:cubicBezTo>
                <a:cubicBezTo>
                  <a:pt x="1919887" y="2091777"/>
                  <a:pt x="1923367" y="2082160"/>
                  <a:pt x="1926297" y="2076739"/>
                </a:cubicBezTo>
                <a:cubicBezTo>
                  <a:pt x="1936229" y="2055675"/>
                  <a:pt x="1933038" y="2038358"/>
                  <a:pt x="1919077" y="2021171"/>
                </a:cubicBezTo>
                <a:cubicBezTo>
                  <a:pt x="1910576" y="2010500"/>
                  <a:pt x="1912310" y="2005094"/>
                  <a:pt x="1927826" y="2001317"/>
                </a:cubicBezTo>
                <a:cubicBezTo>
                  <a:pt x="1960646" y="1993144"/>
                  <a:pt x="1981142" y="1954000"/>
                  <a:pt x="1968832" y="1924225"/>
                </a:cubicBezTo>
                <a:cubicBezTo>
                  <a:pt x="1966370" y="1918270"/>
                  <a:pt x="1963289" y="1910528"/>
                  <a:pt x="1955517" y="1911219"/>
                </a:cubicBezTo>
                <a:cubicBezTo>
                  <a:pt x="1947745" y="1911911"/>
                  <a:pt x="1940015" y="1916192"/>
                  <a:pt x="1938322" y="1925189"/>
                </a:cubicBezTo>
                <a:cubicBezTo>
                  <a:pt x="1936589" y="1930596"/>
                  <a:pt x="1936066" y="1937185"/>
                  <a:pt x="1934938" y="1943183"/>
                </a:cubicBezTo>
                <a:cubicBezTo>
                  <a:pt x="1934416" y="1949772"/>
                  <a:pt x="1932682" y="1955179"/>
                  <a:pt x="1926093" y="1954660"/>
                </a:cubicBezTo>
                <a:cubicBezTo>
                  <a:pt x="1918308" y="1954154"/>
                  <a:pt x="1917042" y="1948185"/>
                  <a:pt x="1916974" y="1942201"/>
                </a:cubicBezTo>
                <a:cubicBezTo>
                  <a:pt x="1916314" y="1936823"/>
                  <a:pt x="1917442" y="1930825"/>
                  <a:pt x="1917387" y="1926038"/>
                </a:cubicBezTo>
                <a:cubicBezTo>
                  <a:pt x="1917263" y="1915268"/>
                  <a:pt x="1912958" y="1905146"/>
                  <a:pt x="1901582" y="1904684"/>
                </a:cubicBezTo>
                <a:cubicBezTo>
                  <a:pt x="1892009" y="1904798"/>
                  <a:pt x="1890344" y="1916189"/>
                  <a:pt x="1889243" y="1924580"/>
                </a:cubicBezTo>
                <a:cubicBezTo>
                  <a:pt x="1888129" y="1931775"/>
                  <a:pt x="1890619" y="1940123"/>
                  <a:pt x="1887111" y="1947347"/>
                </a:cubicBezTo>
                <a:cubicBezTo>
                  <a:pt x="1882448" y="1958174"/>
                  <a:pt x="1876505" y="1961836"/>
                  <a:pt x="1867413" y="1951772"/>
                </a:cubicBezTo>
                <a:cubicBezTo>
                  <a:pt x="1854690" y="1938160"/>
                  <a:pt x="1849119" y="1922069"/>
                  <a:pt x="1845928" y="1904752"/>
                </a:cubicBezTo>
                <a:cubicBezTo>
                  <a:pt x="1841486" y="1882663"/>
                  <a:pt x="1834814" y="1874963"/>
                  <a:pt x="1812641" y="1872237"/>
                </a:cubicBezTo>
                <a:cubicBezTo>
                  <a:pt x="1804842" y="1870535"/>
                  <a:pt x="1795874" y="1871240"/>
                  <a:pt x="1787497" y="1871341"/>
                </a:cubicBezTo>
                <a:cubicBezTo>
                  <a:pt x="1783906" y="1871384"/>
                  <a:pt x="1779133" y="1872638"/>
                  <a:pt x="1777290" y="1868471"/>
                </a:cubicBezTo>
                <a:cubicBezTo>
                  <a:pt x="1774842" y="1863713"/>
                  <a:pt x="1777194" y="1860094"/>
                  <a:pt x="1780165" y="1858263"/>
                </a:cubicBezTo>
                <a:cubicBezTo>
                  <a:pt x="1793233" y="1849728"/>
                  <a:pt x="1790757" y="1842577"/>
                  <a:pt x="1780482" y="1833723"/>
                </a:cubicBezTo>
                <a:cubicBezTo>
                  <a:pt x="1767786" y="1822505"/>
                  <a:pt x="1767002" y="1806356"/>
                  <a:pt x="1768626" y="1791375"/>
                </a:cubicBezTo>
                <a:cubicBezTo>
                  <a:pt x="1769685" y="1779394"/>
                  <a:pt x="1766040" y="1774650"/>
                  <a:pt x="1754692" y="1776581"/>
                </a:cubicBezTo>
                <a:cubicBezTo>
                  <a:pt x="1748722" y="1777849"/>
                  <a:pt x="1743935" y="1777907"/>
                  <a:pt x="1740276" y="1771966"/>
                </a:cubicBezTo>
                <a:cubicBezTo>
                  <a:pt x="1734802" y="1764252"/>
                  <a:pt x="1740745" y="1760590"/>
                  <a:pt x="1743674" y="1755169"/>
                </a:cubicBezTo>
                <a:cubicBezTo>
                  <a:pt x="1745435" y="1752156"/>
                  <a:pt x="1748393" y="1749128"/>
                  <a:pt x="1750745" y="1745509"/>
                </a:cubicBezTo>
                <a:cubicBezTo>
                  <a:pt x="1764899" y="1727387"/>
                  <a:pt x="1759370" y="1714886"/>
                  <a:pt x="1735986" y="1710977"/>
                </a:cubicBezTo>
                <a:cubicBezTo>
                  <a:pt x="1732988" y="1710414"/>
                  <a:pt x="1730594" y="1710443"/>
                  <a:pt x="1728187" y="1709275"/>
                </a:cubicBezTo>
                <a:cubicBezTo>
                  <a:pt x="1722781" y="1707544"/>
                  <a:pt x="1716757" y="1704026"/>
                  <a:pt x="1717885" y="1698028"/>
                </a:cubicBezTo>
                <a:cubicBezTo>
                  <a:pt x="1718421" y="1692635"/>
                  <a:pt x="1724982" y="1690762"/>
                  <a:pt x="1729769" y="1690704"/>
                </a:cubicBezTo>
                <a:cubicBezTo>
                  <a:pt x="1734556" y="1690647"/>
                  <a:pt x="1738752" y="1691195"/>
                  <a:pt x="1743552" y="1692334"/>
                </a:cubicBezTo>
                <a:cubicBezTo>
                  <a:pt x="1751338" y="1692840"/>
                  <a:pt x="1756097" y="1690389"/>
                  <a:pt x="1757198" y="1681998"/>
                </a:cubicBezTo>
                <a:cubicBezTo>
                  <a:pt x="1760568" y="1662807"/>
                  <a:pt x="1771779" y="1648909"/>
                  <a:pt x="1783595" y="1635602"/>
                </a:cubicBezTo>
                <a:cubicBezTo>
                  <a:pt x="1797172" y="1619281"/>
                  <a:pt x="1814366" y="1605311"/>
                  <a:pt x="1825522" y="1586626"/>
                </a:cubicBezTo>
                <a:cubicBezTo>
                  <a:pt x="1829635" y="1579994"/>
                  <a:pt x="1836224" y="1580513"/>
                  <a:pt x="1841616" y="1581047"/>
                </a:cubicBezTo>
                <a:cubicBezTo>
                  <a:pt x="1859580" y="1582029"/>
                  <a:pt x="1876953" y="1583616"/>
                  <a:pt x="1886898" y="1563748"/>
                </a:cubicBezTo>
                <a:cubicBezTo>
                  <a:pt x="1889251" y="1560130"/>
                  <a:pt x="1893446" y="1560678"/>
                  <a:pt x="1897050" y="1561831"/>
                </a:cubicBezTo>
                <a:cubicBezTo>
                  <a:pt x="1915660" y="1566994"/>
                  <a:pt x="1935991" y="1565554"/>
                  <a:pt x="1955152" y="1566521"/>
                </a:cubicBezTo>
                <a:cubicBezTo>
                  <a:pt x="1984492" y="1567965"/>
                  <a:pt x="2009733" y="1577238"/>
                  <a:pt x="2025592" y="1603380"/>
                </a:cubicBezTo>
                <a:cubicBezTo>
                  <a:pt x="2032291" y="1613473"/>
                  <a:pt x="2042470" y="1613949"/>
                  <a:pt x="2052044" y="1613835"/>
                </a:cubicBezTo>
                <a:cubicBezTo>
                  <a:pt x="2074190" y="1614168"/>
                  <a:pt x="2079650" y="1620685"/>
                  <a:pt x="2076899" y="1641664"/>
                </a:cubicBezTo>
                <a:cubicBezTo>
                  <a:pt x="2072964" y="1663853"/>
                  <a:pt x="2072964" y="1663853"/>
                  <a:pt x="2096926" y="1665960"/>
                </a:cubicBezTo>
                <a:cubicBezTo>
                  <a:pt x="2102318" y="1666494"/>
                  <a:pt x="2106513" y="1667042"/>
                  <a:pt x="2106596" y="1674222"/>
                </a:cubicBezTo>
                <a:cubicBezTo>
                  <a:pt x="2108686" y="1699930"/>
                  <a:pt x="2111960" y="1724427"/>
                  <a:pt x="2112853" y="1750149"/>
                </a:cubicBezTo>
                <a:cubicBezTo>
                  <a:pt x="2114270" y="1769283"/>
                  <a:pt x="2109688" y="1787291"/>
                  <a:pt x="2099702" y="1803568"/>
                </a:cubicBezTo>
                <a:cubicBezTo>
                  <a:pt x="2093842" y="1814411"/>
                  <a:pt x="2099659" y="1852042"/>
                  <a:pt x="2108146" y="1861516"/>
                </a:cubicBezTo>
                <a:cubicBezTo>
                  <a:pt x="2111172" y="1864472"/>
                  <a:pt x="2113593" y="1866837"/>
                  <a:pt x="2118353" y="1864386"/>
                </a:cubicBezTo>
                <a:cubicBezTo>
                  <a:pt x="2145162" y="1853891"/>
                  <a:pt x="2170375" y="1860771"/>
                  <a:pt x="2195616" y="1870044"/>
                </a:cubicBezTo>
                <a:cubicBezTo>
                  <a:pt x="2201022" y="1871774"/>
                  <a:pt x="2205231" y="1873519"/>
                  <a:pt x="2210032" y="1874658"/>
                </a:cubicBezTo>
                <a:cubicBezTo>
                  <a:pt x="2225630" y="1878062"/>
                  <a:pt x="2237061" y="1883311"/>
                  <a:pt x="2245025" y="1899374"/>
                </a:cubicBezTo>
                <a:lnTo>
                  <a:pt x="2262548" y="1915785"/>
                </a:lnTo>
                <a:lnTo>
                  <a:pt x="3291650" y="225494"/>
                </a:lnTo>
                <a:lnTo>
                  <a:pt x="3646505" y="225494"/>
                </a:lnTo>
                <a:lnTo>
                  <a:pt x="3643558" y="219709"/>
                </a:lnTo>
                <a:cubicBezTo>
                  <a:pt x="3617161" y="181987"/>
                  <a:pt x="3647329" y="151808"/>
                  <a:pt x="3654871" y="121630"/>
                </a:cubicBezTo>
                <a:cubicBezTo>
                  <a:pt x="3669955" y="72590"/>
                  <a:pt x="3711437" y="68817"/>
                  <a:pt x="3752918" y="98996"/>
                </a:cubicBezTo>
                <a:cubicBezTo>
                  <a:pt x="3760460" y="102768"/>
                  <a:pt x="3764231" y="110313"/>
                  <a:pt x="3771774" y="106540"/>
                </a:cubicBezTo>
                <a:cubicBezTo>
                  <a:pt x="3798171" y="83907"/>
                  <a:pt x="3828339" y="87679"/>
                  <a:pt x="3858507" y="87679"/>
                </a:cubicBezTo>
                <a:cubicBezTo>
                  <a:pt x="3892447" y="42411"/>
                  <a:pt x="3933928" y="65045"/>
                  <a:pt x="3971639" y="80134"/>
                </a:cubicBezTo>
                <a:cubicBezTo>
                  <a:pt x="4031975" y="110313"/>
                  <a:pt x="4084770" y="102768"/>
                  <a:pt x="4137564" y="72590"/>
                </a:cubicBezTo>
                <a:cubicBezTo>
                  <a:pt x="4167733" y="53728"/>
                  <a:pt x="4190359" y="53728"/>
                  <a:pt x="4216756" y="72590"/>
                </a:cubicBezTo>
                <a:cubicBezTo>
                  <a:pt x="4216756" y="76362"/>
                  <a:pt x="4220527" y="76362"/>
                  <a:pt x="4220527" y="76362"/>
                </a:cubicBezTo>
                <a:cubicBezTo>
                  <a:pt x="4269551" y="106540"/>
                  <a:pt x="4273322" y="102768"/>
                  <a:pt x="4307261" y="57500"/>
                </a:cubicBezTo>
                <a:cubicBezTo>
                  <a:pt x="4322345" y="42411"/>
                  <a:pt x="4337430" y="27322"/>
                  <a:pt x="4360056" y="12233"/>
                </a:cubicBezTo>
                <a:cubicBezTo>
                  <a:pt x="4382682" y="916"/>
                  <a:pt x="4401537" y="916"/>
                  <a:pt x="4427934" y="16005"/>
                </a:cubicBezTo>
                <a:cubicBezTo>
                  <a:pt x="4488271" y="61273"/>
                  <a:pt x="4495813" y="61273"/>
                  <a:pt x="4556150" y="16005"/>
                </a:cubicBezTo>
                <a:cubicBezTo>
                  <a:pt x="4567463" y="7517"/>
                  <a:pt x="4574534" y="-970"/>
                  <a:pt x="4585316" y="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8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1563307B-4B6F-4D4D-AB66-99288A7B761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122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01BC926-532D-4A29-930A-236814050938}"/>
              </a:ext>
            </a:extLst>
          </p:cNvPr>
          <p:cNvSpPr>
            <a:spLocks noChangeAspect="1"/>
          </p:cNvSpPr>
          <p:nvPr userDrawn="1"/>
        </p:nvSpPr>
        <p:spPr>
          <a:xfrm>
            <a:off x="7119313" y="5067541"/>
            <a:ext cx="4297680" cy="4353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E906F-6E18-4B03-BE88-75566ECC92F8}"/>
              </a:ext>
            </a:extLst>
          </p:cNvPr>
          <p:cNvSpPr/>
          <p:nvPr userDrawn="1"/>
        </p:nvSpPr>
        <p:spPr>
          <a:xfrm>
            <a:off x="0" y="1988840"/>
            <a:ext cx="12192000" cy="2880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5" name="Graphic 14">
            <a:extLst>
              <a:ext uri="{FF2B5EF4-FFF2-40B4-BE49-F238E27FC236}">
                <a16:creationId xmlns:a16="http://schemas.microsoft.com/office/drawing/2014/main" id="{5EBDAAFC-71A9-4BA2-A27E-C4F1F4BA22EC}"/>
              </a:ext>
            </a:extLst>
          </p:cNvPr>
          <p:cNvGrpSpPr/>
          <p:nvPr userDrawn="1"/>
        </p:nvGrpSpPr>
        <p:grpSpPr>
          <a:xfrm>
            <a:off x="6867308" y="1360224"/>
            <a:ext cx="4999344" cy="3932069"/>
            <a:chOff x="2444748" y="555045"/>
            <a:chExt cx="7282048" cy="57274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6173859-0352-4FD9-B3BD-10167F74D9C0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945F6B7-E4A6-48B1-9406-9E425F295FFF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7CA7AAB-8778-4F88-BE73-6CB5FA0E0E6A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BD4C418-0F80-4101-A919-833900A7CEFD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B2511B1-DF8F-4023-8CEE-586AEE878B8D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BDA56B7-7F45-4702-8E59-4222CE520868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FA1173E-505A-4DD9-BBC4-17F19752B615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ED9CBC3-5115-4FA9-AC8A-A42FC5D3EE68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B9825C8-5D1C-4169-9149-8B4CB0E262B1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103893" y="1624176"/>
            <a:ext cx="4580042" cy="2588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CD05948B-F459-46FB-B9E4-88B7F7FCBE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49633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71" r:id="rId3"/>
    <p:sldLayoutId id="2147483666" r:id="rId4"/>
    <p:sldLayoutId id="2147483659" r:id="rId5"/>
    <p:sldLayoutId id="2147483665" r:id="rId6"/>
    <p:sldLayoutId id="2147483667" r:id="rId7"/>
    <p:sldLayoutId id="2147483669" r:id="rId8"/>
    <p:sldLayoutId id="2147483663" r:id="rId9"/>
    <p:sldLayoutId id="2147483668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3227745-A39A-4E4F-B826-03D30F35EB0D}"/>
              </a:ext>
            </a:extLst>
          </p:cNvPr>
          <p:cNvGrpSpPr/>
          <p:nvPr/>
        </p:nvGrpSpPr>
        <p:grpSpPr>
          <a:xfrm>
            <a:off x="-211043" y="242749"/>
            <a:ext cx="3451519" cy="2538224"/>
            <a:chOff x="-211043" y="242749"/>
            <a:chExt cx="3451519" cy="2538224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D98EE80-DEDE-430B-935C-DB5A307EB381}"/>
                </a:ext>
              </a:extLst>
            </p:cNvPr>
            <p:cNvGrpSpPr/>
            <p:nvPr/>
          </p:nvGrpSpPr>
          <p:grpSpPr>
            <a:xfrm rot="18821504" flipH="1">
              <a:off x="2536016" y="1987747"/>
              <a:ext cx="830987" cy="577933"/>
              <a:chOff x="5405974" y="1533288"/>
              <a:chExt cx="611040" cy="424965"/>
            </a:xfrm>
          </p:grpSpPr>
          <p:sp>
            <p:nvSpPr>
              <p:cNvPr id="117" name="Trapezoid 116">
                <a:extLst>
                  <a:ext uri="{FF2B5EF4-FFF2-40B4-BE49-F238E27FC236}">
                    <a16:creationId xmlns:a16="http://schemas.microsoft.com/office/drawing/2014/main" id="{BB555E24-6D38-4A4A-861D-6AF072B96FAC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Trapezoid 115">
                <a:extLst>
                  <a:ext uri="{FF2B5EF4-FFF2-40B4-BE49-F238E27FC236}">
                    <a16:creationId xmlns:a16="http://schemas.microsoft.com/office/drawing/2014/main" id="{A7D9085C-2B58-4F88-9B08-2B2F4B0DBF73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rapezoid 117">
                <a:extLst>
                  <a:ext uri="{FF2B5EF4-FFF2-40B4-BE49-F238E27FC236}">
                    <a16:creationId xmlns:a16="http://schemas.microsoft.com/office/drawing/2014/main" id="{E698BC45-A595-4DD2-87C7-3302FA8BE798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Trapezoid 118">
                <a:extLst>
                  <a:ext uri="{FF2B5EF4-FFF2-40B4-BE49-F238E27FC236}">
                    <a16:creationId xmlns:a16="http://schemas.microsoft.com/office/drawing/2014/main" id="{5A89F4B4-1ED6-4282-BAE7-5107B2DD9024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Trapezoid 119">
                <a:extLst>
                  <a:ext uri="{FF2B5EF4-FFF2-40B4-BE49-F238E27FC236}">
                    <a16:creationId xmlns:a16="http://schemas.microsoft.com/office/drawing/2014/main" id="{9DE2CED2-AEEB-4346-B8BA-39D5C9F008E3}"/>
                  </a:ext>
                </a:extLst>
              </p:cNvPr>
              <p:cNvSpPr/>
              <p:nvPr/>
            </p:nvSpPr>
            <p:spPr>
              <a:xfrm rot="8867088" flipH="1">
                <a:off x="5923517" y="1775373"/>
                <a:ext cx="93497" cy="182880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A86DA89-BF25-4B2F-B746-19009E28529A}"/>
                </a:ext>
              </a:extLst>
            </p:cNvPr>
            <p:cNvGrpSpPr/>
            <p:nvPr/>
          </p:nvGrpSpPr>
          <p:grpSpPr>
            <a:xfrm rot="20700986">
              <a:off x="-211043" y="561627"/>
              <a:ext cx="688855" cy="2063532"/>
              <a:chOff x="391500" y="630207"/>
              <a:chExt cx="531845" cy="1593193"/>
            </a:xfrm>
          </p:grpSpPr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A31B3607-BD19-4C4C-B903-0E09D92762BB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5E0AD24E-7646-4E0E-B33F-FBCA5E5E3A55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CDE1FC3-06F7-42CE-9911-5FEC1436C053}"/>
                </a:ext>
              </a:extLst>
            </p:cNvPr>
            <p:cNvGrpSpPr/>
            <p:nvPr/>
          </p:nvGrpSpPr>
          <p:grpSpPr>
            <a:xfrm rot="14601445">
              <a:off x="1150919" y="215556"/>
              <a:ext cx="729571" cy="2548346"/>
              <a:chOff x="391500" y="630207"/>
              <a:chExt cx="531845" cy="1593193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0A650D8B-2C6F-4CAD-B6D5-FE7BDEFD4CE7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4D8DB57F-27AE-4641-A856-C26060E5CCAA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10D57C7-999C-42DA-AF11-D48981C22307}"/>
                </a:ext>
              </a:extLst>
            </p:cNvPr>
            <p:cNvSpPr/>
            <p:nvPr/>
          </p:nvSpPr>
          <p:spPr>
            <a:xfrm>
              <a:off x="182294" y="1854426"/>
              <a:ext cx="926547" cy="926547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3077C34-CBAE-4645-92CD-6DF20774BB54}"/>
                </a:ext>
              </a:extLst>
            </p:cNvPr>
            <p:cNvSpPr/>
            <p:nvPr/>
          </p:nvSpPr>
          <p:spPr>
            <a:xfrm>
              <a:off x="282221" y="1954353"/>
              <a:ext cx="726695" cy="726695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7183266-7827-4E9F-84EA-469E59172608}"/>
                </a:ext>
              </a:extLst>
            </p:cNvPr>
            <p:cNvSpPr/>
            <p:nvPr/>
          </p:nvSpPr>
          <p:spPr>
            <a:xfrm>
              <a:off x="464259" y="2137337"/>
              <a:ext cx="362617" cy="360726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6CA7BCC-4553-4E37-AEA2-3EB99A1C138A}"/>
                </a:ext>
              </a:extLst>
            </p:cNvPr>
            <p:cNvSpPr/>
            <p:nvPr/>
          </p:nvSpPr>
          <p:spPr>
            <a:xfrm>
              <a:off x="585218" y="2257350"/>
              <a:ext cx="120700" cy="1207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7962633-7205-4392-AE46-2DCD52369CED}"/>
                </a:ext>
              </a:extLst>
            </p:cNvPr>
            <p:cNvGrpSpPr/>
            <p:nvPr/>
          </p:nvGrpSpPr>
          <p:grpSpPr>
            <a:xfrm rot="8720915">
              <a:off x="2465418" y="429474"/>
              <a:ext cx="606909" cy="1518446"/>
              <a:chOff x="4130254" y="650162"/>
              <a:chExt cx="502274" cy="1664988"/>
            </a:xfrm>
            <a:solidFill>
              <a:schemeClr val="accent2"/>
            </a:solidFill>
          </p:grpSpPr>
          <p:sp>
            <p:nvSpPr>
              <p:cNvPr id="71" name="Trapezoid 70">
                <a:extLst>
                  <a:ext uri="{FF2B5EF4-FFF2-40B4-BE49-F238E27FC236}">
                    <a16:creationId xmlns:a16="http://schemas.microsoft.com/office/drawing/2014/main" id="{F7579618-1C24-40C8-A27D-763A2EDC201E}"/>
                  </a:ext>
                </a:extLst>
              </p:cNvPr>
              <p:cNvSpPr/>
              <p:nvPr/>
            </p:nvSpPr>
            <p:spPr>
              <a:xfrm>
                <a:off x="4130254" y="650162"/>
                <a:ext cx="502274" cy="1664988"/>
              </a:xfrm>
              <a:prstGeom prst="trapezoid">
                <a:avLst>
                  <a:gd name="adj" fmla="val 9168"/>
                </a:avLst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rapezoid 94">
                <a:extLst>
                  <a:ext uri="{FF2B5EF4-FFF2-40B4-BE49-F238E27FC236}">
                    <a16:creationId xmlns:a16="http://schemas.microsoft.com/office/drawing/2014/main" id="{105B8F30-72EC-476F-BEF8-7534C575E875}"/>
                  </a:ext>
                </a:extLst>
              </p:cNvPr>
              <p:cNvSpPr/>
              <p:nvPr/>
            </p:nvSpPr>
            <p:spPr>
              <a:xfrm>
                <a:off x="4449648" y="650162"/>
                <a:ext cx="182880" cy="1664988"/>
              </a:xfrm>
              <a:custGeom>
                <a:avLst/>
                <a:gdLst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82880 w 182880"/>
                  <a:gd name="connsiteY2" fmla="*/ 0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0540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68965 w 182880"/>
                  <a:gd name="connsiteY2" fmla="*/ 6157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3619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" h="1664988">
                    <a:moveTo>
                      <a:pt x="0" y="1664988"/>
                    </a:moveTo>
                    <a:lnTo>
                      <a:pt x="0" y="0"/>
                    </a:lnTo>
                    <a:lnTo>
                      <a:pt x="133619" y="3079"/>
                    </a:lnTo>
                    <a:lnTo>
                      <a:pt x="182880" y="1664988"/>
                    </a:lnTo>
                    <a:lnTo>
                      <a:pt x="0" y="166498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E1A9330-7C3E-42EF-9689-A307053E150C}"/>
                </a:ext>
              </a:extLst>
            </p:cNvPr>
            <p:cNvGrpSpPr/>
            <p:nvPr/>
          </p:nvGrpSpPr>
          <p:grpSpPr>
            <a:xfrm>
              <a:off x="1986951" y="242749"/>
              <a:ext cx="770532" cy="770532"/>
              <a:chOff x="121429" y="411152"/>
              <a:chExt cx="607378" cy="607378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767F0B7-D8C1-4D35-AD36-EBAAE3837800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91E6EC7-EAD1-4E13-93D7-56F5A0CC4EDF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A3822756-2E6A-4C01-B51C-7B5998A2AA43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5FB5A917-5A10-4B61-AECD-DF53363D1AD8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709E326-94C9-4F3D-9DF9-72EE68F8DD51}"/>
              </a:ext>
            </a:extLst>
          </p:cNvPr>
          <p:cNvGrpSpPr/>
          <p:nvPr/>
        </p:nvGrpSpPr>
        <p:grpSpPr>
          <a:xfrm>
            <a:off x="9069470" y="2982614"/>
            <a:ext cx="3046078" cy="3734081"/>
            <a:chOff x="9087758" y="3138062"/>
            <a:chExt cx="3046078" cy="3734081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34B25F4-A622-4E94-91F2-EE926E055A3A}"/>
                </a:ext>
              </a:extLst>
            </p:cNvPr>
            <p:cNvGrpSpPr/>
            <p:nvPr/>
          </p:nvGrpSpPr>
          <p:grpSpPr>
            <a:xfrm rot="2947662" flipH="1">
              <a:off x="9383082" y="3263151"/>
              <a:ext cx="827730" cy="577552"/>
              <a:chOff x="5405974" y="1533288"/>
              <a:chExt cx="608646" cy="424685"/>
            </a:xfrm>
          </p:grpSpPr>
          <p:sp>
            <p:nvSpPr>
              <p:cNvPr id="140" name="Trapezoid 139">
                <a:extLst>
                  <a:ext uri="{FF2B5EF4-FFF2-40B4-BE49-F238E27FC236}">
                    <a16:creationId xmlns:a16="http://schemas.microsoft.com/office/drawing/2014/main" id="{8CF2E195-A136-4A42-B1B4-0B0148CDFE1A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Trapezoid 140">
                <a:extLst>
                  <a:ext uri="{FF2B5EF4-FFF2-40B4-BE49-F238E27FC236}">
                    <a16:creationId xmlns:a16="http://schemas.microsoft.com/office/drawing/2014/main" id="{0B124FED-97B6-4F06-9731-9D29B0561BC7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Trapezoid 141">
                <a:extLst>
                  <a:ext uri="{FF2B5EF4-FFF2-40B4-BE49-F238E27FC236}">
                    <a16:creationId xmlns:a16="http://schemas.microsoft.com/office/drawing/2014/main" id="{0EA6782A-0670-41FA-9AE6-7B65C293465D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Trapezoid 142">
                <a:extLst>
                  <a:ext uri="{FF2B5EF4-FFF2-40B4-BE49-F238E27FC236}">
                    <a16:creationId xmlns:a16="http://schemas.microsoft.com/office/drawing/2014/main" id="{04327686-E7B8-4F3B-9E28-57504EB680BD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rapezoid 143">
                <a:extLst>
                  <a:ext uri="{FF2B5EF4-FFF2-40B4-BE49-F238E27FC236}">
                    <a16:creationId xmlns:a16="http://schemas.microsoft.com/office/drawing/2014/main" id="{3337CC3D-84B2-4AD8-B61E-01ED6854D66D}"/>
                  </a:ext>
                </a:extLst>
              </p:cNvPr>
              <p:cNvSpPr/>
              <p:nvPr/>
            </p:nvSpPr>
            <p:spPr>
              <a:xfrm rot="8867088" flipH="1">
                <a:off x="5921123" y="1778027"/>
                <a:ext cx="93497" cy="179946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79385788-1A56-4FAA-99BB-4D1E186F07D4}"/>
                </a:ext>
              </a:extLst>
            </p:cNvPr>
            <p:cNvGrpSpPr/>
            <p:nvPr/>
          </p:nvGrpSpPr>
          <p:grpSpPr>
            <a:xfrm rot="7415005" flipH="1">
              <a:off x="9775096" y="5495950"/>
              <a:ext cx="688855" cy="2063532"/>
              <a:chOff x="391500" y="630207"/>
              <a:chExt cx="531845" cy="159319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21F8A59E-C6F6-4724-87EE-8E94B37F3CBB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0A417290-EEF9-41B0-B262-7A482058F11B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5D84579D-4389-4EC7-A4CB-9681E03F82B8}"/>
                </a:ext>
              </a:extLst>
            </p:cNvPr>
            <p:cNvGrpSpPr/>
            <p:nvPr/>
          </p:nvGrpSpPr>
          <p:grpSpPr>
            <a:xfrm rot="13514546" flipH="1">
              <a:off x="10293888" y="3976487"/>
              <a:ext cx="729571" cy="2548346"/>
              <a:chOff x="391500" y="630207"/>
              <a:chExt cx="531845" cy="1593193"/>
            </a:xfrm>
          </p:grpSpPr>
          <p:sp>
            <p:nvSpPr>
              <p:cNvPr id="160" name="Rectangle: Rounded Corners 159">
                <a:extLst>
                  <a:ext uri="{FF2B5EF4-FFF2-40B4-BE49-F238E27FC236}">
                    <a16:creationId xmlns:a16="http://schemas.microsoft.com/office/drawing/2014/main" id="{1267AEE3-0B9A-4F04-9A01-D73730080DA0}"/>
                  </a:ext>
                </a:extLst>
              </p:cNvPr>
              <p:cNvSpPr/>
              <p:nvPr/>
            </p:nvSpPr>
            <p:spPr>
              <a:xfrm rot="20495611">
                <a:off x="400452" y="630207"/>
                <a:ext cx="522893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: Rounded Corners 160">
                <a:extLst>
                  <a:ext uri="{FF2B5EF4-FFF2-40B4-BE49-F238E27FC236}">
                    <a16:creationId xmlns:a16="http://schemas.microsoft.com/office/drawing/2014/main" id="{D2EC9984-CBE1-4789-B02E-812C1985D0FD}"/>
                  </a:ext>
                </a:extLst>
              </p:cNvPr>
              <p:cNvSpPr/>
              <p:nvPr/>
            </p:nvSpPr>
            <p:spPr>
              <a:xfrm rot="20495611">
                <a:off x="391500" y="684262"/>
                <a:ext cx="191608" cy="1539138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BB75C2C5-EC3E-4D2E-A7B9-0C388DE0B877}"/>
                </a:ext>
              </a:extLst>
            </p:cNvPr>
            <p:cNvGrpSpPr/>
            <p:nvPr/>
          </p:nvGrpSpPr>
          <p:grpSpPr>
            <a:xfrm rot="6515991" flipH="1">
              <a:off x="9133139" y="5347988"/>
              <a:ext cx="926547" cy="926547"/>
              <a:chOff x="121429" y="411152"/>
              <a:chExt cx="607378" cy="607378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84A35F0-BD57-4A3A-A86D-7CDC896DFDE8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D3180975-4EF8-4D47-8846-45CD19732CF1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1C7E0D0C-5A75-457A-983C-CE2B94536169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84F0334-3B67-4DB2-8E8A-153CB7F3A0E5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3406839-AC3B-4A8E-BD7B-371FF6E0EDCB}"/>
                </a:ext>
              </a:extLst>
            </p:cNvPr>
            <p:cNvGrpSpPr/>
            <p:nvPr/>
          </p:nvGrpSpPr>
          <p:grpSpPr>
            <a:xfrm rot="17832318" flipH="1">
              <a:off x="10630036" y="3483559"/>
              <a:ext cx="606909" cy="1518446"/>
              <a:chOff x="4130254" y="650162"/>
              <a:chExt cx="502274" cy="1664988"/>
            </a:xfrm>
            <a:solidFill>
              <a:schemeClr val="accent2"/>
            </a:solidFill>
          </p:grpSpPr>
          <p:sp>
            <p:nvSpPr>
              <p:cNvPr id="154" name="Trapezoid 153">
                <a:extLst>
                  <a:ext uri="{FF2B5EF4-FFF2-40B4-BE49-F238E27FC236}">
                    <a16:creationId xmlns:a16="http://schemas.microsoft.com/office/drawing/2014/main" id="{93B4A039-0226-4710-BA77-B2733CA7E982}"/>
                  </a:ext>
                </a:extLst>
              </p:cNvPr>
              <p:cNvSpPr/>
              <p:nvPr/>
            </p:nvSpPr>
            <p:spPr>
              <a:xfrm>
                <a:off x="4130254" y="650162"/>
                <a:ext cx="502274" cy="1664988"/>
              </a:xfrm>
              <a:prstGeom prst="trapezoid">
                <a:avLst>
                  <a:gd name="adj" fmla="val 9168"/>
                </a:avLst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Trapezoid 94">
                <a:extLst>
                  <a:ext uri="{FF2B5EF4-FFF2-40B4-BE49-F238E27FC236}">
                    <a16:creationId xmlns:a16="http://schemas.microsoft.com/office/drawing/2014/main" id="{D036E978-CAEF-4576-83F5-B79017F86032}"/>
                  </a:ext>
                </a:extLst>
              </p:cNvPr>
              <p:cNvSpPr/>
              <p:nvPr/>
            </p:nvSpPr>
            <p:spPr>
              <a:xfrm>
                <a:off x="4449648" y="650162"/>
                <a:ext cx="182880" cy="1664988"/>
              </a:xfrm>
              <a:custGeom>
                <a:avLst/>
                <a:gdLst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82880 w 182880"/>
                  <a:gd name="connsiteY2" fmla="*/ 0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0540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68965 w 182880"/>
                  <a:gd name="connsiteY2" fmla="*/ 6157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33619 w 182880"/>
                  <a:gd name="connsiteY2" fmla="*/ 3079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880" h="1664988">
                    <a:moveTo>
                      <a:pt x="0" y="1664988"/>
                    </a:moveTo>
                    <a:lnTo>
                      <a:pt x="0" y="0"/>
                    </a:lnTo>
                    <a:lnTo>
                      <a:pt x="133619" y="3079"/>
                    </a:lnTo>
                    <a:lnTo>
                      <a:pt x="182880" y="1664988"/>
                    </a:lnTo>
                    <a:lnTo>
                      <a:pt x="0" y="166498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97DC697-5A84-461C-82D8-B044E999F46C}"/>
                </a:ext>
              </a:extLst>
            </p:cNvPr>
            <p:cNvGrpSpPr/>
            <p:nvPr/>
          </p:nvGrpSpPr>
          <p:grpSpPr>
            <a:xfrm rot="6515991" flipH="1">
              <a:off x="11363304" y="4328467"/>
              <a:ext cx="770532" cy="770532"/>
              <a:chOff x="121429" y="411152"/>
              <a:chExt cx="607378" cy="607378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1A6F0CB0-F8B1-4874-BEAD-F3D7BCDCC4B5}"/>
                  </a:ext>
                </a:extLst>
              </p:cNvPr>
              <p:cNvSpPr/>
              <p:nvPr/>
            </p:nvSpPr>
            <p:spPr>
              <a:xfrm>
                <a:off x="121429" y="411152"/>
                <a:ext cx="607378" cy="607378"/>
              </a:xfrm>
              <a:prstGeom prst="ellipse">
                <a:avLst/>
              </a:prstGeom>
              <a:solidFill>
                <a:schemeClr val="accent2"/>
              </a:solidFill>
              <a:ln w="127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B44F3C12-B133-4331-B02E-9987EA31F24C}"/>
                  </a:ext>
                </a:extLst>
              </p:cNvPr>
              <p:cNvSpPr/>
              <p:nvPr/>
            </p:nvSpPr>
            <p:spPr>
              <a:xfrm>
                <a:off x="186934" y="476657"/>
                <a:ext cx="476369" cy="476369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97E590C-DA32-413F-B669-8836D72BE739}"/>
                  </a:ext>
                </a:extLst>
              </p:cNvPr>
              <p:cNvSpPr/>
              <p:nvPr/>
            </p:nvSpPr>
            <p:spPr>
              <a:xfrm>
                <a:off x="306265" y="596608"/>
                <a:ext cx="237706" cy="236466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D6D5E445-5649-4117-8BBC-CD6118CE33C0}"/>
                  </a:ext>
                </a:extLst>
              </p:cNvPr>
              <p:cNvSpPr/>
              <p:nvPr/>
            </p:nvSpPr>
            <p:spPr>
              <a:xfrm>
                <a:off x="385557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3CD6C908-6459-4021-AE8E-283EF4C1ED44}"/>
              </a:ext>
            </a:extLst>
          </p:cNvPr>
          <p:cNvSpPr/>
          <p:nvPr/>
        </p:nvSpPr>
        <p:spPr>
          <a:xfrm>
            <a:off x="8831560" y="2981015"/>
            <a:ext cx="893052" cy="892469"/>
          </a:xfrm>
          <a:custGeom>
            <a:avLst/>
            <a:gdLst>
              <a:gd name="connsiteX0" fmla="*/ 446879 w 893052"/>
              <a:gd name="connsiteY0" fmla="*/ 366069 h 892469"/>
              <a:gd name="connsiteX1" fmla="*/ 367213 w 893052"/>
              <a:gd name="connsiteY1" fmla="*/ 445391 h 892469"/>
              <a:gd name="connsiteX2" fmla="*/ 446535 w 893052"/>
              <a:gd name="connsiteY2" fmla="*/ 525402 h 892469"/>
              <a:gd name="connsiteX3" fmla="*/ 526373 w 893052"/>
              <a:gd name="connsiteY3" fmla="*/ 445907 h 892469"/>
              <a:gd name="connsiteX4" fmla="*/ 446879 w 893052"/>
              <a:gd name="connsiteY4" fmla="*/ 366069 h 892469"/>
              <a:gd name="connsiteX5" fmla="*/ 447223 w 893052"/>
              <a:gd name="connsiteY5" fmla="*/ 129135 h 892469"/>
              <a:gd name="connsiteX6" fmla="*/ 763479 w 893052"/>
              <a:gd name="connsiteY6" fmla="*/ 446251 h 892469"/>
              <a:gd name="connsiteX7" fmla="*/ 446018 w 893052"/>
              <a:gd name="connsiteY7" fmla="*/ 762164 h 892469"/>
              <a:gd name="connsiteX8" fmla="*/ 130278 w 893052"/>
              <a:gd name="connsiteY8" fmla="*/ 445219 h 892469"/>
              <a:gd name="connsiteX9" fmla="*/ 447223 w 893052"/>
              <a:gd name="connsiteY9" fmla="*/ 129135 h 892469"/>
              <a:gd name="connsiteX10" fmla="*/ 446879 w 893052"/>
              <a:gd name="connsiteY10" fmla="*/ 119843 h 892469"/>
              <a:gd name="connsiteX11" fmla="*/ 120643 w 893052"/>
              <a:gd name="connsiteY11" fmla="*/ 444187 h 892469"/>
              <a:gd name="connsiteX12" fmla="*/ 446363 w 893052"/>
              <a:gd name="connsiteY12" fmla="*/ 771283 h 892469"/>
              <a:gd name="connsiteX13" fmla="*/ 772599 w 893052"/>
              <a:gd name="connsiteY13" fmla="*/ 445391 h 892469"/>
              <a:gd name="connsiteX14" fmla="*/ 446879 w 893052"/>
              <a:gd name="connsiteY14" fmla="*/ 119843 h 892469"/>
              <a:gd name="connsiteX15" fmla="*/ 500047 w 893052"/>
              <a:gd name="connsiteY15" fmla="*/ 85 h 892469"/>
              <a:gd name="connsiteX16" fmla="*/ 504692 w 893052"/>
              <a:gd name="connsiteY16" fmla="*/ 258 h 892469"/>
              <a:gd name="connsiteX17" fmla="*/ 524652 w 893052"/>
              <a:gd name="connsiteY17" fmla="*/ 21766 h 892469"/>
              <a:gd name="connsiteX18" fmla="*/ 525857 w 893052"/>
              <a:gd name="connsiteY18" fmla="*/ 61857 h 892469"/>
              <a:gd name="connsiteX19" fmla="*/ 532911 w 893052"/>
              <a:gd name="connsiteY19" fmla="*/ 73557 h 892469"/>
              <a:gd name="connsiteX20" fmla="*/ 558377 w 893052"/>
              <a:gd name="connsiteY20" fmla="*/ 80268 h 892469"/>
              <a:gd name="connsiteX21" fmla="*/ 570422 w 893052"/>
              <a:gd name="connsiteY21" fmla="*/ 73901 h 892469"/>
              <a:gd name="connsiteX22" fmla="*/ 593306 w 893052"/>
              <a:gd name="connsiteY22" fmla="*/ 37252 h 892469"/>
              <a:gd name="connsiteX23" fmla="*/ 615503 w 893052"/>
              <a:gd name="connsiteY23" fmla="*/ 29509 h 892469"/>
              <a:gd name="connsiteX24" fmla="*/ 619460 w 893052"/>
              <a:gd name="connsiteY24" fmla="*/ 30885 h 892469"/>
              <a:gd name="connsiteX25" fmla="*/ 632021 w 893052"/>
              <a:gd name="connsiteY25" fmla="*/ 55491 h 892469"/>
              <a:gd name="connsiteX26" fmla="*/ 623074 w 893052"/>
              <a:gd name="connsiteY26" fmla="*/ 94033 h 892469"/>
              <a:gd name="connsiteX27" fmla="*/ 629268 w 893052"/>
              <a:gd name="connsiteY27" fmla="*/ 110724 h 892469"/>
              <a:gd name="connsiteX28" fmla="*/ 649227 w 893052"/>
              <a:gd name="connsiteY28" fmla="*/ 121736 h 892469"/>
              <a:gd name="connsiteX29" fmla="*/ 662477 w 893052"/>
              <a:gd name="connsiteY29" fmla="*/ 118639 h 892469"/>
              <a:gd name="connsiteX30" fmla="*/ 694137 w 893052"/>
              <a:gd name="connsiteY30" fmla="*/ 89215 h 892469"/>
              <a:gd name="connsiteX31" fmla="*/ 717538 w 893052"/>
              <a:gd name="connsiteY31" fmla="*/ 87323 h 892469"/>
              <a:gd name="connsiteX32" fmla="*/ 718742 w 893052"/>
              <a:gd name="connsiteY32" fmla="*/ 88183 h 892469"/>
              <a:gd name="connsiteX33" fmla="*/ 726141 w 893052"/>
              <a:gd name="connsiteY33" fmla="*/ 117951 h 892469"/>
              <a:gd name="connsiteX34" fmla="*/ 707730 w 893052"/>
              <a:gd name="connsiteY34" fmla="*/ 152363 h 892469"/>
              <a:gd name="connsiteX35" fmla="*/ 709279 w 893052"/>
              <a:gd name="connsiteY35" fmla="*/ 168710 h 892469"/>
              <a:gd name="connsiteX36" fmla="*/ 724764 w 893052"/>
              <a:gd name="connsiteY36" fmla="*/ 184024 h 892469"/>
              <a:gd name="connsiteX37" fmla="*/ 740250 w 893052"/>
              <a:gd name="connsiteY37" fmla="*/ 185400 h 892469"/>
              <a:gd name="connsiteX38" fmla="*/ 779309 w 893052"/>
              <a:gd name="connsiteY38" fmla="*/ 164752 h 892469"/>
              <a:gd name="connsiteX39" fmla="*/ 800645 w 893052"/>
              <a:gd name="connsiteY39" fmla="*/ 169226 h 892469"/>
              <a:gd name="connsiteX40" fmla="*/ 807184 w 893052"/>
              <a:gd name="connsiteY40" fmla="*/ 178001 h 892469"/>
              <a:gd name="connsiteX41" fmla="*/ 805463 w 893052"/>
              <a:gd name="connsiteY41" fmla="*/ 197273 h 892469"/>
              <a:gd name="connsiteX42" fmla="*/ 774319 w 893052"/>
              <a:gd name="connsiteY42" fmla="*/ 230825 h 892469"/>
              <a:gd name="connsiteX43" fmla="*/ 771566 w 893052"/>
              <a:gd name="connsiteY43" fmla="*/ 244591 h 892469"/>
              <a:gd name="connsiteX44" fmla="*/ 783439 w 893052"/>
              <a:gd name="connsiteY44" fmla="*/ 265238 h 892469"/>
              <a:gd name="connsiteX45" fmla="*/ 798580 w 893052"/>
              <a:gd name="connsiteY45" fmla="*/ 270229 h 892469"/>
              <a:gd name="connsiteX46" fmla="*/ 842629 w 893052"/>
              <a:gd name="connsiteY46" fmla="*/ 260249 h 892469"/>
              <a:gd name="connsiteX47" fmla="*/ 858975 w 893052"/>
              <a:gd name="connsiteY47" fmla="*/ 267819 h 892469"/>
              <a:gd name="connsiteX48" fmla="*/ 864137 w 893052"/>
              <a:gd name="connsiteY48" fmla="*/ 279692 h 892469"/>
              <a:gd name="connsiteX49" fmla="*/ 857082 w 893052"/>
              <a:gd name="connsiteY49" fmla="*/ 298963 h 892469"/>
              <a:gd name="connsiteX50" fmla="*/ 820777 w 893052"/>
              <a:gd name="connsiteY50" fmla="*/ 321504 h 892469"/>
              <a:gd name="connsiteX51" fmla="*/ 813034 w 893052"/>
              <a:gd name="connsiteY51" fmla="*/ 338366 h 892469"/>
              <a:gd name="connsiteX52" fmla="*/ 818368 w 893052"/>
              <a:gd name="connsiteY52" fmla="*/ 357982 h 892469"/>
              <a:gd name="connsiteX53" fmla="*/ 831273 w 893052"/>
              <a:gd name="connsiteY53" fmla="*/ 367101 h 892469"/>
              <a:gd name="connsiteX54" fmla="*/ 876526 w 893052"/>
              <a:gd name="connsiteY54" fmla="*/ 368822 h 892469"/>
              <a:gd name="connsiteX55" fmla="*/ 891152 w 893052"/>
              <a:gd name="connsiteY55" fmla="*/ 380350 h 892469"/>
              <a:gd name="connsiteX56" fmla="*/ 893044 w 893052"/>
              <a:gd name="connsiteY56" fmla="*/ 394288 h 892469"/>
              <a:gd name="connsiteX57" fmla="*/ 881860 w 893052"/>
              <a:gd name="connsiteY57" fmla="*/ 410118 h 892469"/>
              <a:gd name="connsiteX58" fmla="*/ 841080 w 893052"/>
              <a:gd name="connsiteY58" fmla="*/ 422679 h 892469"/>
              <a:gd name="connsiteX59" fmla="*/ 828348 w 893052"/>
              <a:gd name="connsiteY59" fmla="*/ 438852 h 892469"/>
              <a:gd name="connsiteX60" fmla="*/ 829208 w 893052"/>
              <a:gd name="connsiteY60" fmla="*/ 460189 h 892469"/>
              <a:gd name="connsiteX61" fmla="*/ 837983 w 893052"/>
              <a:gd name="connsiteY61" fmla="*/ 469480 h 892469"/>
              <a:gd name="connsiteX62" fmla="*/ 880827 w 893052"/>
              <a:gd name="connsiteY62" fmla="*/ 482557 h 892469"/>
              <a:gd name="connsiteX63" fmla="*/ 893044 w 893052"/>
              <a:gd name="connsiteY63" fmla="*/ 499592 h 892469"/>
              <a:gd name="connsiteX64" fmla="*/ 893044 w 893052"/>
              <a:gd name="connsiteY64" fmla="*/ 502689 h 892469"/>
              <a:gd name="connsiteX65" fmla="*/ 871020 w 893052"/>
              <a:gd name="connsiteY65" fmla="*/ 524541 h 892469"/>
              <a:gd name="connsiteX66" fmla="*/ 830413 w 893052"/>
              <a:gd name="connsiteY66" fmla="*/ 525746 h 892469"/>
              <a:gd name="connsiteX67" fmla="*/ 819572 w 893052"/>
              <a:gd name="connsiteY67" fmla="*/ 532456 h 892469"/>
              <a:gd name="connsiteX68" fmla="*/ 812690 w 893052"/>
              <a:gd name="connsiteY68" fmla="*/ 557922 h 892469"/>
              <a:gd name="connsiteX69" fmla="*/ 819400 w 893052"/>
              <a:gd name="connsiteY69" fmla="*/ 570311 h 892469"/>
              <a:gd name="connsiteX70" fmla="*/ 855190 w 893052"/>
              <a:gd name="connsiteY70" fmla="*/ 592679 h 892469"/>
              <a:gd name="connsiteX71" fmla="*/ 863277 w 893052"/>
              <a:gd name="connsiteY71" fmla="*/ 615564 h 892469"/>
              <a:gd name="connsiteX72" fmla="*/ 857599 w 893052"/>
              <a:gd name="connsiteY72" fmla="*/ 627264 h 892469"/>
              <a:gd name="connsiteX73" fmla="*/ 846587 w 893052"/>
              <a:gd name="connsiteY73" fmla="*/ 632770 h 892469"/>
              <a:gd name="connsiteX74" fmla="*/ 819228 w 893052"/>
              <a:gd name="connsiteY74" fmla="*/ 626748 h 892469"/>
              <a:gd name="connsiteX75" fmla="*/ 796860 w 893052"/>
              <a:gd name="connsiteY75" fmla="*/ 621586 h 892469"/>
              <a:gd name="connsiteX76" fmla="*/ 785159 w 893052"/>
              <a:gd name="connsiteY76" fmla="*/ 625200 h 892469"/>
              <a:gd name="connsiteX77" fmla="*/ 771050 w 893052"/>
              <a:gd name="connsiteY77" fmla="*/ 650493 h 892469"/>
              <a:gd name="connsiteX78" fmla="*/ 774491 w 893052"/>
              <a:gd name="connsiteY78" fmla="*/ 661333 h 892469"/>
              <a:gd name="connsiteX79" fmla="*/ 804603 w 893052"/>
              <a:gd name="connsiteY79" fmla="*/ 693682 h 892469"/>
              <a:gd name="connsiteX80" fmla="*/ 806495 w 893052"/>
              <a:gd name="connsiteY80" fmla="*/ 715878 h 892469"/>
              <a:gd name="connsiteX81" fmla="*/ 805291 w 893052"/>
              <a:gd name="connsiteY81" fmla="*/ 717599 h 892469"/>
              <a:gd name="connsiteX82" fmla="*/ 775007 w 893052"/>
              <a:gd name="connsiteY82" fmla="*/ 725170 h 892469"/>
              <a:gd name="connsiteX83" fmla="*/ 740078 w 893052"/>
              <a:gd name="connsiteY83" fmla="*/ 706586 h 892469"/>
              <a:gd name="connsiteX84" fmla="*/ 726485 w 893052"/>
              <a:gd name="connsiteY84" fmla="*/ 707103 h 892469"/>
              <a:gd name="connsiteX85" fmla="*/ 708762 w 893052"/>
              <a:gd name="connsiteY85" fmla="*/ 724481 h 892469"/>
              <a:gd name="connsiteX86" fmla="*/ 707902 w 893052"/>
              <a:gd name="connsiteY86" fmla="*/ 739451 h 892469"/>
              <a:gd name="connsiteX87" fmla="*/ 728550 w 893052"/>
              <a:gd name="connsiteY87" fmla="*/ 778510 h 892469"/>
              <a:gd name="connsiteX88" fmla="*/ 725109 w 893052"/>
              <a:gd name="connsiteY88" fmla="*/ 798814 h 892469"/>
              <a:gd name="connsiteX89" fmla="*/ 721667 w 893052"/>
              <a:gd name="connsiteY89" fmla="*/ 801911 h 892469"/>
              <a:gd name="connsiteX90" fmla="*/ 692072 w 893052"/>
              <a:gd name="connsiteY90" fmla="*/ 800878 h 892469"/>
              <a:gd name="connsiteX91" fmla="*/ 663165 w 893052"/>
              <a:gd name="connsiteY91" fmla="*/ 773864 h 892469"/>
              <a:gd name="connsiteX92" fmla="*/ 648367 w 893052"/>
              <a:gd name="connsiteY92" fmla="*/ 770939 h 892469"/>
              <a:gd name="connsiteX93" fmla="*/ 628063 w 893052"/>
              <a:gd name="connsiteY93" fmla="*/ 782467 h 892469"/>
              <a:gd name="connsiteX94" fmla="*/ 623074 w 893052"/>
              <a:gd name="connsiteY94" fmla="*/ 797609 h 892469"/>
              <a:gd name="connsiteX95" fmla="*/ 633398 w 893052"/>
              <a:gd name="connsiteY95" fmla="*/ 842690 h 892469"/>
              <a:gd name="connsiteX96" fmla="*/ 626687 w 893052"/>
              <a:gd name="connsiteY96" fmla="*/ 857660 h 892469"/>
              <a:gd name="connsiteX97" fmla="*/ 613954 w 893052"/>
              <a:gd name="connsiteY97" fmla="*/ 863338 h 892469"/>
              <a:gd name="connsiteX98" fmla="*/ 594511 w 893052"/>
              <a:gd name="connsiteY98" fmla="*/ 856456 h 892469"/>
              <a:gd name="connsiteX99" fmla="*/ 571970 w 893052"/>
              <a:gd name="connsiteY99" fmla="*/ 820150 h 892469"/>
              <a:gd name="connsiteX100" fmla="*/ 555108 w 893052"/>
              <a:gd name="connsiteY100" fmla="*/ 812235 h 892469"/>
              <a:gd name="connsiteX101" fmla="*/ 537041 w 893052"/>
              <a:gd name="connsiteY101" fmla="*/ 817053 h 892469"/>
              <a:gd name="connsiteX102" fmla="*/ 526029 w 893052"/>
              <a:gd name="connsiteY102" fmla="*/ 832022 h 892469"/>
              <a:gd name="connsiteX103" fmla="*/ 524824 w 893052"/>
              <a:gd name="connsiteY103" fmla="*/ 872630 h 892469"/>
              <a:gd name="connsiteX104" fmla="*/ 509166 w 893052"/>
              <a:gd name="connsiteY104" fmla="*/ 891213 h 892469"/>
              <a:gd name="connsiteX105" fmla="*/ 499359 w 893052"/>
              <a:gd name="connsiteY105" fmla="*/ 892417 h 892469"/>
              <a:gd name="connsiteX106" fmla="*/ 483529 w 893052"/>
              <a:gd name="connsiteY106" fmla="*/ 881749 h 892469"/>
              <a:gd name="connsiteX107" fmla="*/ 470280 w 893052"/>
              <a:gd name="connsiteY107" fmla="*/ 838561 h 892469"/>
              <a:gd name="connsiteX108" fmla="*/ 457891 w 893052"/>
              <a:gd name="connsiteY108" fmla="*/ 827893 h 892469"/>
              <a:gd name="connsiteX109" fmla="*/ 435178 w 893052"/>
              <a:gd name="connsiteY109" fmla="*/ 828065 h 892469"/>
              <a:gd name="connsiteX110" fmla="*/ 424166 w 893052"/>
              <a:gd name="connsiteY110" fmla="*/ 837528 h 892469"/>
              <a:gd name="connsiteX111" fmla="*/ 411605 w 893052"/>
              <a:gd name="connsiteY111" fmla="*/ 878308 h 892469"/>
              <a:gd name="connsiteX112" fmla="*/ 390441 w 893052"/>
              <a:gd name="connsiteY112" fmla="*/ 891901 h 892469"/>
              <a:gd name="connsiteX113" fmla="*/ 369105 w 893052"/>
              <a:gd name="connsiteY113" fmla="*/ 867812 h 892469"/>
              <a:gd name="connsiteX114" fmla="*/ 368073 w 893052"/>
              <a:gd name="connsiteY114" fmla="*/ 830818 h 892469"/>
              <a:gd name="connsiteX115" fmla="*/ 360330 w 893052"/>
              <a:gd name="connsiteY115" fmla="*/ 818429 h 892469"/>
              <a:gd name="connsiteX116" fmla="*/ 335208 w 893052"/>
              <a:gd name="connsiteY116" fmla="*/ 812063 h 892469"/>
              <a:gd name="connsiteX117" fmla="*/ 323164 w 893052"/>
              <a:gd name="connsiteY117" fmla="*/ 818429 h 892469"/>
              <a:gd name="connsiteX118" fmla="*/ 300279 w 893052"/>
              <a:gd name="connsiteY118" fmla="*/ 855079 h 892469"/>
              <a:gd name="connsiteX119" fmla="*/ 278943 w 893052"/>
              <a:gd name="connsiteY119" fmla="*/ 862822 h 892469"/>
              <a:gd name="connsiteX120" fmla="*/ 277394 w 893052"/>
              <a:gd name="connsiteY120" fmla="*/ 862306 h 892469"/>
              <a:gd name="connsiteX121" fmla="*/ 261908 w 893052"/>
              <a:gd name="connsiteY121" fmla="*/ 835291 h 892469"/>
              <a:gd name="connsiteX122" fmla="*/ 270684 w 893052"/>
              <a:gd name="connsiteY122" fmla="*/ 797265 h 892469"/>
              <a:gd name="connsiteX123" fmla="*/ 265006 w 893052"/>
              <a:gd name="connsiteY123" fmla="*/ 781779 h 892469"/>
              <a:gd name="connsiteX124" fmla="*/ 246594 w 893052"/>
              <a:gd name="connsiteY124" fmla="*/ 771111 h 892469"/>
              <a:gd name="connsiteX125" fmla="*/ 229904 w 893052"/>
              <a:gd name="connsiteY125" fmla="*/ 774208 h 892469"/>
              <a:gd name="connsiteX126" fmla="*/ 198761 w 893052"/>
              <a:gd name="connsiteY126" fmla="*/ 803287 h 892469"/>
              <a:gd name="connsiteX127" fmla="*/ 176908 w 893052"/>
              <a:gd name="connsiteY127" fmla="*/ 805352 h 892469"/>
              <a:gd name="connsiteX128" fmla="*/ 173811 w 893052"/>
              <a:gd name="connsiteY128" fmla="*/ 803287 h 892469"/>
              <a:gd name="connsiteX129" fmla="*/ 166928 w 893052"/>
              <a:gd name="connsiteY129" fmla="*/ 774552 h 892469"/>
              <a:gd name="connsiteX130" fmla="*/ 185511 w 893052"/>
              <a:gd name="connsiteY130" fmla="*/ 739623 h 892469"/>
              <a:gd name="connsiteX131" fmla="*/ 184135 w 893052"/>
              <a:gd name="connsiteY131" fmla="*/ 723277 h 892469"/>
              <a:gd name="connsiteX132" fmla="*/ 168649 w 893052"/>
              <a:gd name="connsiteY132" fmla="*/ 707963 h 892469"/>
              <a:gd name="connsiteX133" fmla="*/ 152647 w 893052"/>
              <a:gd name="connsiteY133" fmla="*/ 706758 h 892469"/>
              <a:gd name="connsiteX134" fmla="*/ 113932 w 893052"/>
              <a:gd name="connsiteY134" fmla="*/ 727235 h 892469"/>
              <a:gd name="connsiteX135" fmla="*/ 92768 w 893052"/>
              <a:gd name="connsiteY135" fmla="*/ 723277 h 892469"/>
              <a:gd name="connsiteX136" fmla="*/ 91392 w 893052"/>
              <a:gd name="connsiteY136" fmla="*/ 721728 h 892469"/>
              <a:gd name="connsiteX137" fmla="*/ 92252 w 893052"/>
              <a:gd name="connsiteY137" fmla="*/ 690068 h 892469"/>
              <a:gd name="connsiteX138" fmla="*/ 118234 w 893052"/>
              <a:gd name="connsiteY138" fmla="*/ 662366 h 892469"/>
              <a:gd name="connsiteX139" fmla="*/ 121331 w 893052"/>
              <a:gd name="connsiteY139" fmla="*/ 647224 h 892469"/>
              <a:gd name="connsiteX140" fmla="*/ 109459 w 893052"/>
              <a:gd name="connsiteY140" fmla="*/ 626576 h 892469"/>
              <a:gd name="connsiteX141" fmla="*/ 94489 w 893052"/>
              <a:gd name="connsiteY141" fmla="*/ 622274 h 892469"/>
              <a:gd name="connsiteX142" fmla="*/ 56979 w 893052"/>
              <a:gd name="connsiteY142" fmla="*/ 630878 h 892469"/>
              <a:gd name="connsiteX143" fmla="*/ 51989 w 893052"/>
              <a:gd name="connsiteY143" fmla="*/ 632082 h 892469"/>
              <a:gd name="connsiteX144" fmla="*/ 33406 w 893052"/>
              <a:gd name="connsiteY144" fmla="*/ 622963 h 892469"/>
              <a:gd name="connsiteX145" fmla="*/ 29104 w 893052"/>
              <a:gd name="connsiteY145" fmla="*/ 612983 h 892469"/>
              <a:gd name="connsiteX146" fmla="*/ 35987 w 893052"/>
              <a:gd name="connsiteY146" fmla="*/ 593539 h 892469"/>
              <a:gd name="connsiteX147" fmla="*/ 71260 w 893052"/>
              <a:gd name="connsiteY147" fmla="*/ 571515 h 892469"/>
              <a:gd name="connsiteX148" fmla="*/ 79691 w 893052"/>
              <a:gd name="connsiteY148" fmla="*/ 551728 h 892469"/>
              <a:gd name="connsiteX149" fmla="*/ 74357 w 893052"/>
              <a:gd name="connsiteY149" fmla="*/ 533833 h 892469"/>
              <a:gd name="connsiteX150" fmla="*/ 61452 w 893052"/>
              <a:gd name="connsiteY150" fmla="*/ 525229 h 892469"/>
              <a:gd name="connsiteX151" fmla="*/ 19813 w 893052"/>
              <a:gd name="connsiteY151" fmla="*/ 524025 h 892469"/>
              <a:gd name="connsiteX152" fmla="*/ 1230 w 893052"/>
              <a:gd name="connsiteY152" fmla="*/ 508367 h 892469"/>
              <a:gd name="connsiteX153" fmla="*/ 541 w 893052"/>
              <a:gd name="connsiteY153" fmla="*/ 504754 h 892469"/>
              <a:gd name="connsiteX154" fmla="*/ 16199 w 893052"/>
              <a:gd name="connsiteY154" fmla="*/ 481009 h 892469"/>
              <a:gd name="connsiteX155" fmla="*/ 53537 w 893052"/>
              <a:gd name="connsiteY155" fmla="*/ 469652 h 892469"/>
              <a:gd name="connsiteX156" fmla="*/ 64722 w 893052"/>
              <a:gd name="connsiteY156" fmla="*/ 457091 h 892469"/>
              <a:gd name="connsiteX157" fmla="*/ 64205 w 893052"/>
              <a:gd name="connsiteY157" fmla="*/ 433174 h 892469"/>
              <a:gd name="connsiteX158" fmla="*/ 55430 w 893052"/>
              <a:gd name="connsiteY158" fmla="*/ 423367 h 892469"/>
              <a:gd name="connsiteX159" fmla="*/ 15683 w 893052"/>
              <a:gd name="connsiteY159" fmla="*/ 411150 h 892469"/>
              <a:gd name="connsiteX160" fmla="*/ 541 w 893052"/>
              <a:gd name="connsiteY160" fmla="*/ 389126 h 892469"/>
              <a:gd name="connsiteX161" fmla="*/ 2090 w 893052"/>
              <a:gd name="connsiteY161" fmla="*/ 380006 h 892469"/>
              <a:gd name="connsiteX162" fmla="*/ 16371 w 893052"/>
              <a:gd name="connsiteY162" fmla="*/ 368650 h 892469"/>
              <a:gd name="connsiteX163" fmla="*/ 54914 w 893052"/>
              <a:gd name="connsiteY163" fmla="*/ 367445 h 892469"/>
              <a:gd name="connsiteX164" fmla="*/ 60592 w 893052"/>
              <a:gd name="connsiteY164" fmla="*/ 367273 h 892469"/>
              <a:gd name="connsiteX165" fmla="*/ 75906 w 893052"/>
              <a:gd name="connsiteY165" fmla="*/ 355229 h 892469"/>
              <a:gd name="connsiteX166" fmla="*/ 80379 w 893052"/>
              <a:gd name="connsiteY166" fmla="*/ 338194 h 892469"/>
              <a:gd name="connsiteX167" fmla="*/ 73153 w 893052"/>
              <a:gd name="connsiteY167" fmla="*/ 322020 h 892469"/>
              <a:gd name="connsiteX168" fmla="*/ 37879 w 893052"/>
              <a:gd name="connsiteY168" fmla="*/ 299996 h 892469"/>
              <a:gd name="connsiteX169" fmla="*/ 29964 w 893052"/>
              <a:gd name="connsiteY169" fmla="*/ 277455 h 892469"/>
              <a:gd name="connsiteX170" fmla="*/ 34954 w 893052"/>
              <a:gd name="connsiteY170" fmla="*/ 266615 h 892469"/>
              <a:gd name="connsiteX171" fmla="*/ 50440 w 893052"/>
              <a:gd name="connsiteY171" fmla="*/ 260077 h 892469"/>
              <a:gd name="connsiteX172" fmla="*/ 94489 w 893052"/>
              <a:gd name="connsiteY172" fmla="*/ 270229 h 892469"/>
              <a:gd name="connsiteX173" fmla="*/ 110491 w 893052"/>
              <a:gd name="connsiteY173" fmla="*/ 264894 h 892469"/>
              <a:gd name="connsiteX174" fmla="*/ 121331 w 893052"/>
              <a:gd name="connsiteY174" fmla="*/ 245967 h 892469"/>
              <a:gd name="connsiteX175" fmla="*/ 118234 w 893052"/>
              <a:gd name="connsiteY175" fmla="*/ 229793 h 892469"/>
              <a:gd name="connsiteX176" fmla="*/ 88983 w 893052"/>
              <a:gd name="connsiteY176" fmla="*/ 198649 h 892469"/>
              <a:gd name="connsiteX177" fmla="*/ 87262 w 893052"/>
              <a:gd name="connsiteY177" fmla="*/ 176453 h 892469"/>
              <a:gd name="connsiteX178" fmla="*/ 90187 w 893052"/>
              <a:gd name="connsiteY178" fmla="*/ 172151 h 892469"/>
              <a:gd name="connsiteX179" fmla="*/ 116685 w 893052"/>
              <a:gd name="connsiteY179" fmla="*/ 166301 h 892469"/>
              <a:gd name="connsiteX180" fmla="*/ 152475 w 893052"/>
              <a:gd name="connsiteY180" fmla="*/ 185400 h 892469"/>
              <a:gd name="connsiteX181" fmla="*/ 169337 w 893052"/>
              <a:gd name="connsiteY181" fmla="*/ 183852 h 892469"/>
              <a:gd name="connsiteX182" fmla="*/ 183791 w 893052"/>
              <a:gd name="connsiteY182" fmla="*/ 169570 h 892469"/>
              <a:gd name="connsiteX183" fmla="*/ 185684 w 893052"/>
              <a:gd name="connsiteY183" fmla="*/ 152363 h 892469"/>
              <a:gd name="connsiteX184" fmla="*/ 164864 w 893052"/>
              <a:gd name="connsiteY184" fmla="*/ 113305 h 892469"/>
              <a:gd name="connsiteX185" fmla="*/ 168477 w 893052"/>
              <a:gd name="connsiteY185" fmla="*/ 93517 h 892469"/>
              <a:gd name="connsiteX186" fmla="*/ 179317 w 893052"/>
              <a:gd name="connsiteY186" fmla="*/ 85430 h 892469"/>
              <a:gd name="connsiteX187" fmla="*/ 196868 w 893052"/>
              <a:gd name="connsiteY187" fmla="*/ 87323 h 892469"/>
              <a:gd name="connsiteX188" fmla="*/ 226635 w 893052"/>
              <a:gd name="connsiteY188" fmla="*/ 115025 h 892469"/>
              <a:gd name="connsiteX189" fmla="*/ 251757 w 893052"/>
              <a:gd name="connsiteY189" fmla="*/ 118639 h 892469"/>
              <a:gd name="connsiteX190" fmla="*/ 265866 w 893052"/>
              <a:gd name="connsiteY190" fmla="*/ 109863 h 892469"/>
              <a:gd name="connsiteX191" fmla="*/ 270684 w 893052"/>
              <a:gd name="connsiteY191" fmla="*/ 95066 h 892469"/>
              <a:gd name="connsiteX192" fmla="*/ 260704 w 893052"/>
              <a:gd name="connsiteY192" fmla="*/ 52049 h 892469"/>
              <a:gd name="connsiteX193" fmla="*/ 269135 w 893052"/>
              <a:gd name="connsiteY193" fmla="*/ 33638 h 892469"/>
              <a:gd name="connsiteX194" fmla="*/ 280664 w 893052"/>
              <a:gd name="connsiteY194" fmla="*/ 28820 h 892469"/>
              <a:gd name="connsiteX195" fmla="*/ 298903 w 893052"/>
              <a:gd name="connsiteY195" fmla="*/ 35359 h 892469"/>
              <a:gd name="connsiteX196" fmla="*/ 321959 w 893052"/>
              <a:gd name="connsiteY196" fmla="*/ 72525 h 892469"/>
              <a:gd name="connsiteX197" fmla="*/ 337961 w 893052"/>
              <a:gd name="connsiteY197" fmla="*/ 80268 h 892469"/>
              <a:gd name="connsiteX198" fmla="*/ 359470 w 893052"/>
              <a:gd name="connsiteY198" fmla="*/ 74246 h 892469"/>
              <a:gd name="connsiteX199" fmla="*/ 367385 w 893052"/>
              <a:gd name="connsiteY199" fmla="*/ 62717 h 892469"/>
              <a:gd name="connsiteX200" fmla="*/ 369105 w 893052"/>
              <a:gd name="connsiteY200" fmla="*/ 17980 h 892469"/>
              <a:gd name="connsiteX201" fmla="*/ 381838 w 893052"/>
              <a:gd name="connsiteY201" fmla="*/ 1634 h 892469"/>
              <a:gd name="connsiteX202" fmla="*/ 386484 w 893052"/>
              <a:gd name="connsiteY202" fmla="*/ 602 h 892469"/>
              <a:gd name="connsiteX203" fmla="*/ 412122 w 893052"/>
              <a:gd name="connsiteY203" fmla="*/ 16260 h 892469"/>
              <a:gd name="connsiteX204" fmla="*/ 423478 w 893052"/>
              <a:gd name="connsiteY204" fmla="*/ 54114 h 892469"/>
              <a:gd name="connsiteX205" fmla="*/ 434662 w 893052"/>
              <a:gd name="connsiteY205" fmla="*/ 64266 h 892469"/>
              <a:gd name="connsiteX206" fmla="*/ 459095 w 893052"/>
              <a:gd name="connsiteY206" fmla="*/ 64266 h 892469"/>
              <a:gd name="connsiteX207" fmla="*/ 469935 w 893052"/>
              <a:gd name="connsiteY207" fmla="*/ 54458 h 892469"/>
              <a:gd name="connsiteX208" fmla="*/ 482669 w 893052"/>
              <a:gd name="connsiteY208" fmla="*/ 12646 h 892469"/>
              <a:gd name="connsiteX209" fmla="*/ 500047 w 893052"/>
              <a:gd name="connsiteY209" fmla="*/ 85 h 89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893052" h="892469">
                <a:moveTo>
                  <a:pt x="446879" y="366069"/>
                </a:moveTo>
                <a:cubicBezTo>
                  <a:pt x="399045" y="366069"/>
                  <a:pt x="367040" y="405300"/>
                  <a:pt x="367213" y="445391"/>
                </a:cubicBezTo>
                <a:cubicBezTo>
                  <a:pt x="367385" y="489784"/>
                  <a:pt x="402314" y="525402"/>
                  <a:pt x="446535" y="525402"/>
                </a:cubicBezTo>
                <a:cubicBezTo>
                  <a:pt x="490755" y="525402"/>
                  <a:pt x="526201" y="490300"/>
                  <a:pt x="526373" y="445907"/>
                </a:cubicBezTo>
                <a:cubicBezTo>
                  <a:pt x="526545" y="401686"/>
                  <a:pt x="491788" y="366069"/>
                  <a:pt x="446879" y="366069"/>
                </a:cubicBezTo>
                <a:close/>
                <a:moveTo>
                  <a:pt x="447223" y="129135"/>
                </a:moveTo>
                <a:cubicBezTo>
                  <a:pt x="621181" y="129479"/>
                  <a:pt x="763823" y="271777"/>
                  <a:pt x="763479" y="446251"/>
                </a:cubicBezTo>
                <a:cubicBezTo>
                  <a:pt x="763135" y="618833"/>
                  <a:pt x="623074" y="762508"/>
                  <a:pt x="446018" y="762164"/>
                </a:cubicBezTo>
                <a:cubicBezTo>
                  <a:pt x="267587" y="761648"/>
                  <a:pt x="128902" y="616080"/>
                  <a:pt x="130278" y="445219"/>
                </a:cubicBezTo>
                <a:cubicBezTo>
                  <a:pt x="129246" y="271949"/>
                  <a:pt x="272404" y="128791"/>
                  <a:pt x="447223" y="129135"/>
                </a:cubicBezTo>
                <a:close/>
                <a:moveTo>
                  <a:pt x="446879" y="119843"/>
                </a:moveTo>
                <a:cubicBezTo>
                  <a:pt x="265522" y="119671"/>
                  <a:pt x="121331" y="265066"/>
                  <a:pt x="120643" y="444187"/>
                </a:cubicBezTo>
                <a:cubicBezTo>
                  <a:pt x="119954" y="627609"/>
                  <a:pt x="268791" y="771799"/>
                  <a:pt x="446363" y="771283"/>
                </a:cubicBezTo>
                <a:cubicBezTo>
                  <a:pt x="623418" y="771972"/>
                  <a:pt x="772770" y="629501"/>
                  <a:pt x="772599" y="445391"/>
                </a:cubicBezTo>
                <a:cubicBezTo>
                  <a:pt x="772427" y="264378"/>
                  <a:pt x="627203" y="120015"/>
                  <a:pt x="446879" y="119843"/>
                </a:cubicBezTo>
                <a:close/>
                <a:moveTo>
                  <a:pt x="500047" y="85"/>
                </a:moveTo>
                <a:cubicBezTo>
                  <a:pt x="501595" y="85"/>
                  <a:pt x="503144" y="85"/>
                  <a:pt x="504692" y="258"/>
                </a:cubicBezTo>
                <a:cubicBezTo>
                  <a:pt x="520006" y="1806"/>
                  <a:pt x="524308" y="6452"/>
                  <a:pt x="524652" y="21766"/>
                </a:cubicBezTo>
                <a:cubicBezTo>
                  <a:pt x="524996" y="35187"/>
                  <a:pt x="525513" y="48436"/>
                  <a:pt x="525857" y="61857"/>
                </a:cubicBezTo>
                <a:cubicBezTo>
                  <a:pt x="526029" y="67191"/>
                  <a:pt x="527921" y="71321"/>
                  <a:pt x="532911" y="73557"/>
                </a:cubicBezTo>
                <a:cubicBezTo>
                  <a:pt x="540999" y="77171"/>
                  <a:pt x="549429" y="79580"/>
                  <a:pt x="558377" y="80268"/>
                </a:cubicBezTo>
                <a:cubicBezTo>
                  <a:pt x="563883" y="80612"/>
                  <a:pt x="567669" y="78375"/>
                  <a:pt x="570422" y="73901"/>
                </a:cubicBezTo>
                <a:cubicBezTo>
                  <a:pt x="577993" y="61685"/>
                  <a:pt x="585735" y="49468"/>
                  <a:pt x="593306" y="37252"/>
                </a:cubicBezTo>
                <a:cubicBezTo>
                  <a:pt x="599845" y="26928"/>
                  <a:pt x="603803" y="25551"/>
                  <a:pt x="615503" y="29509"/>
                </a:cubicBezTo>
                <a:cubicBezTo>
                  <a:pt x="616879" y="30025"/>
                  <a:pt x="618084" y="30369"/>
                  <a:pt x="619460" y="30885"/>
                </a:cubicBezTo>
                <a:cubicBezTo>
                  <a:pt x="633053" y="36735"/>
                  <a:pt x="635290" y="41037"/>
                  <a:pt x="632021" y="55491"/>
                </a:cubicBezTo>
                <a:cubicBezTo>
                  <a:pt x="629096" y="68395"/>
                  <a:pt x="626171" y="81128"/>
                  <a:pt x="623074" y="94033"/>
                </a:cubicBezTo>
                <a:cubicBezTo>
                  <a:pt x="621353" y="101088"/>
                  <a:pt x="623074" y="106594"/>
                  <a:pt x="629268" y="110724"/>
                </a:cubicBezTo>
                <a:cubicBezTo>
                  <a:pt x="635635" y="115025"/>
                  <a:pt x="642001" y="118983"/>
                  <a:pt x="649227" y="121736"/>
                </a:cubicBezTo>
                <a:cubicBezTo>
                  <a:pt x="654390" y="123629"/>
                  <a:pt x="658519" y="122424"/>
                  <a:pt x="662477" y="118639"/>
                </a:cubicBezTo>
                <a:cubicBezTo>
                  <a:pt x="672972" y="108659"/>
                  <a:pt x="683469" y="99023"/>
                  <a:pt x="694137" y="89215"/>
                </a:cubicBezTo>
                <a:cubicBezTo>
                  <a:pt x="702912" y="80956"/>
                  <a:pt x="707730" y="80612"/>
                  <a:pt x="717538" y="87323"/>
                </a:cubicBezTo>
                <a:cubicBezTo>
                  <a:pt x="718054" y="87667"/>
                  <a:pt x="718398" y="87839"/>
                  <a:pt x="718742" y="88183"/>
                </a:cubicBezTo>
                <a:cubicBezTo>
                  <a:pt x="735433" y="100228"/>
                  <a:pt x="733024" y="105390"/>
                  <a:pt x="726141" y="117951"/>
                </a:cubicBezTo>
                <a:cubicBezTo>
                  <a:pt x="719947" y="129307"/>
                  <a:pt x="714096" y="141007"/>
                  <a:pt x="707730" y="152363"/>
                </a:cubicBezTo>
                <a:cubicBezTo>
                  <a:pt x="704461" y="158386"/>
                  <a:pt x="705149" y="163548"/>
                  <a:pt x="709279" y="168710"/>
                </a:cubicBezTo>
                <a:cubicBezTo>
                  <a:pt x="713924" y="174388"/>
                  <a:pt x="719086" y="179550"/>
                  <a:pt x="724764" y="184024"/>
                </a:cubicBezTo>
                <a:cubicBezTo>
                  <a:pt x="729582" y="187809"/>
                  <a:pt x="734572" y="188325"/>
                  <a:pt x="740250" y="185400"/>
                </a:cubicBezTo>
                <a:cubicBezTo>
                  <a:pt x="753155" y="178346"/>
                  <a:pt x="766232" y="171463"/>
                  <a:pt x="779309" y="164752"/>
                </a:cubicBezTo>
                <a:cubicBezTo>
                  <a:pt x="788600" y="159934"/>
                  <a:pt x="793935" y="160967"/>
                  <a:pt x="800645" y="169226"/>
                </a:cubicBezTo>
                <a:cubicBezTo>
                  <a:pt x="803054" y="171979"/>
                  <a:pt x="805291" y="174904"/>
                  <a:pt x="807184" y="178001"/>
                </a:cubicBezTo>
                <a:cubicBezTo>
                  <a:pt x="812001" y="185572"/>
                  <a:pt x="811485" y="190562"/>
                  <a:pt x="805463" y="197273"/>
                </a:cubicBezTo>
                <a:cubicBezTo>
                  <a:pt x="795139" y="208457"/>
                  <a:pt x="784815" y="219813"/>
                  <a:pt x="774319" y="230825"/>
                </a:cubicBezTo>
                <a:cubicBezTo>
                  <a:pt x="770362" y="234955"/>
                  <a:pt x="769501" y="239429"/>
                  <a:pt x="771566" y="244591"/>
                </a:cubicBezTo>
                <a:cubicBezTo>
                  <a:pt x="774663" y="251989"/>
                  <a:pt x="778449" y="258872"/>
                  <a:pt x="783439" y="265238"/>
                </a:cubicBezTo>
                <a:cubicBezTo>
                  <a:pt x="787396" y="270401"/>
                  <a:pt x="792214" y="271777"/>
                  <a:pt x="798580" y="270229"/>
                </a:cubicBezTo>
                <a:cubicBezTo>
                  <a:pt x="813206" y="266615"/>
                  <a:pt x="828003" y="263346"/>
                  <a:pt x="842629" y="260249"/>
                </a:cubicBezTo>
                <a:cubicBezTo>
                  <a:pt x="850372" y="258528"/>
                  <a:pt x="855018" y="260765"/>
                  <a:pt x="858975" y="267819"/>
                </a:cubicBezTo>
                <a:cubicBezTo>
                  <a:pt x="861040" y="271605"/>
                  <a:pt x="862761" y="275562"/>
                  <a:pt x="864137" y="279692"/>
                </a:cubicBezTo>
                <a:cubicBezTo>
                  <a:pt x="867062" y="289156"/>
                  <a:pt x="865514" y="293629"/>
                  <a:pt x="857082" y="298963"/>
                </a:cubicBezTo>
                <a:cubicBezTo>
                  <a:pt x="845038" y="306534"/>
                  <a:pt x="833165" y="314449"/>
                  <a:pt x="820777" y="321504"/>
                </a:cubicBezTo>
                <a:cubicBezTo>
                  <a:pt x="813722" y="325633"/>
                  <a:pt x="811829" y="331140"/>
                  <a:pt x="813034" y="338366"/>
                </a:cubicBezTo>
                <a:cubicBezTo>
                  <a:pt x="814066" y="345077"/>
                  <a:pt x="815959" y="351615"/>
                  <a:pt x="818368" y="357982"/>
                </a:cubicBezTo>
                <a:cubicBezTo>
                  <a:pt x="820605" y="363832"/>
                  <a:pt x="824562" y="366929"/>
                  <a:pt x="831273" y="367101"/>
                </a:cubicBezTo>
                <a:cubicBezTo>
                  <a:pt x="846415" y="367273"/>
                  <a:pt x="861384" y="368306"/>
                  <a:pt x="876526" y="368822"/>
                </a:cubicBezTo>
                <a:cubicBezTo>
                  <a:pt x="884785" y="369166"/>
                  <a:pt x="888915" y="372435"/>
                  <a:pt x="891152" y="380350"/>
                </a:cubicBezTo>
                <a:cubicBezTo>
                  <a:pt x="892528" y="384824"/>
                  <a:pt x="893044" y="389470"/>
                  <a:pt x="893044" y="394288"/>
                </a:cubicBezTo>
                <a:cubicBezTo>
                  <a:pt x="893044" y="403579"/>
                  <a:pt x="890463" y="407365"/>
                  <a:pt x="881860" y="410118"/>
                </a:cubicBezTo>
                <a:cubicBezTo>
                  <a:pt x="868267" y="414419"/>
                  <a:pt x="854673" y="418549"/>
                  <a:pt x="841080" y="422679"/>
                </a:cubicBezTo>
                <a:cubicBezTo>
                  <a:pt x="831273" y="425603"/>
                  <a:pt x="828692" y="428701"/>
                  <a:pt x="828348" y="438852"/>
                </a:cubicBezTo>
                <a:cubicBezTo>
                  <a:pt x="828175" y="445907"/>
                  <a:pt x="827659" y="453134"/>
                  <a:pt x="829208" y="460189"/>
                </a:cubicBezTo>
                <a:cubicBezTo>
                  <a:pt x="830240" y="465007"/>
                  <a:pt x="833165" y="467932"/>
                  <a:pt x="837983" y="469480"/>
                </a:cubicBezTo>
                <a:cubicBezTo>
                  <a:pt x="852265" y="473782"/>
                  <a:pt x="866546" y="478083"/>
                  <a:pt x="880827" y="482557"/>
                </a:cubicBezTo>
                <a:cubicBezTo>
                  <a:pt x="890807" y="485654"/>
                  <a:pt x="893216" y="489096"/>
                  <a:pt x="893044" y="499592"/>
                </a:cubicBezTo>
                <a:cubicBezTo>
                  <a:pt x="893044" y="500624"/>
                  <a:pt x="893044" y="501656"/>
                  <a:pt x="893044" y="502689"/>
                </a:cubicBezTo>
                <a:cubicBezTo>
                  <a:pt x="892356" y="518863"/>
                  <a:pt x="887194" y="524025"/>
                  <a:pt x="871020" y="524541"/>
                </a:cubicBezTo>
                <a:cubicBezTo>
                  <a:pt x="857427" y="524885"/>
                  <a:pt x="844006" y="525574"/>
                  <a:pt x="830413" y="525746"/>
                </a:cubicBezTo>
                <a:cubicBezTo>
                  <a:pt x="825250" y="525918"/>
                  <a:pt x="821637" y="528155"/>
                  <a:pt x="819572" y="532456"/>
                </a:cubicBezTo>
                <a:cubicBezTo>
                  <a:pt x="815787" y="540543"/>
                  <a:pt x="813378" y="548975"/>
                  <a:pt x="812690" y="557922"/>
                </a:cubicBezTo>
                <a:cubicBezTo>
                  <a:pt x="812173" y="563600"/>
                  <a:pt x="814582" y="567386"/>
                  <a:pt x="819400" y="570311"/>
                </a:cubicBezTo>
                <a:cubicBezTo>
                  <a:pt x="831445" y="577709"/>
                  <a:pt x="843317" y="585108"/>
                  <a:pt x="855190" y="592679"/>
                </a:cubicBezTo>
                <a:cubicBezTo>
                  <a:pt x="866030" y="599390"/>
                  <a:pt x="867407" y="603519"/>
                  <a:pt x="863277" y="615564"/>
                </a:cubicBezTo>
                <a:cubicBezTo>
                  <a:pt x="861901" y="619694"/>
                  <a:pt x="860008" y="623651"/>
                  <a:pt x="857599" y="627264"/>
                </a:cubicBezTo>
                <a:cubicBezTo>
                  <a:pt x="855362" y="630533"/>
                  <a:pt x="851749" y="632770"/>
                  <a:pt x="846587" y="632770"/>
                </a:cubicBezTo>
                <a:cubicBezTo>
                  <a:pt x="837467" y="630706"/>
                  <a:pt x="828348" y="628641"/>
                  <a:pt x="819228" y="626748"/>
                </a:cubicBezTo>
                <a:cubicBezTo>
                  <a:pt x="811829" y="625027"/>
                  <a:pt x="804258" y="623479"/>
                  <a:pt x="796860" y="621586"/>
                </a:cubicBezTo>
                <a:cubicBezTo>
                  <a:pt x="792042" y="620381"/>
                  <a:pt x="788256" y="621758"/>
                  <a:pt x="785159" y="625200"/>
                </a:cubicBezTo>
                <a:cubicBezTo>
                  <a:pt x="778793" y="632598"/>
                  <a:pt x="773803" y="641030"/>
                  <a:pt x="771050" y="650493"/>
                </a:cubicBezTo>
                <a:cubicBezTo>
                  <a:pt x="769673" y="654967"/>
                  <a:pt x="771738" y="658236"/>
                  <a:pt x="774491" y="661333"/>
                </a:cubicBezTo>
                <a:cubicBezTo>
                  <a:pt x="784471" y="672173"/>
                  <a:pt x="794623" y="683013"/>
                  <a:pt x="804603" y="693682"/>
                </a:cubicBezTo>
                <a:cubicBezTo>
                  <a:pt x="812173" y="701769"/>
                  <a:pt x="812518" y="706586"/>
                  <a:pt x="806495" y="715878"/>
                </a:cubicBezTo>
                <a:cubicBezTo>
                  <a:pt x="806151" y="716394"/>
                  <a:pt x="805807" y="717083"/>
                  <a:pt x="805291" y="717599"/>
                </a:cubicBezTo>
                <a:cubicBezTo>
                  <a:pt x="793935" y="732913"/>
                  <a:pt x="788945" y="733085"/>
                  <a:pt x="775007" y="725170"/>
                </a:cubicBezTo>
                <a:cubicBezTo>
                  <a:pt x="763651" y="718631"/>
                  <a:pt x="751606" y="712781"/>
                  <a:pt x="740078" y="706586"/>
                </a:cubicBezTo>
                <a:cubicBezTo>
                  <a:pt x="735260" y="704006"/>
                  <a:pt x="730787" y="704006"/>
                  <a:pt x="726485" y="707103"/>
                </a:cubicBezTo>
                <a:cubicBezTo>
                  <a:pt x="719602" y="711921"/>
                  <a:pt x="713752" y="717771"/>
                  <a:pt x="708762" y="724481"/>
                </a:cubicBezTo>
                <a:cubicBezTo>
                  <a:pt x="705149" y="729299"/>
                  <a:pt x="704977" y="734117"/>
                  <a:pt x="707902" y="739451"/>
                </a:cubicBezTo>
                <a:cubicBezTo>
                  <a:pt x="714957" y="752356"/>
                  <a:pt x="721839" y="765433"/>
                  <a:pt x="728550" y="778510"/>
                </a:cubicBezTo>
                <a:cubicBezTo>
                  <a:pt x="733196" y="787629"/>
                  <a:pt x="732507" y="791759"/>
                  <a:pt x="725109" y="798814"/>
                </a:cubicBezTo>
                <a:cubicBezTo>
                  <a:pt x="723904" y="799846"/>
                  <a:pt x="722872" y="801051"/>
                  <a:pt x="721667" y="801911"/>
                </a:cubicBezTo>
                <a:cubicBezTo>
                  <a:pt x="710655" y="809998"/>
                  <a:pt x="704977" y="813955"/>
                  <a:pt x="692072" y="800878"/>
                </a:cubicBezTo>
                <a:cubicBezTo>
                  <a:pt x="682780" y="791415"/>
                  <a:pt x="672801" y="782984"/>
                  <a:pt x="663165" y="773864"/>
                </a:cubicBezTo>
                <a:cubicBezTo>
                  <a:pt x="658691" y="769562"/>
                  <a:pt x="653873" y="768702"/>
                  <a:pt x="648367" y="770939"/>
                </a:cubicBezTo>
                <a:cubicBezTo>
                  <a:pt x="641141" y="773864"/>
                  <a:pt x="634258" y="777650"/>
                  <a:pt x="628063" y="782467"/>
                </a:cubicBezTo>
                <a:cubicBezTo>
                  <a:pt x="622902" y="786425"/>
                  <a:pt x="621525" y="791415"/>
                  <a:pt x="623074" y="797609"/>
                </a:cubicBezTo>
                <a:cubicBezTo>
                  <a:pt x="626687" y="812579"/>
                  <a:pt x="630128" y="827721"/>
                  <a:pt x="633398" y="842690"/>
                </a:cubicBezTo>
                <a:cubicBezTo>
                  <a:pt x="634774" y="849229"/>
                  <a:pt x="632537" y="854219"/>
                  <a:pt x="626687" y="857660"/>
                </a:cubicBezTo>
                <a:cubicBezTo>
                  <a:pt x="622729" y="860069"/>
                  <a:pt x="618428" y="861962"/>
                  <a:pt x="613954" y="863338"/>
                </a:cubicBezTo>
                <a:cubicBezTo>
                  <a:pt x="604835" y="866263"/>
                  <a:pt x="599673" y="864542"/>
                  <a:pt x="594511" y="856456"/>
                </a:cubicBezTo>
                <a:cubicBezTo>
                  <a:pt x="586940" y="844411"/>
                  <a:pt x="579197" y="832539"/>
                  <a:pt x="571970" y="820150"/>
                </a:cubicBezTo>
                <a:cubicBezTo>
                  <a:pt x="568013" y="813439"/>
                  <a:pt x="562851" y="810858"/>
                  <a:pt x="555108" y="812235"/>
                </a:cubicBezTo>
                <a:cubicBezTo>
                  <a:pt x="548914" y="813439"/>
                  <a:pt x="542891" y="814988"/>
                  <a:pt x="537041" y="817053"/>
                </a:cubicBezTo>
                <a:cubicBezTo>
                  <a:pt x="528954" y="819978"/>
                  <a:pt x="526373" y="823419"/>
                  <a:pt x="526029" y="832022"/>
                </a:cubicBezTo>
                <a:cubicBezTo>
                  <a:pt x="525513" y="845615"/>
                  <a:pt x="525169" y="859036"/>
                  <a:pt x="524824" y="872630"/>
                </a:cubicBezTo>
                <a:cubicBezTo>
                  <a:pt x="524480" y="885018"/>
                  <a:pt x="521383" y="888976"/>
                  <a:pt x="509166" y="891213"/>
                </a:cubicBezTo>
                <a:cubicBezTo>
                  <a:pt x="505897" y="891901"/>
                  <a:pt x="502628" y="892245"/>
                  <a:pt x="499359" y="892417"/>
                </a:cubicBezTo>
                <a:cubicBezTo>
                  <a:pt x="491272" y="892934"/>
                  <a:pt x="486110" y="889664"/>
                  <a:pt x="483529" y="881749"/>
                </a:cubicBezTo>
                <a:cubicBezTo>
                  <a:pt x="478883" y="867296"/>
                  <a:pt x="474409" y="853014"/>
                  <a:pt x="470280" y="838561"/>
                </a:cubicBezTo>
                <a:cubicBezTo>
                  <a:pt x="468387" y="832022"/>
                  <a:pt x="464429" y="828925"/>
                  <a:pt x="457891" y="827893"/>
                </a:cubicBezTo>
                <a:cubicBezTo>
                  <a:pt x="450320" y="826860"/>
                  <a:pt x="442749" y="826860"/>
                  <a:pt x="435178" y="828065"/>
                </a:cubicBezTo>
                <a:cubicBezTo>
                  <a:pt x="429500" y="828925"/>
                  <a:pt x="425887" y="831850"/>
                  <a:pt x="424166" y="837528"/>
                </a:cubicBezTo>
                <a:cubicBezTo>
                  <a:pt x="420209" y="851121"/>
                  <a:pt x="415907" y="864715"/>
                  <a:pt x="411605" y="878308"/>
                </a:cubicBezTo>
                <a:cubicBezTo>
                  <a:pt x="407820" y="890524"/>
                  <a:pt x="403002" y="893622"/>
                  <a:pt x="390441" y="891901"/>
                </a:cubicBezTo>
                <a:cubicBezTo>
                  <a:pt x="371514" y="889320"/>
                  <a:pt x="369277" y="886739"/>
                  <a:pt x="369105" y="867812"/>
                </a:cubicBezTo>
                <a:cubicBezTo>
                  <a:pt x="368933" y="855423"/>
                  <a:pt x="368417" y="843206"/>
                  <a:pt x="368073" y="830818"/>
                </a:cubicBezTo>
                <a:cubicBezTo>
                  <a:pt x="367901" y="825140"/>
                  <a:pt x="365664" y="820666"/>
                  <a:pt x="360330" y="818429"/>
                </a:cubicBezTo>
                <a:cubicBezTo>
                  <a:pt x="352243" y="814988"/>
                  <a:pt x="343984" y="812579"/>
                  <a:pt x="335208" y="812063"/>
                </a:cubicBezTo>
                <a:cubicBezTo>
                  <a:pt x="329874" y="811718"/>
                  <a:pt x="326089" y="813783"/>
                  <a:pt x="323164" y="818429"/>
                </a:cubicBezTo>
                <a:cubicBezTo>
                  <a:pt x="315765" y="830818"/>
                  <a:pt x="307850" y="842862"/>
                  <a:pt x="300279" y="855079"/>
                </a:cubicBezTo>
                <a:cubicBezTo>
                  <a:pt x="294257" y="864715"/>
                  <a:pt x="289611" y="866435"/>
                  <a:pt x="278943" y="862822"/>
                </a:cubicBezTo>
                <a:cubicBezTo>
                  <a:pt x="278427" y="862650"/>
                  <a:pt x="277911" y="862478"/>
                  <a:pt x="277394" y="862306"/>
                </a:cubicBezTo>
                <a:cubicBezTo>
                  <a:pt x="260876" y="855595"/>
                  <a:pt x="257607" y="851810"/>
                  <a:pt x="261908" y="835291"/>
                </a:cubicBezTo>
                <a:cubicBezTo>
                  <a:pt x="265178" y="822731"/>
                  <a:pt x="267587" y="809998"/>
                  <a:pt x="270684" y="797265"/>
                </a:cubicBezTo>
                <a:cubicBezTo>
                  <a:pt x="272232" y="790726"/>
                  <a:pt x="270512" y="785737"/>
                  <a:pt x="265006" y="781779"/>
                </a:cubicBezTo>
                <a:cubicBezTo>
                  <a:pt x="259155" y="777650"/>
                  <a:pt x="253133" y="774036"/>
                  <a:pt x="246594" y="771111"/>
                </a:cubicBezTo>
                <a:cubicBezTo>
                  <a:pt x="240400" y="768358"/>
                  <a:pt x="235066" y="769390"/>
                  <a:pt x="229904" y="774208"/>
                </a:cubicBezTo>
                <a:cubicBezTo>
                  <a:pt x="219580" y="784016"/>
                  <a:pt x="209085" y="793652"/>
                  <a:pt x="198761" y="803287"/>
                </a:cubicBezTo>
                <a:cubicBezTo>
                  <a:pt x="191018" y="810686"/>
                  <a:pt x="186028" y="811030"/>
                  <a:pt x="176908" y="805352"/>
                </a:cubicBezTo>
                <a:cubicBezTo>
                  <a:pt x="175876" y="804664"/>
                  <a:pt x="174843" y="803975"/>
                  <a:pt x="173811" y="803287"/>
                </a:cubicBezTo>
                <a:cubicBezTo>
                  <a:pt x="160562" y="793824"/>
                  <a:pt x="159358" y="788834"/>
                  <a:pt x="166928" y="774552"/>
                </a:cubicBezTo>
                <a:cubicBezTo>
                  <a:pt x="173123" y="762852"/>
                  <a:pt x="179145" y="751151"/>
                  <a:pt x="185511" y="739623"/>
                </a:cubicBezTo>
                <a:cubicBezTo>
                  <a:pt x="188781" y="733601"/>
                  <a:pt x="188265" y="728439"/>
                  <a:pt x="184135" y="723277"/>
                </a:cubicBezTo>
                <a:cubicBezTo>
                  <a:pt x="179661" y="717599"/>
                  <a:pt x="174499" y="712437"/>
                  <a:pt x="168649" y="707963"/>
                </a:cubicBezTo>
                <a:cubicBezTo>
                  <a:pt x="163487" y="704006"/>
                  <a:pt x="158325" y="703662"/>
                  <a:pt x="152647" y="706758"/>
                </a:cubicBezTo>
                <a:cubicBezTo>
                  <a:pt x="139914" y="713641"/>
                  <a:pt x="127009" y="720524"/>
                  <a:pt x="113932" y="727235"/>
                </a:cubicBezTo>
                <a:cubicBezTo>
                  <a:pt x="104813" y="732052"/>
                  <a:pt x="99479" y="730848"/>
                  <a:pt x="92768" y="723277"/>
                </a:cubicBezTo>
                <a:cubicBezTo>
                  <a:pt x="92252" y="722761"/>
                  <a:pt x="91908" y="722244"/>
                  <a:pt x="91392" y="721728"/>
                </a:cubicBezTo>
                <a:cubicBezTo>
                  <a:pt x="79519" y="707963"/>
                  <a:pt x="79691" y="703145"/>
                  <a:pt x="92252" y="690068"/>
                </a:cubicBezTo>
                <a:cubicBezTo>
                  <a:pt x="101027" y="680777"/>
                  <a:pt x="109287" y="671313"/>
                  <a:pt x="118234" y="662366"/>
                </a:cubicBezTo>
                <a:cubicBezTo>
                  <a:pt x="122708" y="657720"/>
                  <a:pt x="123568" y="652902"/>
                  <a:pt x="121331" y="647224"/>
                </a:cubicBezTo>
                <a:cubicBezTo>
                  <a:pt x="118406" y="639825"/>
                  <a:pt x="114276" y="632942"/>
                  <a:pt x="109459" y="626576"/>
                </a:cubicBezTo>
                <a:cubicBezTo>
                  <a:pt x="105501" y="621414"/>
                  <a:pt x="100167" y="620898"/>
                  <a:pt x="94489" y="622274"/>
                </a:cubicBezTo>
                <a:cubicBezTo>
                  <a:pt x="81928" y="625200"/>
                  <a:pt x="69539" y="628124"/>
                  <a:pt x="56979" y="630878"/>
                </a:cubicBezTo>
                <a:cubicBezTo>
                  <a:pt x="55258" y="631222"/>
                  <a:pt x="53537" y="631738"/>
                  <a:pt x="51989" y="632082"/>
                </a:cubicBezTo>
                <a:cubicBezTo>
                  <a:pt x="42525" y="633803"/>
                  <a:pt x="37707" y="631566"/>
                  <a:pt x="33406" y="622963"/>
                </a:cubicBezTo>
                <a:cubicBezTo>
                  <a:pt x="31857" y="619694"/>
                  <a:pt x="30309" y="616424"/>
                  <a:pt x="29104" y="612983"/>
                </a:cubicBezTo>
                <a:cubicBezTo>
                  <a:pt x="26007" y="603863"/>
                  <a:pt x="27727" y="598701"/>
                  <a:pt x="35987" y="593539"/>
                </a:cubicBezTo>
                <a:cubicBezTo>
                  <a:pt x="47687" y="586141"/>
                  <a:pt x="59560" y="578742"/>
                  <a:pt x="71260" y="571515"/>
                </a:cubicBezTo>
                <a:cubicBezTo>
                  <a:pt x="80551" y="565665"/>
                  <a:pt x="81928" y="562396"/>
                  <a:pt x="79691" y="551728"/>
                </a:cubicBezTo>
                <a:cubicBezTo>
                  <a:pt x="78315" y="545705"/>
                  <a:pt x="76766" y="539511"/>
                  <a:pt x="74357" y="533833"/>
                </a:cubicBezTo>
                <a:cubicBezTo>
                  <a:pt x="71948" y="528155"/>
                  <a:pt x="67819" y="525402"/>
                  <a:pt x="61452" y="525229"/>
                </a:cubicBezTo>
                <a:cubicBezTo>
                  <a:pt x="47515" y="525057"/>
                  <a:pt x="33750" y="524541"/>
                  <a:pt x="19813" y="524025"/>
                </a:cubicBezTo>
                <a:cubicBezTo>
                  <a:pt x="7252" y="523681"/>
                  <a:pt x="3466" y="520412"/>
                  <a:pt x="1230" y="508367"/>
                </a:cubicBezTo>
                <a:cubicBezTo>
                  <a:pt x="1057" y="507162"/>
                  <a:pt x="713" y="505958"/>
                  <a:pt x="541" y="504754"/>
                </a:cubicBezTo>
                <a:cubicBezTo>
                  <a:pt x="-1352" y="489440"/>
                  <a:pt x="1230" y="485482"/>
                  <a:pt x="16199" y="481009"/>
                </a:cubicBezTo>
                <a:cubicBezTo>
                  <a:pt x="28588" y="477223"/>
                  <a:pt x="40976" y="473094"/>
                  <a:pt x="53537" y="469652"/>
                </a:cubicBezTo>
                <a:cubicBezTo>
                  <a:pt x="60420" y="467760"/>
                  <a:pt x="64033" y="463802"/>
                  <a:pt x="64722" y="457091"/>
                </a:cubicBezTo>
                <a:cubicBezTo>
                  <a:pt x="65410" y="449176"/>
                  <a:pt x="65754" y="441089"/>
                  <a:pt x="64205" y="433174"/>
                </a:cubicBezTo>
                <a:cubicBezTo>
                  <a:pt x="63345" y="428012"/>
                  <a:pt x="60420" y="424915"/>
                  <a:pt x="55430" y="423367"/>
                </a:cubicBezTo>
                <a:cubicBezTo>
                  <a:pt x="42181" y="419409"/>
                  <a:pt x="28932" y="415280"/>
                  <a:pt x="15683" y="411150"/>
                </a:cubicBezTo>
                <a:cubicBezTo>
                  <a:pt x="1230" y="406676"/>
                  <a:pt x="-319" y="404267"/>
                  <a:pt x="541" y="389126"/>
                </a:cubicBezTo>
                <a:cubicBezTo>
                  <a:pt x="713" y="386028"/>
                  <a:pt x="1402" y="382931"/>
                  <a:pt x="2090" y="380006"/>
                </a:cubicBezTo>
                <a:cubicBezTo>
                  <a:pt x="4155" y="372435"/>
                  <a:pt x="8456" y="368994"/>
                  <a:pt x="16371" y="368650"/>
                </a:cubicBezTo>
                <a:cubicBezTo>
                  <a:pt x="29276" y="368134"/>
                  <a:pt x="42009" y="367790"/>
                  <a:pt x="54914" y="367445"/>
                </a:cubicBezTo>
                <a:cubicBezTo>
                  <a:pt x="56807" y="367445"/>
                  <a:pt x="58699" y="367273"/>
                  <a:pt x="60592" y="367273"/>
                </a:cubicBezTo>
                <a:cubicBezTo>
                  <a:pt x="69195" y="367618"/>
                  <a:pt x="73669" y="362799"/>
                  <a:pt x="75906" y="355229"/>
                </a:cubicBezTo>
                <a:cubicBezTo>
                  <a:pt x="77627" y="349551"/>
                  <a:pt x="79175" y="343872"/>
                  <a:pt x="80379" y="338194"/>
                </a:cubicBezTo>
                <a:cubicBezTo>
                  <a:pt x="81928" y="330279"/>
                  <a:pt x="80036" y="326494"/>
                  <a:pt x="73153" y="322020"/>
                </a:cubicBezTo>
                <a:cubicBezTo>
                  <a:pt x="61452" y="314621"/>
                  <a:pt x="49580" y="307223"/>
                  <a:pt x="37879" y="299996"/>
                </a:cubicBezTo>
                <a:cubicBezTo>
                  <a:pt x="27384" y="293457"/>
                  <a:pt x="25835" y="289328"/>
                  <a:pt x="29964" y="277455"/>
                </a:cubicBezTo>
                <a:cubicBezTo>
                  <a:pt x="31169" y="273670"/>
                  <a:pt x="32718" y="269884"/>
                  <a:pt x="34954" y="266615"/>
                </a:cubicBezTo>
                <a:cubicBezTo>
                  <a:pt x="38568" y="261109"/>
                  <a:pt x="43557" y="258356"/>
                  <a:pt x="50440" y="260077"/>
                </a:cubicBezTo>
                <a:cubicBezTo>
                  <a:pt x="65066" y="263518"/>
                  <a:pt x="79863" y="266615"/>
                  <a:pt x="94489" y="270229"/>
                </a:cubicBezTo>
                <a:cubicBezTo>
                  <a:pt x="101199" y="271949"/>
                  <a:pt x="106361" y="270401"/>
                  <a:pt x="110491" y="264894"/>
                </a:cubicBezTo>
                <a:cubicBezTo>
                  <a:pt x="114793" y="259044"/>
                  <a:pt x="118578" y="252678"/>
                  <a:pt x="121331" y="245967"/>
                </a:cubicBezTo>
                <a:cubicBezTo>
                  <a:pt x="123740" y="239945"/>
                  <a:pt x="123052" y="234783"/>
                  <a:pt x="118234" y="229793"/>
                </a:cubicBezTo>
                <a:cubicBezTo>
                  <a:pt x="108254" y="219641"/>
                  <a:pt x="98791" y="209145"/>
                  <a:pt x="88983" y="198649"/>
                </a:cubicBezTo>
                <a:cubicBezTo>
                  <a:pt x="81412" y="190390"/>
                  <a:pt x="81068" y="185744"/>
                  <a:pt x="87262" y="176453"/>
                </a:cubicBezTo>
                <a:cubicBezTo>
                  <a:pt x="88294" y="175076"/>
                  <a:pt x="89155" y="173527"/>
                  <a:pt x="90187" y="172151"/>
                </a:cubicBezTo>
                <a:cubicBezTo>
                  <a:pt x="98963" y="160623"/>
                  <a:pt x="103780" y="159590"/>
                  <a:pt x="116685" y="166301"/>
                </a:cubicBezTo>
                <a:cubicBezTo>
                  <a:pt x="128730" y="172667"/>
                  <a:pt x="140774" y="178862"/>
                  <a:pt x="152475" y="185400"/>
                </a:cubicBezTo>
                <a:cubicBezTo>
                  <a:pt x="158669" y="188841"/>
                  <a:pt x="164176" y="188153"/>
                  <a:pt x="169337" y="183852"/>
                </a:cubicBezTo>
                <a:cubicBezTo>
                  <a:pt x="174499" y="179550"/>
                  <a:pt x="179317" y="174732"/>
                  <a:pt x="183791" y="169570"/>
                </a:cubicBezTo>
                <a:cubicBezTo>
                  <a:pt x="188265" y="164236"/>
                  <a:pt x="189297" y="158902"/>
                  <a:pt x="185684" y="152363"/>
                </a:cubicBezTo>
                <a:cubicBezTo>
                  <a:pt x="178457" y="139459"/>
                  <a:pt x="171746" y="126381"/>
                  <a:pt x="164864" y="113305"/>
                </a:cubicBezTo>
                <a:cubicBezTo>
                  <a:pt x="160390" y="104701"/>
                  <a:pt x="161422" y="100056"/>
                  <a:pt x="168477" y="93517"/>
                </a:cubicBezTo>
                <a:cubicBezTo>
                  <a:pt x="171746" y="90420"/>
                  <a:pt x="175360" y="87839"/>
                  <a:pt x="179317" y="85430"/>
                </a:cubicBezTo>
                <a:cubicBezTo>
                  <a:pt x="186200" y="81472"/>
                  <a:pt x="191018" y="81989"/>
                  <a:pt x="196868" y="87323"/>
                </a:cubicBezTo>
                <a:cubicBezTo>
                  <a:pt x="206848" y="96442"/>
                  <a:pt x="216828" y="105734"/>
                  <a:pt x="226635" y="115025"/>
                </a:cubicBezTo>
                <a:cubicBezTo>
                  <a:pt x="236959" y="124833"/>
                  <a:pt x="239196" y="125177"/>
                  <a:pt x="251757" y="118639"/>
                </a:cubicBezTo>
                <a:cubicBezTo>
                  <a:pt x="256746" y="116058"/>
                  <a:pt x="261392" y="113305"/>
                  <a:pt x="265866" y="109863"/>
                </a:cubicBezTo>
                <a:cubicBezTo>
                  <a:pt x="270684" y="105906"/>
                  <a:pt x="272232" y="101260"/>
                  <a:pt x="270684" y="95066"/>
                </a:cubicBezTo>
                <a:cubicBezTo>
                  <a:pt x="267070" y="80784"/>
                  <a:pt x="263973" y="66331"/>
                  <a:pt x="260704" y="52049"/>
                </a:cubicBezTo>
                <a:cubicBezTo>
                  <a:pt x="258639" y="42758"/>
                  <a:pt x="260876" y="38112"/>
                  <a:pt x="269135" y="33638"/>
                </a:cubicBezTo>
                <a:cubicBezTo>
                  <a:pt x="272921" y="31746"/>
                  <a:pt x="276706" y="30197"/>
                  <a:pt x="280664" y="28820"/>
                </a:cubicBezTo>
                <a:cubicBezTo>
                  <a:pt x="289095" y="26240"/>
                  <a:pt x="293913" y="27788"/>
                  <a:pt x="298903" y="35359"/>
                </a:cubicBezTo>
                <a:cubicBezTo>
                  <a:pt x="306817" y="47576"/>
                  <a:pt x="314733" y="59792"/>
                  <a:pt x="321959" y="72525"/>
                </a:cubicBezTo>
                <a:cubicBezTo>
                  <a:pt x="325745" y="79064"/>
                  <a:pt x="330907" y="81300"/>
                  <a:pt x="337961" y="80268"/>
                </a:cubicBezTo>
                <a:cubicBezTo>
                  <a:pt x="345360" y="79064"/>
                  <a:pt x="352587" y="77171"/>
                  <a:pt x="359470" y="74246"/>
                </a:cubicBezTo>
                <a:cubicBezTo>
                  <a:pt x="364459" y="72009"/>
                  <a:pt x="367213" y="68568"/>
                  <a:pt x="367385" y="62717"/>
                </a:cubicBezTo>
                <a:cubicBezTo>
                  <a:pt x="367729" y="47748"/>
                  <a:pt x="368589" y="32950"/>
                  <a:pt x="369105" y="17980"/>
                </a:cubicBezTo>
                <a:cubicBezTo>
                  <a:pt x="369449" y="8345"/>
                  <a:pt x="372547" y="4215"/>
                  <a:pt x="381838" y="1634"/>
                </a:cubicBezTo>
                <a:cubicBezTo>
                  <a:pt x="383386" y="1290"/>
                  <a:pt x="384935" y="774"/>
                  <a:pt x="386484" y="602"/>
                </a:cubicBezTo>
                <a:cubicBezTo>
                  <a:pt x="403518" y="-1291"/>
                  <a:pt x="407648" y="602"/>
                  <a:pt x="412122" y="16260"/>
                </a:cubicBezTo>
                <a:cubicBezTo>
                  <a:pt x="415735" y="28992"/>
                  <a:pt x="420037" y="41381"/>
                  <a:pt x="423478" y="54114"/>
                </a:cubicBezTo>
                <a:cubicBezTo>
                  <a:pt x="425198" y="60136"/>
                  <a:pt x="428812" y="63406"/>
                  <a:pt x="434662" y="64266"/>
                </a:cubicBezTo>
                <a:cubicBezTo>
                  <a:pt x="442749" y="65299"/>
                  <a:pt x="451008" y="65299"/>
                  <a:pt x="459095" y="64266"/>
                </a:cubicBezTo>
                <a:cubicBezTo>
                  <a:pt x="464774" y="63578"/>
                  <a:pt x="468215" y="60136"/>
                  <a:pt x="469935" y="54458"/>
                </a:cubicBezTo>
                <a:cubicBezTo>
                  <a:pt x="474065" y="40521"/>
                  <a:pt x="478367" y="26584"/>
                  <a:pt x="482669" y="12646"/>
                </a:cubicBezTo>
                <a:cubicBezTo>
                  <a:pt x="485938" y="2322"/>
                  <a:pt x="489207" y="-87"/>
                  <a:pt x="500047" y="85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8E10A3-87FE-411F-8160-E4A16FBE5C18}"/>
              </a:ext>
            </a:extLst>
          </p:cNvPr>
          <p:cNvGrpSpPr/>
          <p:nvPr/>
        </p:nvGrpSpPr>
        <p:grpSpPr>
          <a:xfrm>
            <a:off x="9303434" y="3492246"/>
            <a:ext cx="1239124" cy="577933"/>
            <a:chOff x="9321722" y="3647694"/>
            <a:chExt cx="1239124" cy="577933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9DFACE2-C01D-41A1-9C0A-6263A2FEB124}"/>
                </a:ext>
              </a:extLst>
            </p:cNvPr>
            <p:cNvGrpSpPr/>
            <p:nvPr/>
          </p:nvGrpSpPr>
          <p:grpSpPr>
            <a:xfrm rot="9652240">
              <a:off x="9321722" y="3647694"/>
              <a:ext cx="830987" cy="577933"/>
              <a:chOff x="5405974" y="1533288"/>
              <a:chExt cx="611040" cy="424965"/>
            </a:xfrm>
          </p:grpSpPr>
          <p:sp>
            <p:nvSpPr>
              <p:cNvPr id="145" name="Trapezoid 144">
                <a:extLst>
                  <a:ext uri="{FF2B5EF4-FFF2-40B4-BE49-F238E27FC236}">
                    <a16:creationId xmlns:a16="http://schemas.microsoft.com/office/drawing/2014/main" id="{7933EEAA-4372-4E6E-B080-989D7C864400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Trapezoid 145">
                <a:extLst>
                  <a:ext uri="{FF2B5EF4-FFF2-40B4-BE49-F238E27FC236}">
                    <a16:creationId xmlns:a16="http://schemas.microsoft.com/office/drawing/2014/main" id="{3D83A195-5740-4BED-B69A-C7FA44BE5FA7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Trapezoid 146">
                <a:extLst>
                  <a:ext uri="{FF2B5EF4-FFF2-40B4-BE49-F238E27FC236}">
                    <a16:creationId xmlns:a16="http://schemas.microsoft.com/office/drawing/2014/main" id="{3B4FC330-7F8A-43B5-985B-55F5E4F35871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Trapezoid 147">
                <a:extLst>
                  <a:ext uri="{FF2B5EF4-FFF2-40B4-BE49-F238E27FC236}">
                    <a16:creationId xmlns:a16="http://schemas.microsoft.com/office/drawing/2014/main" id="{CCE0CA2E-64C6-4D2B-B04B-0556FBF44D65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Trapezoid 148">
                <a:extLst>
                  <a:ext uri="{FF2B5EF4-FFF2-40B4-BE49-F238E27FC236}">
                    <a16:creationId xmlns:a16="http://schemas.microsoft.com/office/drawing/2014/main" id="{EFF41D70-805D-4A30-926C-EDBBE6189782}"/>
                  </a:ext>
                </a:extLst>
              </p:cNvPr>
              <p:cNvSpPr/>
              <p:nvPr/>
            </p:nvSpPr>
            <p:spPr>
              <a:xfrm rot="8867088" flipH="1">
                <a:off x="5923517" y="1775373"/>
                <a:ext cx="93497" cy="182880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6755CC93-2275-4511-A2BE-B151B3A394B3}"/>
                </a:ext>
              </a:extLst>
            </p:cNvPr>
            <p:cNvGrpSpPr/>
            <p:nvPr/>
          </p:nvGrpSpPr>
          <p:grpSpPr>
            <a:xfrm rot="2979890" flipH="1">
              <a:off x="10051358" y="3654191"/>
              <a:ext cx="509488" cy="509489"/>
              <a:chOff x="5108331" y="1463790"/>
              <a:chExt cx="374637" cy="374637"/>
            </a:xfrm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862881E-F60F-462D-85D7-9BC8170787EA}"/>
                  </a:ext>
                </a:extLst>
              </p:cNvPr>
              <p:cNvSpPr/>
              <p:nvPr/>
            </p:nvSpPr>
            <p:spPr>
              <a:xfrm>
                <a:off x="5108331" y="1463790"/>
                <a:ext cx="374637" cy="374637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E4FBBD6-5D50-4CF2-9DD3-40C94371A74B}"/>
                  </a:ext>
                </a:extLst>
              </p:cNvPr>
              <p:cNvSpPr/>
              <p:nvPr/>
            </p:nvSpPr>
            <p:spPr>
              <a:xfrm>
                <a:off x="5167785" y="1523588"/>
                <a:ext cx="255882" cy="255676"/>
              </a:xfrm>
              <a:custGeom>
                <a:avLst/>
                <a:gdLst>
                  <a:gd name="connsiteX0" fmla="*/ 127864 w 255882"/>
                  <a:gd name="connsiteY0" fmla="*/ 81461 h 255676"/>
                  <a:gd name="connsiteX1" fmla="*/ 81805 w 255882"/>
                  <a:gd name="connsiteY1" fmla="*/ 127520 h 255676"/>
                  <a:gd name="connsiteX2" fmla="*/ 127864 w 255882"/>
                  <a:gd name="connsiteY2" fmla="*/ 173579 h 255676"/>
                  <a:gd name="connsiteX3" fmla="*/ 173923 w 255882"/>
                  <a:gd name="connsiteY3" fmla="*/ 127520 h 255676"/>
                  <a:gd name="connsiteX4" fmla="*/ 127864 w 255882"/>
                  <a:gd name="connsiteY4" fmla="*/ 81461 h 255676"/>
                  <a:gd name="connsiteX5" fmla="*/ 122296 w 255882"/>
                  <a:gd name="connsiteY5" fmla="*/ 86 h 255676"/>
                  <a:gd name="connsiteX6" fmla="*/ 127383 w 255882"/>
                  <a:gd name="connsiteY6" fmla="*/ 4211 h 255676"/>
                  <a:gd name="connsiteX7" fmla="*/ 132401 w 255882"/>
                  <a:gd name="connsiteY7" fmla="*/ 21809 h 255676"/>
                  <a:gd name="connsiteX8" fmla="*/ 145188 w 255882"/>
                  <a:gd name="connsiteY8" fmla="*/ 29027 h 255676"/>
                  <a:gd name="connsiteX9" fmla="*/ 149312 w 255882"/>
                  <a:gd name="connsiteY9" fmla="*/ 25452 h 255676"/>
                  <a:gd name="connsiteX10" fmla="*/ 158937 w 255882"/>
                  <a:gd name="connsiteY10" fmla="*/ 9160 h 255676"/>
                  <a:gd name="connsiteX11" fmla="*/ 166705 w 255882"/>
                  <a:gd name="connsiteY11" fmla="*/ 5929 h 255676"/>
                  <a:gd name="connsiteX12" fmla="*/ 174404 w 255882"/>
                  <a:gd name="connsiteY12" fmla="*/ 18372 h 255676"/>
                  <a:gd name="connsiteX13" fmla="*/ 172479 w 255882"/>
                  <a:gd name="connsiteY13" fmla="*/ 34046 h 255676"/>
                  <a:gd name="connsiteX14" fmla="*/ 172479 w 255882"/>
                  <a:gd name="connsiteY14" fmla="*/ 35695 h 255676"/>
                  <a:gd name="connsiteX15" fmla="*/ 186434 w 255882"/>
                  <a:gd name="connsiteY15" fmla="*/ 41882 h 255676"/>
                  <a:gd name="connsiteX16" fmla="*/ 201764 w 255882"/>
                  <a:gd name="connsiteY16" fmla="*/ 30402 h 255676"/>
                  <a:gd name="connsiteX17" fmla="*/ 211045 w 255882"/>
                  <a:gd name="connsiteY17" fmla="*/ 30540 h 255676"/>
                  <a:gd name="connsiteX18" fmla="*/ 212488 w 255882"/>
                  <a:gd name="connsiteY18" fmla="*/ 31777 h 255676"/>
                  <a:gd name="connsiteX19" fmla="*/ 214069 w 255882"/>
                  <a:gd name="connsiteY19" fmla="*/ 42364 h 255676"/>
                  <a:gd name="connsiteX20" fmla="*/ 205614 w 255882"/>
                  <a:gd name="connsiteY20" fmla="*/ 57418 h 255676"/>
                  <a:gd name="connsiteX21" fmla="*/ 206783 w 255882"/>
                  <a:gd name="connsiteY21" fmla="*/ 67180 h 255676"/>
                  <a:gd name="connsiteX22" fmla="*/ 215719 w 255882"/>
                  <a:gd name="connsiteY22" fmla="*/ 70755 h 255676"/>
                  <a:gd name="connsiteX23" fmla="*/ 233799 w 255882"/>
                  <a:gd name="connsiteY23" fmla="*/ 66011 h 255676"/>
                  <a:gd name="connsiteX24" fmla="*/ 241498 w 255882"/>
                  <a:gd name="connsiteY24" fmla="*/ 68967 h 255676"/>
                  <a:gd name="connsiteX25" fmla="*/ 243836 w 255882"/>
                  <a:gd name="connsiteY25" fmla="*/ 73573 h 255676"/>
                  <a:gd name="connsiteX26" fmla="*/ 241911 w 255882"/>
                  <a:gd name="connsiteY26" fmla="*/ 80379 h 255676"/>
                  <a:gd name="connsiteX27" fmla="*/ 226443 w 255882"/>
                  <a:gd name="connsiteY27" fmla="*/ 92684 h 255676"/>
                  <a:gd name="connsiteX28" fmla="*/ 223694 w 255882"/>
                  <a:gd name="connsiteY28" fmla="*/ 100177 h 255676"/>
                  <a:gd name="connsiteX29" fmla="*/ 224519 w 255882"/>
                  <a:gd name="connsiteY29" fmla="*/ 103202 h 255676"/>
                  <a:gd name="connsiteX30" fmla="*/ 230843 w 255882"/>
                  <a:gd name="connsiteY30" fmla="*/ 108633 h 255676"/>
                  <a:gd name="connsiteX31" fmla="*/ 249541 w 255882"/>
                  <a:gd name="connsiteY31" fmla="*/ 111176 h 255676"/>
                  <a:gd name="connsiteX32" fmla="*/ 255591 w 255882"/>
                  <a:gd name="connsiteY32" fmla="*/ 117157 h 255676"/>
                  <a:gd name="connsiteX33" fmla="*/ 255797 w 255882"/>
                  <a:gd name="connsiteY33" fmla="*/ 122519 h 255676"/>
                  <a:gd name="connsiteX34" fmla="*/ 251398 w 255882"/>
                  <a:gd name="connsiteY34" fmla="*/ 127675 h 255676"/>
                  <a:gd name="connsiteX35" fmla="*/ 233799 w 255882"/>
                  <a:gd name="connsiteY35" fmla="*/ 132693 h 255676"/>
                  <a:gd name="connsiteX36" fmla="*/ 226650 w 255882"/>
                  <a:gd name="connsiteY36" fmla="*/ 144586 h 255676"/>
                  <a:gd name="connsiteX37" fmla="*/ 230293 w 255882"/>
                  <a:gd name="connsiteY37" fmla="*/ 149398 h 255676"/>
                  <a:gd name="connsiteX38" fmla="*/ 246448 w 255882"/>
                  <a:gd name="connsiteY38" fmla="*/ 158884 h 255676"/>
                  <a:gd name="connsiteX39" fmla="*/ 249954 w 255882"/>
                  <a:gd name="connsiteY39" fmla="*/ 167065 h 255676"/>
                  <a:gd name="connsiteX40" fmla="*/ 249816 w 255882"/>
                  <a:gd name="connsiteY40" fmla="*/ 167890 h 255676"/>
                  <a:gd name="connsiteX41" fmla="*/ 240123 w 255882"/>
                  <a:gd name="connsiteY41" fmla="*/ 174833 h 255676"/>
                  <a:gd name="connsiteX42" fmla="*/ 223212 w 255882"/>
                  <a:gd name="connsiteY42" fmla="*/ 172702 h 255676"/>
                  <a:gd name="connsiteX43" fmla="*/ 214688 w 255882"/>
                  <a:gd name="connsiteY43" fmla="*/ 177102 h 255676"/>
                  <a:gd name="connsiteX44" fmla="*/ 214551 w 255882"/>
                  <a:gd name="connsiteY44" fmla="*/ 187276 h 255676"/>
                  <a:gd name="connsiteX45" fmla="*/ 225481 w 255882"/>
                  <a:gd name="connsiteY45" fmla="*/ 201712 h 255676"/>
                  <a:gd name="connsiteX46" fmla="*/ 225481 w 255882"/>
                  <a:gd name="connsiteY46" fmla="*/ 211130 h 255676"/>
                  <a:gd name="connsiteX47" fmla="*/ 225068 w 255882"/>
                  <a:gd name="connsiteY47" fmla="*/ 211611 h 255676"/>
                  <a:gd name="connsiteX48" fmla="*/ 213245 w 255882"/>
                  <a:gd name="connsiteY48" fmla="*/ 213948 h 255676"/>
                  <a:gd name="connsiteX49" fmla="*/ 198602 w 255882"/>
                  <a:gd name="connsiteY49" fmla="*/ 205699 h 255676"/>
                  <a:gd name="connsiteX50" fmla="*/ 188565 w 255882"/>
                  <a:gd name="connsiteY50" fmla="*/ 207143 h 255676"/>
                  <a:gd name="connsiteX51" fmla="*/ 185334 w 255882"/>
                  <a:gd name="connsiteY51" fmla="*/ 216217 h 255676"/>
                  <a:gd name="connsiteX52" fmla="*/ 190078 w 255882"/>
                  <a:gd name="connsiteY52" fmla="*/ 234503 h 255676"/>
                  <a:gd name="connsiteX53" fmla="*/ 187397 w 255882"/>
                  <a:gd name="connsiteY53" fmla="*/ 241377 h 255676"/>
                  <a:gd name="connsiteX54" fmla="*/ 182585 w 255882"/>
                  <a:gd name="connsiteY54" fmla="*/ 243852 h 255676"/>
                  <a:gd name="connsiteX55" fmla="*/ 175366 w 255882"/>
                  <a:gd name="connsiteY55" fmla="*/ 241859 h 255676"/>
                  <a:gd name="connsiteX56" fmla="*/ 164024 w 255882"/>
                  <a:gd name="connsiteY56" fmla="*/ 227491 h 255676"/>
                  <a:gd name="connsiteX57" fmla="*/ 149381 w 255882"/>
                  <a:gd name="connsiteY57" fmla="*/ 226254 h 255676"/>
                  <a:gd name="connsiteX58" fmla="*/ 147456 w 255882"/>
                  <a:gd name="connsiteY58" fmla="*/ 230103 h 255676"/>
                  <a:gd name="connsiteX59" fmla="*/ 144844 w 255882"/>
                  <a:gd name="connsiteY59" fmla="*/ 249008 h 255676"/>
                  <a:gd name="connsiteX60" fmla="*/ 139895 w 255882"/>
                  <a:gd name="connsiteY60" fmla="*/ 255676 h 255676"/>
                  <a:gd name="connsiteX61" fmla="*/ 131577 w 255882"/>
                  <a:gd name="connsiteY61" fmla="*/ 255676 h 255676"/>
                  <a:gd name="connsiteX62" fmla="*/ 127933 w 255882"/>
                  <a:gd name="connsiteY62" fmla="*/ 250589 h 255676"/>
                  <a:gd name="connsiteX63" fmla="*/ 122777 w 255882"/>
                  <a:gd name="connsiteY63" fmla="*/ 232372 h 255676"/>
                  <a:gd name="connsiteX64" fmla="*/ 116659 w 255882"/>
                  <a:gd name="connsiteY64" fmla="*/ 227010 h 255676"/>
                  <a:gd name="connsiteX65" fmla="*/ 112947 w 255882"/>
                  <a:gd name="connsiteY65" fmla="*/ 226597 h 255676"/>
                  <a:gd name="connsiteX66" fmla="*/ 106622 w 255882"/>
                  <a:gd name="connsiteY66" fmla="*/ 230103 h 255676"/>
                  <a:gd name="connsiteX67" fmla="*/ 105041 w 255882"/>
                  <a:gd name="connsiteY67" fmla="*/ 232784 h 255676"/>
                  <a:gd name="connsiteX68" fmla="*/ 96380 w 255882"/>
                  <a:gd name="connsiteY68" fmla="*/ 247427 h 255676"/>
                  <a:gd name="connsiteX69" fmla="*/ 89849 w 255882"/>
                  <a:gd name="connsiteY69" fmla="*/ 250108 h 255676"/>
                  <a:gd name="connsiteX70" fmla="*/ 84555 w 255882"/>
                  <a:gd name="connsiteY70" fmla="*/ 248320 h 255676"/>
                  <a:gd name="connsiteX71" fmla="*/ 80981 w 255882"/>
                  <a:gd name="connsiteY71" fmla="*/ 241652 h 255676"/>
                  <a:gd name="connsiteX72" fmla="*/ 83249 w 255882"/>
                  <a:gd name="connsiteY72" fmla="*/ 222885 h 255676"/>
                  <a:gd name="connsiteX73" fmla="*/ 78094 w 255882"/>
                  <a:gd name="connsiteY73" fmla="*/ 214155 h 255676"/>
                  <a:gd name="connsiteX74" fmla="*/ 68538 w 255882"/>
                  <a:gd name="connsiteY74" fmla="*/ 214636 h 255676"/>
                  <a:gd name="connsiteX75" fmla="*/ 55133 w 255882"/>
                  <a:gd name="connsiteY75" fmla="*/ 224810 h 255676"/>
                  <a:gd name="connsiteX76" fmla="*/ 43240 w 255882"/>
                  <a:gd name="connsiteY76" fmla="*/ 224123 h 255676"/>
                  <a:gd name="connsiteX77" fmla="*/ 42209 w 255882"/>
                  <a:gd name="connsiteY77" fmla="*/ 223091 h 255676"/>
                  <a:gd name="connsiteX78" fmla="*/ 41178 w 255882"/>
                  <a:gd name="connsiteY78" fmla="*/ 214842 h 255676"/>
                  <a:gd name="connsiteX79" fmla="*/ 50115 w 255882"/>
                  <a:gd name="connsiteY79" fmla="*/ 198893 h 255676"/>
                  <a:gd name="connsiteX80" fmla="*/ 51627 w 255882"/>
                  <a:gd name="connsiteY80" fmla="*/ 194013 h 255676"/>
                  <a:gd name="connsiteX81" fmla="*/ 39597 w 255882"/>
                  <a:gd name="connsiteY81" fmla="*/ 185420 h 255676"/>
                  <a:gd name="connsiteX82" fmla="*/ 21105 w 255882"/>
                  <a:gd name="connsiteY82" fmla="*/ 190232 h 255676"/>
                  <a:gd name="connsiteX83" fmla="*/ 15193 w 255882"/>
                  <a:gd name="connsiteY83" fmla="*/ 188238 h 255676"/>
                  <a:gd name="connsiteX84" fmla="*/ 12237 w 255882"/>
                  <a:gd name="connsiteY84" fmla="*/ 183014 h 255676"/>
                  <a:gd name="connsiteX85" fmla="*/ 14230 w 255882"/>
                  <a:gd name="connsiteY85" fmla="*/ 175314 h 255676"/>
                  <a:gd name="connsiteX86" fmla="*/ 27910 w 255882"/>
                  <a:gd name="connsiteY86" fmla="*/ 164453 h 255676"/>
                  <a:gd name="connsiteX87" fmla="*/ 31554 w 255882"/>
                  <a:gd name="connsiteY87" fmla="*/ 153385 h 255676"/>
                  <a:gd name="connsiteX88" fmla="*/ 24198 w 255882"/>
                  <a:gd name="connsiteY88" fmla="*/ 147198 h 255676"/>
                  <a:gd name="connsiteX89" fmla="*/ 6943 w 255882"/>
                  <a:gd name="connsiteY89" fmla="*/ 144861 h 255676"/>
                  <a:gd name="connsiteX90" fmla="*/ 138 w 255882"/>
                  <a:gd name="connsiteY90" fmla="*/ 140049 h 255676"/>
                  <a:gd name="connsiteX91" fmla="*/ 0 w 255882"/>
                  <a:gd name="connsiteY91" fmla="*/ 131525 h 255676"/>
                  <a:gd name="connsiteX92" fmla="*/ 5019 w 255882"/>
                  <a:gd name="connsiteY92" fmla="*/ 127881 h 255676"/>
                  <a:gd name="connsiteX93" fmla="*/ 22617 w 255882"/>
                  <a:gd name="connsiteY93" fmla="*/ 122931 h 255676"/>
                  <a:gd name="connsiteX94" fmla="*/ 28667 w 255882"/>
                  <a:gd name="connsiteY94" fmla="*/ 116194 h 255676"/>
                  <a:gd name="connsiteX95" fmla="*/ 29010 w 255882"/>
                  <a:gd name="connsiteY95" fmla="*/ 113307 h 255676"/>
                  <a:gd name="connsiteX96" fmla="*/ 25229 w 255882"/>
                  <a:gd name="connsiteY96" fmla="*/ 106295 h 255676"/>
                  <a:gd name="connsiteX97" fmla="*/ 9281 w 255882"/>
                  <a:gd name="connsiteY97" fmla="*/ 96946 h 255676"/>
                  <a:gd name="connsiteX98" fmla="*/ 5843 w 255882"/>
                  <a:gd name="connsiteY98" fmla="*/ 88560 h 255676"/>
                  <a:gd name="connsiteX99" fmla="*/ 6187 w 255882"/>
                  <a:gd name="connsiteY99" fmla="*/ 87391 h 255676"/>
                  <a:gd name="connsiteX100" fmla="*/ 15261 w 255882"/>
                  <a:gd name="connsiteY100" fmla="*/ 81135 h 255676"/>
                  <a:gd name="connsiteX101" fmla="*/ 32173 w 255882"/>
                  <a:gd name="connsiteY101" fmla="*/ 83060 h 255676"/>
                  <a:gd name="connsiteX102" fmla="*/ 40834 w 255882"/>
                  <a:gd name="connsiteY102" fmla="*/ 79073 h 255676"/>
                  <a:gd name="connsiteX103" fmla="*/ 40147 w 255882"/>
                  <a:gd name="connsiteY103" fmla="*/ 67318 h 255676"/>
                  <a:gd name="connsiteX104" fmla="*/ 29629 w 255882"/>
                  <a:gd name="connsiteY104" fmla="*/ 53363 h 255676"/>
                  <a:gd name="connsiteX105" fmla="*/ 29629 w 255882"/>
                  <a:gd name="connsiteY105" fmla="*/ 45595 h 255676"/>
                  <a:gd name="connsiteX106" fmla="*/ 33066 w 255882"/>
                  <a:gd name="connsiteY106" fmla="*/ 41745 h 255676"/>
                  <a:gd name="connsiteX107" fmla="*/ 40422 w 255882"/>
                  <a:gd name="connsiteY107" fmla="*/ 40920 h 255676"/>
                  <a:gd name="connsiteX108" fmla="*/ 56027 w 255882"/>
                  <a:gd name="connsiteY108" fmla="*/ 49719 h 255676"/>
                  <a:gd name="connsiteX109" fmla="*/ 69982 w 255882"/>
                  <a:gd name="connsiteY109" fmla="*/ 45801 h 255676"/>
                  <a:gd name="connsiteX110" fmla="*/ 70325 w 255882"/>
                  <a:gd name="connsiteY110" fmla="*/ 39751 h 255676"/>
                  <a:gd name="connsiteX111" fmla="*/ 65788 w 255882"/>
                  <a:gd name="connsiteY111" fmla="*/ 22221 h 255676"/>
                  <a:gd name="connsiteX112" fmla="*/ 69088 w 255882"/>
                  <a:gd name="connsiteY112" fmla="*/ 14110 h 255676"/>
                  <a:gd name="connsiteX113" fmla="*/ 71632 w 255882"/>
                  <a:gd name="connsiteY113" fmla="*/ 12735 h 255676"/>
                  <a:gd name="connsiteX114" fmla="*/ 81118 w 255882"/>
                  <a:gd name="connsiteY114" fmla="*/ 15072 h 255676"/>
                  <a:gd name="connsiteX115" fmla="*/ 92049 w 255882"/>
                  <a:gd name="connsiteY115" fmla="*/ 28958 h 255676"/>
                  <a:gd name="connsiteX116" fmla="*/ 106966 w 255882"/>
                  <a:gd name="connsiteY116" fmla="*/ 28890 h 255676"/>
                  <a:gd name="connsiteX117" fmla="*/ 108754 w 255882"/>
                  <a:gd name="connsiteY117" fmla="*/ 22565 h 255676"/>
                  <a:gd name="connsiteX118" fmla="*/ 110953 w 255882"/>
                  <a:gd name="connsiteY118" fmla="*/ 6479 h 255676"/>
                  <a:gd name="connsiteX119" fmla="*/ 116934 w 255882"/>
                  <a:gd name="connsiteY119" fmla="*/ 292 h 255676"/>
                  <a:gd name="connsiteX120" fmla="*/ 122296 w 255882"/>
                  <a:gd name="connsiteY120" fmla="*/ 86 h 25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255882" h="255676">
                    <a:moveTo>
                      <a:pt x="127864" y="81461"/>
                    </a:moveTo>
                    <a:cubicBezTo>
                      <a:pt x="102426" y="81461"/>
                      <a:pt x="81805" y="102082"/>
                      <a:pt x="81805" y="127520"/>
                    </a:cubicBezTo>
                    <a:cubicBezTo>
                      <a:pt x="81805" y="152958"/>
                      <a:pt x="102426" y="173579"/>
                      <a:pt x="127864" y="173579"/>
                    </a:cubicBezTo>
                    <a:cubicBezTo>
                      <a:pt x="153302" y="173579"/>
                      <a:pt x="173923" y="152958"/>
                      <a:pt x="173923" y="127520"/>
                    </a:cubicBezTo>
                    <a:cubicBezTo>
                      <a:pt x="173923" y="102082"/>
                      <a:pt x="153302" y="81461"/>
                      <a:pt x="127864" y="81461"/>
                    </a:cubicBezTo>
                    <a:close/>
                    <a:moveTo>
                      <a:pt x="122296" y="86"/>
                    </a:moveTo>
                    <a:cubicBezTo>
                      <a:pt x="124908" y="223"/>
                      <a:pt x="126696" y="1598"/>
                      <a:pt x="127383" y="4211"/>
                    </a:cubicBezTo>
                    <a:cubicBezTo>
                      <a:pt x="129033" y="10054"/>
                      <a:pt x="130752" y="15966"/>
                      <a:pt x="132401" y="21809"/>
                    </a:cubicBezTo>
                    <a:cubicBezTo>
                      <a:pt x="134120" y="27790"/>
                      <a:pt x="139070" y="30608"/>
                      <a:pt x="145188" y="29027"/>
                    </a:cubicBezTo>
                    <a:cubicBezTo>
                      <a:pt x="147181" y="28546"/>
                      <a:pt x="148350" y="27102"/>
                      <a:pt x="149312" y="25452"/>
                    </a:cubicBezTo>
                    <a:cubicBezTo>
                      <a:pt x="152475" y="20022"/>
                      <a:pt x="155706" y="14591"/>
                      <a:pt x="158937" y="9160"/>
                    </a:cubicBezTo>
                    <a:cubicBezTo>
                      <a:pt x="160999" y="5654"/>
                      <a:pt x="162786" y="4898"/>
                      <a:pt x="166705" y="5929"/>
                    </a:cubicBezTo>
                    <a:cubicBezTo>
                      <a:pt x="174542" y="7923"/>
                      <a:pt x="175573" y="9641"/>
                      <a:pt x="174404" y="18372"/>
                    </a:cubicBezTo>
                    <a:cubicBezTo>
                      <a:pt x="173717" y="23596"/>
                      <a:pt x="173098" y="28821"/>
                      <a:pt x="172479" y="34046"/>
                    </a:cubicBezTo>
                    <a:cubicBezTo>
                      <a:pt x="172410" y="34595"/>
                      <a:pt x="172410" y="35145"/>
                      <a:pt x="172479" y="35695"/>
                    </a:cubicBezTo>
                    <a:cubicBezTo>
                      <a:pt x="173373" y="41264"/>
                      <a:pt x="181828" y="45113"/>
                      <a:pt x="186434" y="41882"/>
                    </a:cubicBezTo>
                    <a:cubicBezTo>
                      <a:pt x="191659" y="38170"/>
                      <a:pt x="196677" y="34252"/>
                      <a:pt x="201764" y="30402"/>
                    </a:cubicBezTo>
                    <a:cubicBezTo>
                      <a:pt x="205476" y="27584"/>
                      <a:pt x="207333" y="27652"/>
                      <a:pt x="211045" y="30540"/>
                    </a:cubicBezTo>
                    <a:cubicBezTo>
                      <a:pt x="211526" y="30952"/>
                      <a:pt x="212007" y="31296"/>
                      <a:pt x="212488" y="31777"/>
                    </a:cubicBezTo>
                    <a:cubicBezTo>
                      <a:pt x="216819" y="35902"/>
                      <a:pt x="217025" y="37139"/>
                      <a:pt x="214069" y="42364"/>
                    </a:cubicBezTo>
                    <a:cubicBezTo>
                      <a:pt x="211251" y="47382"/>
                      <a:pt x="208570" y="52469"/>
                      <a:pt x="205614" y="57418"/>
                    </a:cubicBezTo>
                    <a:cubicBezTo>
                      <a:pt x="203483" y="61062"/>
                      <a:pt x="204445" y="64087"/>
                      <a:pt x="206783" y="67180"/>
                    </a:cubicBezTo>
                    <a:cubicBezTo>
                      <a:pt x="209120" y="70274"/>
                      <a:pt x="211801" y="71786"/>
                      <a:pt x="215719" y="70755"/>
                    </a:cubicBezTo>
                    <a:cubicBezTo>
                      <a:pt x="221769" y="69174"/>
                      <a:pt x="227818" y="67661"/>
                      <a:pt x="233799" y="66011"/>
                    </a:cubicBezTo>
                    <a:cubicBezTo>
                      <a:pt x="237649" y="64980"/>
                      <a:pt x="239367" y="65599"/>
                      <a:pt x="241498" y="68967"/>
                    </a:cubicBezTo>
                    <a:cubicBezTo>
                      <a:pt x="242461" y="70411"/>
                      <a:pt x="243286" y="71923"/>
                      <a:pt x="243836" y="73573"/>
                    </a:cubicBezTo>
                    <a:cubicBezTo>
                      <a:pt x="244867" y="76529"/>
                      <a:pt x="244385" y="78385"/>
                      <a:pt x="241911" y="80379"/>
                    </a:cubicBezTo>
                    <a:cubicBezTo>
                      <a:pt x="236755" y="84504"/>
                      <a:pt x="231668" y="88628"/>
                      <a:pt x="226443" y="92684"/>
                    </a:cubicBezTo>
                    <a:cubicBezTo>
                      <a:pt x="223831" y="94678"/>
                      <a:pt x="223144" y="97152"/>
                      <a:pt x="223694" y="100177"/>
                    </a:cubicBezTo>
                    <a:cubicBezTo>
                      <a:pt x="223900" y="101208"/>
                      <a:pt x="224244" y="102171"/>
                      <a:pt x="224519" y="103202"/>
                    </a:cubicBezTo>
                    <a:cubicBezTo>
                      <a:pt x="225412" y="106433"/>
                      <a:pt x="227543" y="108220"/>
                      <a:pt x="230843" y="108633"/>
                    </a:cubicBezTo>
                    <a:cubicBezTo>
                      <a:pt x="237099" y="109458"/>
                      <a:pt x="243354" y="110351"/>
                      <a:pt x="249541" y="111176"/>
                    </a:cubicBezTo>
                    <a:cubicBezTo>
                      <a:pt x="253254" y="111657"/>
                      <a:pt x="255178" y="113445"/>
                      <a:pt x="255591" y="117157"/>
                    </a:cubicBezTo>
                    <a:cubicBezTo>
                      <a:pt x="255797" y="118944"/>
                      <a:pt x="256003" y="120732"/>
                      <a:pt x="255797" y="122519"/>
                    </a:cubicBezTo>
                    <a:cubicBezTo>
                      <a:pt x="255453" y="125337"/>
                      <a:pt x="254010" y="126919"/>
                      <a:pt x="251398" y="127675"/>
                    </a:cubicBezTo>
                    <a:cubicBezTo>
                      <a:pt x="245554" y="129325"/>
                      <a:pt x="239642" y="130974"/>
                      <a:pt x="233799" y="132693"/>
                    </a:cubicBezTo>
                    <a:cubicBezTo>
                      <a:pt x="228093" y="134343"/>
                      <a:pt x="225481" y="138674"/>
                      <a:pt x="226650" y="144586"/>
                    </a:cubicBezTo>
                    <a:cubicBezTo>
                      <a:pt x="227062" y="146854"/>
                      <a:pt x="228368" y="148298"/>
                      <a:pt x="230293" y="149398"/>
                    </a:cubicBezTo>
                    <a:cubicBezTo>
                      <a:pt x="235655" y="152560"/>
                      <a:pt x="241017" y="155722"/>
                      <a:pt x="246448" y="158884"/>
                    </a:cubicBezTo>
                    <a:cubicBezTo>
                      <a:pt x="250435" y="161222"/>
                      <a:pt x="251054" y="162597"/>
                      <a:pt x="249954" y="167065"/>
                    </a:cubicBezTo>
                    <a:cubicBezTo>
                      <a:pt x="249885" y="167340"/>
                      <a:pt x="249885" y="167615"/>
                      <a:pt x="249816" y="167890"/>
                    </a:cubicBezTo>
                    <a:cubicBezTo>
                      <a:pt x="248166" y="173321"/>
                      <a:pt x="246310" y="176002"/>
                      <a:pt x="240123" y="174833"/>
                    </a:cubicBezTo>
                    <a:cubicBezTo>
                      <a:pt x="234555" y="173733"/>
                      <a:pt x="228849" y="173527"/>
                      <a:pt x="223212" y="172702"/>
                    </a:cubicBezTo>
                    <a:cubicBezTo>
                      <a:pt x="219225" y="172152"/>
                      <a:pt x="216613" y="173733"/>
                      <a:pt x="214688" y="177102"/>
                    </a:cubicBezTo>
                    <a:cubicBezTo>
                      <a:pt x="212695" y="180539"/>
                      <a:pt x="211801" y="183770"/>
                      <a:pt x="214551" y="187276"/>
                    </a:cubicBezTo>
                    <a:cubicBezTo>
                      <a:pt x="218263" y="192019"/>
                      <a:pt x="221838" y="196900"/>
                      <a:pt x="225481" y="201712"/>
                    </a:cubicBezTo>
                    <a:cubicBezTo>
                      <a:pt x="228506" y="205630"/>
                      <a:pt x="228506" y="207212"/>
                      <a:pt x="225481" y="211130"/>
                    </a:cubicBezTo>
                    <a:cubicBezTo>
                      <a:pt x="225343" y="211267"/>
                      <a:pt x="225206" y="211474"/>
                      <a:pt x="225068" y="211611"/>
                    </a:cubicBezTo>
                    <a:cubicBezTo>
                      <a:pt x="221081" y="215873"/>
                      <a:pt x="219500" y="217729"/>
                      <a:pt x="213245" y="213948"/>
                    </a:cubicBezTo>
                    <a:cubicBezTo>
                      <a:pt x="208432" y="211061"/>
                      <a:pt x="203345" y="208586"/>
                      <a:pt x="198602" y="205699"/>
                    </a:cubicBezTo>
                    <a:cubicBezTo>
                      <a:pt x="194684" y="203362"/>
                      <a:pt x="191659" y="204737"/>
                      <a:pt x="188565" y="207143"/>
                    </a:cubicBezTo>
                    <a:cubicBezTo>
                      <a:pt x="185472" y="209480"/>
                      <a:pt x="184234" y="212299"/>
                      <a:pt x="185334" y="216217"/>
                    </a:cubicBezTo>
                    <a:cubicBezTo>
                      <a:pt x="187053" y="222267"/>
                      <a:pt x="188565" y="228385"/>
                      <a:pt x="190078" y="234503"/>
                    </a:cubicBezTo>
                    <a:cubicBezTo>
                      <a:pt x="190903" y="237803"/>
                      <a:pt x="190215" y="239590"/>
                      <a:pt x="187397" y="241377"/>
                    </a:cubicBezTo>
                    <a:cubicBezTo>
                      <a:pt x="185884" y="242340"/>
                      <a:pt x="184303" y="243233"/>
                      <a:pt x="182585" y="243852"/>
                    </a:cubicBezTo>
                    <a:cubicBezTo>
                      <a:pt x="179560" y="244952"/>
                      <a:pt x="177360" y="244402"/>
                      <a:pt x="175366" y="241859"/>
                    </a:cubicBezTo>
                    <a:cubicBezTo>
                      <a:pt x="171585" y="237115"/>
                      <a:pt x="167805" y="232303"/>
                      <a:pt x="164024" y="227491"/>
                    </a:cubicBezTo>
                    <a:cubicBezTo>
                      <a:pt x="160380" y="222954"/>
                      <a:pt x="153781" y="222335"/>
                      <a:pt x="149381" y="226254"/>
                    </a:cubicBezTo>
                    <a:cubicBezTo>
                      <a:pt x="148213" y="227285"/>
                      <a:pt x="147663" y="228591"/>
                      <a:pt x="147456" y="230103"/>
                    </a:cubicBezTo>
                    <a:cubicBezTo>
                      <a:pt x="146563" y="236428"/>
                      <a:pt x="145532" y="242683"/>
                      <a:pt x="144844" y="249008"/>
                    </a:cubicBezTo>
                    <a:cubicBezTo>
                      <a:pt x="144432" y="252308"/>
                      <a:pt x="143126" y="254645"/>
                      <a:pt x="139895" y="255676"/>
                    </a:cubicBezTo>
                    <a:cubicBezTo>
                      <a:pt x="137145" y="255676"/>
                      <a:pt x="134326" y="255676"/>
                      <a:pt x="131577" y="255676"/>
                    </a:cubicBezTo>
                    <a:cubicBezTo>
                      <a:pt x="129652" y="254507"/>
                      <a:pt x="128552" y="252789"/>
                      <a:pt x="127933" y="250589"/>
                    </a:cubicBezTo>
                    <a:cubicBezTo>
                      <a:pt x="126283" y="244540"/>
                      <a:pt x="124427" y="238490"/>
                      <a:pt x="122777" y="232372"/>
                    </a:cubicBezTo>
                    <a:cubicBezTo>
                      <a:pt x="121884" y="229141"/>
                      <a:pt x="119890" y="227422"/>
                      <a:pt x="116659" y="227010"/>
                    </a:cubicBezTo>
                    <a:cubicBezTo>
                      <a:pt x="115422" y="226872"/>
                      <a:pt x="114184" y="226666"/>
                      <a:pt x="112947" y="226597"/>
                    </a:cubicBezTo>
                    <a:cubicBezTo>
                      <a:pt x="110060" y="226391"/>
                      <a:pt x="108066" y="227697"/>
                      <a:pt x="106622" y="230103"/>
                    </a:cubicBezTo>
                    <a:cubicBezTo>
                      <a:pt x="106072" y="230997"/>
                      <a:pt x="105591" y="231891"/>
                      <a:pt x="105041" y="232784"/>
                    </a:cubicBezTo>
                    <a:cubicBezTo>
                      <a:pt x="102154" y="237665"/>
                      <a:pt x="99335" y="242615"/>
                      <a:pt x="96380" y="247427"/>
                    </a:cubicBezTo>
                    <a:cubicBezTo>
                      <a:pt x="94798" y="250108"/>
                      <a:pt x="92873" y="250795"/>
                      <a:pt x="89849" y="250108"/>
                    </a:cubicBezTo>
                    <a:cubicBezTo>
                      <a:pt x="87993" y="249695"/>
                      <a:pt x="86274" y="249077"/>
                      <a:pt x="84555" y="248320"/>
                    </a:cubicBezTo>
                    <a:cubicBezTo>
                      <a:pt x="81531" y="246877"/>
                      <a:pt x="80568" y="245021"/>
                      <a:pt x="80981" y="241652"/>
                    </a:cubicBezTo>
                    <a:cubicBezTo>
                      <a:pt x="81737" y="235397"/>
                      <a:pt x="82356" y="229141"/>
                      <a:pt x="83249" y="222885"/>
                    </a:cubicBezTo>
                    <a:cubicBezTo>
                      <a:pt x="83868" y="218486"/>
                      <a:pt x="81531" y="216080"/>
                      <a:pt x="78094" y="214155"/>
                    </a:cubicBezTo>
                    <a:cubicBezTo>
                      <a:pt x="74725" y="212299"/>
                      <a:pt x="71700" y="212024"/>
                      <a:pt x="68538" y="214636"/>
                    </a:cubicBezTo>
                    <a:cubicBezTo>
                      <a:pt x="64139" y="218142"/>
                      <a:pt x="59533" y="221373"/>
                      <a:pt x="55133" y="224810"/>
                    </a:cubicBezTo>
                    <a:cubicBezTo>
                      <a:pt x="50665" y="228316"/>
                      <a:pt x="48740" y="229072"/>
                      <a:pt x="43240" y="224123"/>
                    </a:cubicBezTo>
                    <a:cubicBezTo>
                      <a:pt x="42897" y="223779"/>
                      <a:pt x="42553" y="223435"/>
                      <a:pt x="42209" y="223091"/>
                    </a:cubicBezTo>
                    <a:cubicBezTo>
                      <a:pt x="39528" y="220342"/>
                      <a:pt x="39253" y="218211"/>
                      <a:pt x="41178" y="214842"/>
                    </a:cubicBezTo>
                    <a:cubicBezTo>
                      <a:pt x="44134" y="209549"/>
                      <a:pt x="47159" y="204187"/>
                      <a:pt x="50115" y="198893"/>
                    </a:cubicBezTo>
                    <a:cubicBezTo>
                      <a:pt x="50940" y="197381"/>
                      <a:pt x="51833" y="195869"/>
                      <a:pt x="51627" y="194013"/>
                    </a:cubicBezTo>
                    <a:cubicBezTo>
                      <a:pt x="51146" y="188444"/>
                      <a:pt x="44959" y="184045"/>
                      <a:pt x="39597" y="185420"/>
                    </a:cubicBezTo>
                    <a:cubicBezTo>
                      <a:pt x="33410" y="187001"/>
                      <a:pt x="27223" y="188582"/>
                      <a:pt x="21105" y="190232"/>
                    </a:cubicBezTo>
                    <a:cubicBezTo>
                      <a:pt x="18630" y="190919"/>
                      <a:pt x="16774" y="190163"/>
                      <a:pt x="15193" y="188238"/>
                    </a:cubicBezTo>
                    <a:cubicBezTo>
                      <a:pt x="13887" y="186657"/>
                      <a:pt x="13062" y="184870"/>
                      <a:pt x="12237" y="183014"/>
                    </a:cubicBezTo>
                    <a:cubicBezTo>
                      <a:pt x="10862" y="179783"/>
                      <a:pt x="11481" y="177445"/>
                      <a:pt x="14230" y="175314"/>
                    </a:cubicBezTo>
                    <a:cubicBezTo>
                      <a:pt x="18767" y="171671"/>
                      <a:pt x="23373" y="168096"/>
                      <a:pt x="27910" y="164453"/>
                    </a:cubicBezTo>
                    <a:cubicBezTo>
                      <a:pt x="32722" y="160741"/>
                      <a:pt x="33135" y="159159"/>
                      <a:pt x="31554" y="153385"/>
                    </a:cubicBezTo>
                    <a:cubicBezTo>
                      <a:pt x="30454" y="149604"/>
                      <a:pt x="28185" y="147611"/>
                      <a:pt x="24198" y="147198"/>
                    </a:cubicBezTo>
                    <a:cubicBezTo>
                      <a:pt x="18424" y="146579"/>
                      <a:pt x="12718" y="145479"/>
                      <a:pt x="6943" y="144861"/>
                    </a:cubicBezTo>
                    <a:cubicBezTo>
                      <a:pt x="3644" y="144517"/>
                      <a:pt x="1306" y="143211"/>
                      <a:pt x="138" y="140049"/>
                    </a:cubicBezTo>
                    <a:cubicBezTo>
                      <a:pt x="0" y="137093"/>
                      <a:pt x="0" y="134343"/>
                      <a:pt x="0" y="131525"/>
                    </a:cubicBezTo>
                    <a:cubicBezTo>
                      <a:pt x="1100" y="129462"/>
                      <a:pt x="2819" y="128431"/>
                      <a:pt x="5019" y="127881"/>
                    </a:cubicBezTo>
                    <a:cubicBezTo>
                      <a:pt x="10931" y="126300"/>
                      <a:pt x="16705" y="124513"/>
                      <a:pt x="22617" y="122931"/>
                    </a:cubicBezTo>
                    <a:cubicBezTo>
                      <a:pt x="26192" y="121969"/>
                      <a:pt x="28323" y="119975"/>
                      <a:pt x="28667" y="116194"/>
                    </a:cubicBezTo>
                    <a:cubicBezTo>
                      <a:pt x="28735" y="115232"/>
                      <a:pt x="28873" y="114270"/>
                      <a:pt x="29010" y="113307"/>
                    </a:cubicBezTo>
                    <a:cubicBezTo>
                      <a:pt x="29354" y="110076"/>
                      <a:pt x="27910" y="107876"/>
                      <a:pt x="25229" y="106295"/>
                    </a:cubicBezTo>
                    <a:cubicBezTo>
                      <a:pt x="19867" y="103202"/>
                      <a:pt x="14574" y="100040"/>
                      <a:pt x="9281" y="96946"/>
                    </a:cubicBezTo>
                    <a:cubicBezTo>
                      <a:pt x="5362" y="94678"/>
                      <a:pt x="4675" y="92959"/>
                      <a:pt x="5843" y="88560"/>
                    </a:cubicBezTo>
                    <a:cubicBezTo>
                      <a:pt x="5981" y="88147"/>
                      <a:pt x="6050" y="87735"/>
                      <a:pt x="6187" y="87391"/>
                    </a:cubicBezTo>
                    <a:cubicBezTo>
                      <a:pt x="7906" y="81685"/>
                      <a:pt x="9418" y="80585"/>
                      <a:pt x="15261" y="81135"/>
                    </a:cubicBezTo>
                    <a:cubicBezTo>
                      <a:pt x="20898" y="81685"/>
                      <a:pt x="26535" y="82304"/>
                      <a:pt x="32173" y="83060"/>
                    </a:cubicBezTo>
                    <a:cubicBezTo>
                      <a:pt x="36641" y="83610"/>
                      <a:pt x="38566" y="82854"/>
                      <a:pt x="40834" y="79073"/>
                    </a:cubicBezTo>
                    <a:cubicBezTo>
                      <a:pt x="44065" y="73848"/>
                      <a:pt x="43928" y="72198"/>
                      <a:pt x="40147" y="67318"/>
                    </a:cubicBezTo>
                    <a:cubicBezTo>
                      <a:pt x="36572" y="62712"/>
                      <a:pt x="33066" y="58037"/>
                      <a:pt x="29629" y="53363"/>
                    </a:cubicBezTo>
                    <a:cubicBezTo>
                      <a:pt x="27567" y="50613"/>
                      <a:pt x="27567" y="48344"/>
                      <a:pt x="29629" y="45595"/>
                    </a:cubicBezTo>
                    <a:cubicBezTo>
                      <a:pt x="30660" y="44220"/>
                      <a:pt x="31760" y="42845"/>
                      <a:pt x="33066" y="41745"/>
                    </a:cubicBezTo>
                    <a:cubicBezTo>
                      <a:pt x="35678" y="39545"/>
                      <a:pt x="37466" y="39270"/>
                      <a:pt x="40422" y="40920"/>
                    </a:cubicBezTo>
                    <a:cubicBezTo>
                      <a:pt x="45646" y="43807"/>
                      <a:pt x="51008" y="46488"/>
                      <a:pt x="56027" y="49719"/>
                    </a:cubicBezTo>
                    <a:cubicBezTo>
                      <a:pt x="61801" y="53431"/>
                      <a:pt x="65788" y="50957"/>
                      <a:pt x="69982" y="45801"/>
                    </a:cubicBezTo>
                    <a:cubicBezTo>
                      <a:pt x="71357" y="44082"/>
                      <a:pt x="70875" y="41814"/>
                      <a:pt x="70325" y="39751"/>
                    </a:cubicBezTo>
                    <a:cubicBezTo>
                      <a:pt x="68813" y="33908"/>
                      <a:pt x="67301" y="28065"/>
                      <a:pt x="65788" y="22221"/>
                    </a:cubicBezTo>
                    <a:cubicBezTo>
                      <a:pt x="64688" y="18028"/>
                      <a:pt x="65376" y="16309"/>
                      <a:pt x="69088" y="14110"/>
                    </a:cubicBezTo>
                    <a:cubicBezTo>
                      <a:pt x="69913" y="13628"/>
                      <a:pt x="70738" y="13147"/>
                      <a:pt x="71632" y="12735"/>
                    </a:cubicBezTo>
                    <a:cubicBezTo>
                      <a:pt x="76100" y="10672"/>
                      <a:pt x="78094" y="11154"/>
                      <a:pt x="81118" y="15072"/>
                    </a:cubicBezTo>
                    <a:cubicBezTo>
                      <a:pt x="84762" y="19678"/>
                      <a:pt x="88405" y="24353"/>
                      <a:pt x="92049" y="28958"/>
                    </a:cubicBezTo>
                    <a:cubicBezTo>
                      <a:pt x="95486" y="33221"/>
                      <a:pt x="103529" y="33221"/>
                      <a:pt x="106966" y="28890"/>
                    </a:cubicBezTo>
                    <a:cubicBezTo>
                      <a:pt x="108410" y="27034"/>
                      <a:pt x="108410" y="24696"/>
                      <a:pt x="108754" y="22565"/>
                    </a:cubicBezTo>
                    <a:cubicBezTo>
                      <a:pt x="109578" y="17203"/>
                      <a:pt x="110266" y="11841"/>
                      <a:pt x="110953" y="6479"/>
                    </a:cubicBezTo>
                    <a:cubicBezTo>
                      <a:pt x="111503" y="2217"/>
                      <a:pt x="112672" y="1048"/>
                      <a:pt x="116934" y="292"/>
                    </a:cubicBezTo>
                    <a:cubicBezTo>
                      <a:pt x="118721" y="-52"/>
                      <a:pt x="120509" y="-52"/>
                      <a:pt x="122296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47F0C09-935A-4A9F-9D9B-75F670BC2EFB}"/>
              </a:ext>
            </a:extLst>
          </p:cNvPr>
          <p:cNvSpPr txBox="1"/>
          <p:nvPr/>
        </p:nvSpPr>
        <p:spPr>
          <a:xfrm>
            <a:off x="-70414" y="2846434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KHO VẬN</a:t>
            </a:r>
            <a:endParaRPr lang="ko-KR" altLang="en-US" sz="5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+mj-lt"/>
              <a:cs typeface="Arial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43A88D-85DD-43A3-8732-47D97401EECE}"/>
              </a:ext>
            </a:extLst>
          </p:cNvPr>
          <p:cNvGrpSpPr/>
          <p:nvPr/>
        </p:nvGrpSpPr>
        <p:grpSpPr>
          <a:xfrm>
            <a:off x="2904492" y="1491640"/>
            <a:ext cx="719484" cy="1265041"/>
            <a:chOff x="2904492" y="1491640"/>
            <a:chExt cx="719484" cy="1265041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02E8560-FD37-4513-B6D2-1C6C77AAFC4D}"/>
                </a:ext>
              </a:extLst>
            </p:cNvPr>
            <p:cNvGrpSpPr/>
            <p:nvPr/>
          </p:nvGrpSpPr>
          <p:grpSpPr>
            <a:xfrm rot="3348710">
              <a:off x="2921335" y="2054040"/>
              <a:ext cx="827730" cy="577552"/>
              <a:chOff x="5405974" y="1533288"/>
              <a:chExt cx="608646" cy="424685"/>
            </a:xfrm>
          </p:grpSpPr>
          <p:sp>
            <p:nvSpPr>
              <p:cNvPr id="90" name="Trapezoid 89">
                <a:extLst>
                  <a:ext uri="{FF2B5EF4-FFF2-40B4-BE49-F238E27FC236}">
                    <a16:creationId xmlns:a16="http://schemas.microsoft.com/office/drawing/2014/main" id="{66F17736-523B-4733-8F89-65A939EC03E5}"/>
                  </a:ext>
                </a:extLst>
              </p:cNvPr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Trapezoid 93">
                <a:extLst>
                  <a:ext uri="{FF2B5EF4-FFF2-40B4-BE49-F238E27FC236}">
                    <a16:creationId xmlns:a16="http://schemas.microsoft.com/office/drawing/2014/main" id="{9718FD80-7C49-4094-8FBD-D3601FF8C90E}"/>
                  </a:ext>
                </a:extLst>
              </p:cNvPr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rapezoid 88">
                <a:extLst>
                  <a:ext uri="{FF2B5EF4-FFF2-40B4-BE49-F238E27FC236}">
                    <a16:creationId xmlns:a16="http://schemas.microsoft.com/office/drawing/2014/main" id="{EF77CC75-10ED-4334-8C55-E2BFF7F39355}"/>
                  </a:ext>
                </a:extLst>
              </p:cNvPr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rapezoid 92">
                <a:extLst>
                  <a:ext uri="{FF2B5EF4-FFF2-40B4-BE49-F238E27FC236}">
                    <a16:creationId xmlns:a16="http://schemas.microsoft.com/office/drawing/2014/main" id="{B7AD5D59-46AE-4863-AE03-B88E6E7A5510}"/>
                  </a:ext>
                </a:extLst>
              </p:cNvPr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rapezoid 91">
                <a:extLst>
                  <a:ext uri="{FF2B5EF4-FFF2-40B4-BE49-F238E27FC236}">
                    <a16:creationId xmlns:a16="http://schemas.microsoft.com/office/drawing/2014/main" id="{15E0BCD7-EF9F-4A1E-BE33-C96CD4ACA15D}"/>
                  </a:ext>
                </a:extLst>
              </p:cNvPr>
              <p:cNvSpPr/>
              <p:nvPr/>
            </p:nvSpPr>
            <p:spPr>
              <a:xfrm rot="8867088" flipH="1">
                <a:off x="5921123" y="1778027"/>
                <a:ext cx="93497" cy="179946"/>
              </a:xfrm>
              <a:prstGeom prst="trapezoid">
                <a:avLst>
                  <a:gd name="adj" fmla="val 12383"/>
                </a:avLst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2A82C3C5-6304-401A-82B3-EDC0E26976CF}"/>
                </a:ext>
              </a:extLst>
            </p:cNvPr>
            <p:cNvGrpSpPr/>
            <p:nvPr/>
          </p:nvGrpSpPr>
          <p:grpSpPr>
            <a:xfrm rot="3536101">
              <a:off x="2904493" y="1491639"/>
              <a:ext cx="509488" cy="509489"/>
              <a:chOff x="5108331" y="1463790"/>
              <a:chExt cx="374637" cy="374637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56792953-F4B9-43CC-8511-49184ED79294}"/>
                  </a:ext>
                </a:extLst>
              </p:cNvPr>
              <p:cNvSpPr/>
              <p:nvPr/>
            </p:nvSpPr>
            <p:spPr>
              <a:xfrm>
                <a:off x="5108331" y="1463790"/>
                <a:ext cx="374637" cy="374637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E9EAEF9-FEFC-4538-A8A8-6863A8156719}"/>
                  </a:ext>
                </a:extLst>
              </p:cNvPr>
              <p:cNvSpPr/>
              <p:nvPr/>
            </p:nvSpPr>
            <p:spPr>
              <a:xfrm>
                <a:off x="5167785" y="1523588"/>
                <a:ext cx="255882" cy="255676"/>
              </a:xfrm>
              <a:custGeom>
                <a:avLst/>
                <a:gdLst>
                  <a:gd name="connsiteX0" fmla="*/ 127864 w 255882"/>
                  <a:gd name="connsiteY0" fmla="*/ 81461 h 255676"/>
                  <a:gd name="connsiteX1" fmla="*/ 81805 w 255882"/>
                  <a:gd name="connsiteY1" fmla="*/ 127520 h 255676"/>
                  <a:gd name="connsiteX2" fmla="*/ 127864 w 255882"/>
                  <a:gd name="connsiteY2" fmla="*/ 173579 h 255676"/>
                  <a:gd name="connsiteX3" fmla="*/ 173923 w 255882"/>
                  <a:gd name="connsiteY3" fmla="*/ 127520 h 255676"/>
                  <a:gd name="connsiteX4" fmla="*/ 127864 w 255882"/>
                  <a:gd name="connsiteY4" fmla="*/ 81461 h 255676"/>
                  <a:gd name="connsiteX5" fmla="*/ 122296 w 255882"/>
                  <a:gd name="connsiteY5" fmla="*/ 86 h 255676"/>
                  <a:gd name="connsiteX6" fmla="*/ 127383 w 255882"/>
                  <a:gd name="connsiteY6" fmla="*/ 4211 h 255676"/>
                  <a:gd name="connsiteX7" fmla="*/ 132401 w 255882"/>
                  <a:gd name="connsiteY7" fmla="*/ 21809 h 255676"/>
                  <a:gd name="connsiteX8" fmla="*/ 145188 w 255882"/>
                  <a:gd name="connsiteY8" fmla="*/ 29027 h 255676"/>
                  <a:gd name="connsiteX9" fmla="*/ 149312 w 255882"/>
                  <a:gd name="connsiteY9" fmla="*/ 25452 h 255676"/>
                  <a:gd name="connsiteX10" fmla="*/ 158937 w 255882"/>
                  <a:gd name="connsiteY10" fmla="*/ 9160 h 255676"/>
                  <a:gd name="connsiteX11" fmla="*/ 166705 w 255882"/>
                  <a:gd name="connsiteY11" fmla="*/ 5929 h 255676"/>
                  <a:gd name="connsiteX12" fmla="*/ 174404 w 255882"/>
                  <a:gd name="connsiteY12" fmla="*/ 18372 h 255676"/>
                  <a:gd name="connsiteX13" fmla="*/ 172479 w 255882"/>
                  <a:gd name="connsiteY13" fmla="*/ 34046 h 255676"/>
                  <a:gd name="connsiteX14" fmla="*/ 172479 w 255882"/>
                  <a:gd name="connsiteY14" fmla="*/ 35695 h 255676"/>
                  <a:gd name="connsiteX15" fmla="*/ 186434 w 255882"/>
                  <a:gd name="connsiteY15" fmla="*/ 41882 h 255676"/>
                  <a:gd name="connsiteX16" fmla="*/ 201764 w 255882"/>
                  <a:gd name="connsiteY16" fmla="*/ 30402 h 255676"/>
                  <a:gd name="connsiteX17" fmla="*/ 211045 w 255882"/>
                  <a:gd name="connsiteY17" fmla="*/ 30540 h 255676"/>
                  <a:gd name="connsiteX18" fmla="*/ 212488 w 255882"/>
                  <a:gd name="connsiteY18" fmla="*/ 31777 h 255676"/>
                  <a:gd name="connsiteX19" fmla="*/ 214069 w 255882"/>
                  <a:gd name="connsiteY19" fmla="*/ 42364 h 255676"/>
                  <a:gd name="connsiteX20" fmla="*/ 205614 w 255882"/>
                  <a:gd name="connsiteY20" fmla="*/ 57418 h 255676"/>
                  <a:gd name="connsiteX21" fmla="*/ 206783 w 255882"/>
                  <a:gd name="connsiteY21" fmla="*/ 67180 h 255676"/>
                  <a:gd name="connsiteX22" fmla="*/ 215719 w 255882"/>
                  <a:gd name="connsiteY22" fmla="*/ 70755 h 255676"/>
                  <a:gd name="connsiteX23" fmla="*/ 233799 w 255882"/>
                  <a:gd name="connsiteY23" fmla="*/ 66011 h 255676"/>
                  <a:gd name="connsiteX24" fmla="*/ 241498 w 255882"/>
                  <a:gd name="connsiteY24" fmla="*/ 68967 h 255676"/>
                  <a:gd name="connsiteX25" fmla="*/ 243836 w 255882"/>
                  <a:gd name="connsiteY25" fmla="*/ 73573 h 255676"/>
                  <a:gd name="connsiteX26" fmla="*/ 241911 w 255882"/>
                  <a:gd name="connsiteY26" fmla="*/ 80379 h 255676"/>
                  <a:gd name="connsiteX27" fmla="*/ 226443 w 255882"/>
                  <a:gd name="connsiteY27" fmla="*/ 92684 h 255676"/>
                  <a:gd name="connsiteX28" fmla="*/ 223694 w 255882"/>
                  <a:gd name="connsiteY28" fmla="*/ 100177 h 255676"/>
                  <a:gd name="connsiteX29" fmla="*/ 224519 w 255882"/>
                  <a:gd name="connsiteY29" fmla="*/ 103202 h 255676"/>
                  <a:gd name="connsiteX30" fmla="*/ 230843 w 255882"/>
                  <a:gd name="connsiteY30" fmla="*/ 108633 h 255676"/>
                  <a:gd name="connsiteX31" fmla="*/ 249541 w 255882"/>
                  <a:gd name="connsiteY31" fmla="*/ 111176 h 255676"/>
                  <a:gd name="connsiteX32" fmla="*/ 255591 w 255882"/>
                  <a:gd name="connsiteY32" fmla="*/ 117157 h 255676"/>
                  <a:gd name="connsiteX33" fmla="*/ 255797 w 255882"/>
                  <a:gd name="connsiteY33" fmla="*/ 122519 h 255676"/>
                  <a:gd name="connsiteX34" fmla="*/ 251398 w 255882"/>
                  <a:gd name="connsiteY34" fmla="*/ 127675 h 255676"/>
                  <a:gd name="connsiteX35" fmla="*/ 233799 w 255882"/>
                  <a:gd name="connsiteY35" fmla="*/ 132693 h 255676"/>
                  <a:gd name="connsiteX36" fmla="*/ 226650 w 255882"/>
                  <a:gd name="connsiteY36" fmla="*/ 144586 h 255676"/>
                  <a:gd name="connsiteX37" fmla="*/ 230293 w 255882"/>
                  <a:gd name="connsiteY37" fmla="*/ 149398 h 255676"/>
                  <a:gd name="connsiteX38" fmla="*/ 246448 w 255882"/>
                  <a:gd name="connsiteY38" fmla="*/ 158884 h 255676"/>
                  <a:gd name="connsiteX39" fmla="*/ 249954 w 255882"/>
                  <a:gd name="connsiteY39" fmla="*/ 167065 h 255676"/>
                  <a:gd name="connsiteX40" fmla="*/ 249816 w 255882"/>
                  <a:gd name="connsiteY40" fmla="*/ 167890 h 255676"/>
                  <a:gd name="connsiteX41" fmla="*/ 240123 w 255882"/>
                  <a:gd name="connsiteY41" fmla="*/ 174833 h 255676"/>
                  <a:gd name="connsiteX42" fmla="*/ 223212 w 255882"/>
                  <a:gd name="connsiteY42" fmla="*/ 172702 h 255676"/>
                  <a:gd name="connsiteX43" fmla="*/ 214688 w 255882"/>
                  <a:gd name="connsiteY43" fmla="*/ 177102 h 255676"/>
                  <a:gd name="connsiteX44" fmla="*/ 214551 w 255882"/>
                  <a:gd name="connsiteY44" fmla="*/ 187276 h 255676"/>
                  <a:gd name="connsiteX45" fmla="*/ 225481 w 255882"/>
                  <a:gd name="connsiteY45" fmla="*/ 201712 h 255676"/>
                  <a:gd name="connsiteX46" fmla="*/ 225481 w 255882"/>
                  <a:gd name="connsiteY46" fmla="*/ 211130 h 255676"/>
                  <a:gd name="connsiteX47" fmla="*/ 225068 w 255882"/>
                  <a:gd name="connsiteY47" fmla="*/ 211611 h 255676"/>
                  <a:gd name="connsiteX48" fmla="*/ 213245 w 255882"/>
                  <a:gd name="connsiteY48" fmla="*/ 213948 h 255676"/>
                  <a:gd name="connsiteX49" fmla="*/ 198602 w 255882"/>
                  <a:gd name="connsiteY49" fmla="*/ 205699 h 255676"/>
                  <a:gd name="connsiteX50" fmla="*/ 188565 w 255882"/>
                  <a:gd name="connsiteY50" fmla="*/ 207143 h 255676"/>
                  <a:gd name="connsiteX51" fmla="*/ 185334 w 255882"/>
                  <a:gd name="connsiteY51" fmla="*/ 216217 h 255676"/>
                  <a:gd name="connsiteX52" fmla="*/ 190078 w 255882"/>
                  <a:gd name="connsiteY52" fmla="*/ 234503 h 255676"/>
                  <a:gd name="connsiteX53" fmla="*/ 187397 w 255882"/>
                  <a:gd name="connsiteY53" fmla="*/ 241377 h 255676"/>
                  <a:gd name="connsiteX54" fmla="*/ 182585 w 255882"/>
                  <a:gd name="connsiteY54" fmla="*/ 243852 h 255676"/>
                  <a:gd name="connsiteX55" fmla="*/ 175366 w 255882"/>
                  <a:gd name="connsiteY55" fmla="*/ 241859 h 255676"/>
                  <a:gd name="connsiteX56" fmla="*/ 164024 w 255882"/>
                  <a:gd name="connsiteY56" fmla="*/ 227491 h 255676"/>
                  <a:gd name="connsiteX57" fmla="*/ 149381 w 255882"/>
                  <a:gd name="connsiteY57" fmla="*/ 226254 h 255676"/>
                  <a:gd name="connsiteX58" fmla="*/ 147456 w 255882"/>
                  <a:gd name="connsiteY58" fmla="*/ 230103 h 255676"/>
                  <a:gd name="connsiteX59" fmla="*/ 144844 w 255882"/>
                  <a:gd name="connsiteY59" fmla="*/ 249008 h 255676"/>
                  <a:gd name="connsiteX60" fmla="*/ 139895 w 255882"/>
                  <a:gd name="connsiteY60" fmla="*/ 255676 h 255676"/>
                  <a:gd name="connsiteX61" fmla="*/ 131577 w 255882"/>
                  <a:gd name="connsiteY61" fmla="*/ 255676 h 255676"/>
                  <a:gd name="connsiteX62" fmla="*/ 127933 w 255882"/>
                  <a:gd name="connsiteY62" fmla="*/ 250589 h 255676"/>
                  <a:gd name="connsiteX63" fmla="*/ 122777 w 255882"/>
                  <a:gd name="connsiteY63" fmla="*/ 232372 h 255676"/>
                  <a:gd name="connsiteX64" fmla="*/ 116659 w 255882"/>
                  <a:gd name="connsiteY64" fmla="*/ 227010 h 255676"/>
                  <a:gd name="connsiteX65" fmla="*/ 112947 w 255882"/>
                  <a:gd name="connsiteY65" fmla="*/ 226597 h 255676"/>
                  <a:gd name="connsiteX66" fmla="*/ 106622 w 255882"/>
                  <a:gd name="connsiteY66" fmla="*/ 230103 h 255676"/>
                  <a:gd name="connsiteX67" fmla="*/ 105041 w 255882"/>
                  <a:gd name="connsiteY67" fmla="*/ 232784 h 255676"/>
                  <a:gd name="connsiteX68" fmla="*/ 96380 w 255882"/>
                  <a:gd name="connsiteY68" fmla="*/ 247427 h 255676"/>
                  <a:gd name="connsiteX69" fmla="*/ 89849 w 255882"/>
                  <a:gd name="connsiteY69" fmla="*/ 250108 h 255676"/>
                  <a:gd name="connsiteX70" fmla="*/ 84555 w 255882"/>
                  <a:gd name="connsiteY70" fmla="*/ 248320 h 255676"/>
                  <a:gd name="connsiteX71" fmla="*/ 80981 w 255882"/>
                  <a:gd name="connsiteY71" fmla="*/ 241652 h 255676"/>
                  <a:gd name="connsiteX72" fmla="*/ 83249 w 255882"/>
                  <a:gd name="connsiteY72" fmla="*/ 222885 h 255676"/>
                  <a:gd name="connsiteX73" fmla="*/ 78094 w 255882"/>
                  <a:gd name="connsiteY73" fmla="*/ 214155 h 255676"/>
                  <a:gd name="connsiteX74" fmla="*/ 68538 w 255882"/>
                  <a:gd name="connsiteY74" fmla="*/ 214636 h 255676"/>
                  <a:gd name="connsiteX75" fmla="*/ 55133 w 255882"/>
                  <a:gd name="connsiteY75" fmla="*/ 224810 h 255676"/>
                  <a:gd name="connsiteX76" fmla="*/ 43240 w 255882"/>
                  <a:gd name="connsiteY76" fmla="*/ 224123 h 255676"/>
                  <a:gd name="connsiteX77" fmla="*/ 42209 w 255882"/>
                  <a:gd name="connsiteY77" fmla="*/ 223091 h 255676"/>
                  <a:gd name="connsiteX78" fmla="*/ 41178 w 255882"/>
                  <a:gd name="connsiteY78" fmla="*/ 214842 h 255676"/>
                  <a:gd name="connsiteX79" fmla="*/ 50115 w 255882"/>
                  <a:gd name="connsiteY79" fmla="*/ 198893 h 255676"/>
                  <a:gd name="connsiteX80" fmla="*/ 51627 w 255882"/>
                  <a:gd name="connsiteY80" fmla="*/ 194013 h 255676"/>
                  <a:gd name="connsiteX81" fmla="*/ 39597 w 255882"/>
                  <a:gd name="connsiteY81" fmla="*/ 185420 h 255676"/>
                  <a:gd name="connsiteX82" fmla="*/ 21105 w 255882"/>
                  <a:gd name="connsiteY82" fmla="*/ 190232 h 255676"/>
                  <a:gd name="connsiteX83" fmla="*/ 15193 w 255882"/>
                  <a:gd name="connsiteY83" fmla="*/ 188238 h 255676"/>
                  <a:gd name="connsiteX84" fmla="*/ 12237 w 255882"/>
                  <a:gd name="connsiteY84" fmla="*/ 183014 h 255676"/>
                  <a:gd name="connsiteX85" fmla="*/ 14230 w 255882"/>
                  <a:gd name="connsiteY85" fmla="*/ 175314 h 255676"/>
                  <a:gd name="connsiteX86" fmla="*/ 27910 w 255882"/>
                  <a:gd name="connsiteY86" fmla="*/ 164453 h 255676"/>
                  <a:gd name="connsiteX87" fmla="*/ 31554 w 255882"/>
                  <a:gd name="connsiteY87" fmla="*/ 153385 h 255676"/>
                  <a:gd name="connsiteX88" fmla="*/ 24198 w 255882"/>
                  <a:gd name="connsiteY88" fmla="*/ 147198 h 255676"/>
                  <a:gd name="connsiteX89" fmla="*/ 6943 w 255882"/>
                  <a:gd name="connsiteY89" fmla="*/ 144861 h 255676"/>
                  <a:gd name="connsiteX90" fmla="*/ 138 w 255882"/>
                  <a:gd name="connsiteY90" fmla="*/ 140049 h 255676"/>
                  <a:gd name="connsiteX91" fmla="*/ 0 w 255882"/>
                  <a:gd name="connsiteY91" fmla="*/ 131525 h 255676"/>
                  <a:gd name="connsiteX92" fmla="*/ 5019 w 255882"/>
                  <a:gd name="connsiteY92" fmla="*/ 127881 h 255676"/>
                  <a:gd name="connsiteX93" fmla="*/ 22617 w 255882"/>
                  <a:gd name="connsiteY93" fmla="*/ 122931 h 255676"/>
                  <a:gd name="connsiteX94" fmla="*/ 28667 w 255882"/>
                  <a:gd name="connsiteY94" fmla="*/ 116194 h 255676"/>
                  <a:gd name="connsiteX95" fmla="*/ 29010 w 255882"/>
                  <a:gd name="connsiteY95" fmla="*/ 113307 h 255676"/>
                  <a:gd name="connsiteX96" fmla="*/ 25229 w 255882"/>
                  <a:gd name="connsiteY96" fmla="*/ 106295 h 255676"/>
                  <a:gd name="connsiteX97" fmla="*/ 9281 w 255882"/>
                  <a:gd name="connsiteY97" fmla="*/ 96946 h 255676"/>
                  <a:gd name="connsiteX98" fmla="*/ 5843 w 255882"/>
                  <a:gd name="connsiteY98" fmla="*/ 88560 h 255676"/>
                  <a:gd name="connsiteX99" fmla="*/ 6187 w 255882"/>
                  <a:gd name="connsiteY99" fmla="*/ 87391 h 255676"/>
                  <a:gd name="connsiteX100" fmla="*/ 15261 w 255882"/>
                  <a:gd name="connsiteY100" fmla="*/ 81135 h 255676"/>
                  <a:gd name="connsiteX101" fmla="*/ 32173 w 255882"/>
                  <a:gd name="connsiteY101" fmla="*/ 83060 h 255676"/>
                  <a:gd name="connsiteX102" fmla="*/ 40834 w 255882"/>
                  <a:gd name="connsiteY102" fmla="*/ 79073 h 255676"/>
                  <a:gd name="connsiteX103" fmla="*/ 40147 w 255882"/>
                  <a:gd name="connsiteY103" fmla="*/ 67318 h 255676"/>
                  <a:gd name="connsiteX104" fmla="*/ 29629 w 255882"/>
                  <a:gd name="connsiteY104" fmla="*/ 53363 h 255676"/>
                  <a:gd name="connsiteX105" fmla="*/ 29629 w 255882"/>
                  <a:gd name="connsiteY105" fmla="*/ 45595 h 255676"/>
                  <a:gd name="connsiteX106" fmla="*/ 33066 w 255882"/>
                  <a:gd name="connsiteY106" fmla="*/ 41745 h 255676"/>
                  <a:gd name="connsiteX107" fmla="*/ 40422 w 255882"/>
                  <a:gd name="connsiteY107" fmla="*/ 40920 h 255676"/>
                  <a:gd name="connsiteX108" fmla="*/ 56027 w 255882"/>
                  <a:gd name="connsiteY108" fmla="*/ 49719 h 255676"/>
                  <a:gd name="connsiteX109" fmla="*/ 69982 w 255882"/>
                  <a:gd name="connsiteY109" fmla="*/ 45801 h 255676"/>
                  <a:gd name="connsiteX110" fmla="*/ 70325 w 255882"/>
                  <a:gd name="connsiteY110" fmla="*/ 39751 h 255676"/>
                  <a:gd name="connsiteX111" fmla="*/ 65788 w 255882"/>
                  <a:gd name="connsiteY111" fmla="*/ 22221 h 255676"/>
                  <a:gd name="connsiteX112" fmla="*/ 69088 w 255882"/>
                  <a:gd name="connsiteY112" fmla="*/ 14110 h 255676"/>
                  <a:gd name="connsiteX113" fmla="*/ 71632 w 255882"/>
                  <a:gd name="connsiteY113" fmla="*/ 12735 h 255676"/>
                  <a:gd name="connsiteX114" fmla="*/ 81118 w 255882"/>
                  <a:gd name="connsiteY114" fmla="*/ 15072 h 255676"/>
                  <a:gd name="connsiteX115" fmla="*/ 92049 w 255882"/>
                  <a:gd name="connsiteY115" fmla="*/ 28958 h 255676"/>
                  <a:gd name="connsiteX116" fmla="*/ 106966 w 255882"/>
                  <a:gd name="connsiteY116" fmla="*/ 28890 h 255676"/>
                  <a:gd name="connsiteX117" fmla="*/ 108754 w 255882"/>
                  <a:gd name="connsiteY117" fmla="*/ 22565 h 255676"/>
                  <a:gd name="connsiteX118" fmla="*/ 110953 w 255882"/>
                  <a:gd name="connsiteY118" fmla="*/ 6479 h 255676"/>
                  <a:gd name="connsiteX119" fmla="*/ 116934 w 255882"/>
                  <a:gd name="connsiteY119" fmla="*/ 292 h 255676"/>
                  <a:gd name="connsiteX120" fmla="*/ 122296 w 255882"/>
                  <a:gd name="connsiteY120" fmla="*/ 86 h 25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255882" h="255676">
                    <a:moveTo>
                      <a:pt x="127864" y="81461"/>
                    </a:moveTo>
                    <a:cubicBezTo>
                      <a:pt x="102426" y="81461"/>
                      <a:pt x="81805" y="102082"/>
                      <a:pt x="81805" y="127520"/>
                    </a:cubicBezTo>
                    <a:cubicBezTo>
                      <a:pt x="81805" y="152958"/>
                      <a:pt x="102426" y="173579"/>
                      <a:pt x="127864" y="173579"/>
                    </a:cubicBezTo>
                    <a:cubicBezTo>
                      <a:pt x="153302" y="173579"/>
                      <a:pt x="173923" y="152958"/>
                      <a:pt x="173923" y="127520"/>
                    </a:cubicBezTo>
                    <a:cubicBezTo>
                      <a:pt x="173923" y="102082"/>
                      <a:pt x="153302" y="81461"/>
                      <a:pt x="127864" y="81461"/>
                    </a:cubicBezTo>
                    <a:close/>
                    <a:moveTo>
                      <a:pt x="122296" y="86"/>
                    </a:moveTo>
                    <a:cubicBezTo>
                      <a:pt x="124908" y="223"/>
                      <a:pt x="126696" y="1598"/>
                      <a:pt x="127383" y="4211"/>
                    </a:cubicBezTo>
                    <a:cubicBezTo>
                      <a:pt x="129033" y="10054"/>
                      <a:pt x="130752" y="15966"/>
                      <a:pt x="132401" y="21809"/>
                    </a:cubicBezTo>
                    <a:cubicBezTo>
                      <a:pt x="134120" y="27790"/>
                      <a:pt x="139070" y="30608"/>
                      <a:pt x="145188" y="29027"/>
                    </a:cubicBezTo>
                    <a:cubicBezTo>
                      <a:pt x="147181" y="28546"/>
                      <a:pt x="148350" y="27102"/>
                      <a:pt x="149312" y="25452"/>
                    </a:cubicBezTo>
                    <a:cubicBezTo>
                      <a:pt x="152475" y="20022"/>
                      <a:pt x="155706" y="14591"/>
                      <a:pt x="158937" y="9160"/>
                    </a:cubicBezTo>
                    <a:cubicBezTo>
                      <a:pt x="160999" y="5654"/>
                      <a:pt x="162786" y="4898"/>
                      <a:pt x="166705" y="5929"/>
                    </a:cubicBezTo>
                    <a:cubicBezTo>
                      <a:pt x="174542" y="7923"/>
                      <a:pt x="175573" y="9641"/>
                      <a:pt x="174404" y="18372"/>
                    </a:cubicBezTo>
                    <a:cubicBezTo>
                      <a:pt x="173717" y="23596"/>
                      <a:pt x="173098" y="28821"/>
                      <a:pt x="172479" y="34046"/>
                    </a:cubicBezTo>
                    <a:cubicBezTo>
                      <a:pt x="172410" y="34595"/>
                      <a:pt x="172410" y="35145"/>
                      <a:pt x="172479" y="35695"/>
                    </a:cubicBezTo>
                    <a:cubicBezTo>
                      <a:pt x="173373" y="41264"/>
                      <a:pt x="181828" y="45113"/>
                      <a:pt x="186434" y="41882"/>
                    </a:cubicBezTo>
                    <a:cubicBezTo>
                      <a:pt x="191659" y="38170"/>
                      <a:pt x="196677" y="34252"/>
                      <a:pt x="201764" y="30402"/>
                    </a:cubicBezTo>
                    <a:cubicBezTo>
                      <a:pt x="205476" y="27584"/>
                      <a:pt x="207333" y="27652"/>
                      <a:pt x="211045" y="30540"/>
                    </a:cubicBezTo>
                    <a:cubicBezTo>
                      <a:pt x="211526" y="30952"/>
                      <a:pt x="212007" y="31296"/>
                      <a:pt x="212488" y="31777"/>
                    </a:cubicBezTo>
                    <a:cubicBezTo>
                      <a:pt x="216819" y="35902"/>
                      <a:pt x="217025" y="37139"/>
                      <a:pt x="214069" y="42364"/>
                    </a:cubicBezTo>
                    <a:cubicBezTo>
                      <a:pt x="211251" y="47382"/>
                      <a:pt x="208570" y="52469"/>
                      <a:pt x="205614" y="57418"/>
                    </a:cubicBezTo>
                    <a:cubicBezTo>
                      <a:pt x="203483" y="61062"/>
                      <a:pt x="204445" y="64087"/>
                      <a:pt x="206783" y="67180"/>
                    </a:cubicBezTo>
                    <a:cubicBezTo>
                      <a:pt x="209120" y="70274"/>
                      <a:pt x="211801" y="71786"/>
                      <a:pt x="215719" y="70755"/>
                    </a:cubicBezTo>
                    <a:cubicBezTo>
                      <a:pt x="221769" y="69174"/>
                      <a:pt x="227818" y="67661"/>
                      <a:pt x="233799" y="66011"/>
                    </a:cubicBezTo>
                    <a:cubicBezTo>
                      <a:pt x="237649" y="64980"/>
                      <a:pt x="239367" y="65599"/>
                      <a:pt x="241498" y="68967"/>
                    </a:cubicBezTo>
                    <a:cubicBezTo>
                      <a:pt x="242461" y="70411"/>
                      <a:pt x="243286" y="71923"/>
                      <a:pt x="243836" y="73573"/>
                    </a:cubicBezTo>
                    <a:cubicBezTo>
                      <a:pt x="244867" y="76529"/>
                      <a:pt x="244385" y="78385"/>
                      <a:pt x="241911" y="80379"/>
                    </a:cubicBezTo>
                    <a:cubicBezTo>
                      <a:pt x="236755" y="84504"/>
                      <a:pt x="231668" y="88628"/>
                      <a:pt x="226443" y="92684"/>
                    </a:cubicBezTo>
                    <a:cubicBezTo>
                      <a:pt x="223831" y="94678"/>
                      <a:pt x="223144" y="97152"/>
                      <a:pt x="223694" y="100177"/>
                    </a:cubicBezTo>
                    <a:cubicBezTo>
                      <a:pt x="223900" y="101208"/>
                      <a:pt x="224244" y="102171"/>
                      <a:pt x="224519" y="103202"/>
                    </a:cubicBezTo>
                    <a:cubicBezTo>
                      <a:pt x="225412" y="106433"/>
                      <a:pt x="227543" y="108220"/>
                      <a:pt x="230843" y="108633"/>
                    </a:cubicBezTo>
                    <a:cubicBezTo>
                      <a:pt x="237099" y="109458"/>
                      <a:pt x="243354" y="110351"/>
                      <a:pt x="249541" y="111176"/>
                    </a:cubicBezTo>
                    <a:cubicBezTo>
                      <a:pt x="253254" y="111657"/>
                      <a:pt x="255178" y="113445"/>
                      <a:pt x="255591" y="117157"/>
                    </a:cubicBezTo>
                    <a:cubicBezTo>
                      <a:pt x="255797" y="118944"/>
                      <a:pt x="256003" y="120732"/>
                      <a:pt x="255797" y="122519"/>
                    </a:cubicBezTo>
                    <a:cubicBezTo>
                      <a:pt x="255453" y="125337"/>
                      <a:pt x="254010" y="126919"/>
                      <a:pt x="251398" y="127675"/>
                    </a:cubicBezTo>
                    <a:cubicBezTo>
                      <a:pt x="245554" y="129325"/>
                      <a:pt x="239642" y="130974"/>
                      <a:pt x="233799" y="132693"/>
                    </a:cubicBezTo>
                    <a:cubicBezTo>
                      <a:pt x="228093" y="134343"/>
                      <a:pt x="225481" y="138674"/>
                      <a:pt x="226650" y="144586"/>
                    </a:cubicBezTo>
                    <a:cubicBezTo>
                      <a:pt x="227062" y="146854"/>
                      <a:pt x="228368" y="148298"/>
                      <a:pt x="230293" y="149398"/>
                    </a:cubicBezTo>
                    <a:cubicBezTo>
                      <a:pt x="235655" y="152560"/>
                      <a:pt x="241017" y="155722"/>
                      <a:pt x="246448" y="158884"/>
                    </a:cubicBezTo>
                    <a:cubicBezTo>
                      <a:pt x="250435" y="161222"/>
                      <a:pt x="251054" y="162597"/>
                      <a:pt x="249954" y="167065"/>
                    </a:cubicBezTo>
                    <a:cubicBezTo>
                      <a:pt x="249885" y="167340"/>
                      <a:pt x="249885" y="167615"/>
                      <a:pt x="249816" y="167890"/>
                    </a:cubicBezTo>
                    <a:cubicBezTo>
                      <a:pt x="248166" y="173321"/>
                      <a:pt x="246310" y="176002"/>
                      <a:pt x="240123" y="174833"/>
                    </a:cubicBezTo>
                    <a:cubicBezTo>
                      <a:pt x="234555" y="173733"/>
                      <a:pt x="228849" y="173527"/>
                      <a:pt x="223212" y="172702"/>
                    </a:cubicBezTo>
                    <a:cubicBezTo>
                      <a:pt x="219225" y="172152"/>
                      <a:pt x="216613" y="173733"/>
                      <a:pt x="214688" y="177102"/>
                    </a:cubicBezTo>
                    <a:cubicBezTo>
                      <a:pt x="212695" y="180539"/>
                      <a:pt x="211801" y="183770"/>
                      <a:pt x="214551" y="187276"/>
                    </a:cubicBezTo>
                    <a:cubicBezTo>
                      <a:pt x="218263" y="192019"/>
                      <a:pt x="221838" y="196900"/>
                      <a:pt x="225481" y="201712"/>
                    </a:cubicBezTo>
                    <a:cubicBezTo>
                      <a:pt x="228506" y="205630"/>
                      <a:pt x="228506" y="207212"/>
                      <a:pt x="225481" y="211130"/>
                    </a:cubicBezTo>
                    <a:cubicBezTo>
                      <a:pt x="225343" y="211267"/>
                      <a:pt x="225206" y="211474"/>
                      <a:pt x="225068" y="211611"/>
                    </a:cubicBezTo>
                    <a:cubicBezTo>
                      <a:pt x="221081" y="215873"/>
                      <a:pt x="219500" y="217729"/>
                      <a:pt x="213245" y="213948"/>
                    </a:cubicBezTo>
                    <a:cubicBezTo>
                      <a:pt x="208432" y="211061"/>
                      <a:pt x="203345" y="208586"/>
                      <a:pt x="198602" y="205699"/>
                    </a:cubicBezTo>
                    <a:cubicBezTo>
                      <a:pt x="194684" y="203362"/>
                      <a:pt x="191659" y="204737"/>
                      <a:pt x="188565" y="207143"/>
                    </a:cubicBezTo>
                    <a:cubicBezTo>
                      <a:pt x="185472" y="209480"/>
                      <a:pt x="184234" y="212299"/>
                      <a:pt x="185334" y="216217"/>
                    </a:cubicBezTo>
                    <a:cubicBezTo>
                      <a:pt x="187053" y="222267"/>
                      <a:pt x="188565" y="228385"/>
                      <a:pt x="190078" y="234503"/>
                    </a:cubicBezTo>
                    <a:cubicBezTo>
                      <a:pt x="190903" y="237803"/>
                      <a:pt x="190215" y="239590"/>
                      <a:pt x="187397" y="241377"/>
                    </a:cubicBezTo>
                    <a:cubicBezTo>
                      <a:pt x="185884" y="242340"/>
                      <a:pt x="184303" y="243233"/>
                      <a:pt x="182585" y="243852"/>
                    </a:cubicBezTo>
                    <a:cubicBezTo>
                      <a:pt x="179560" y="244952"/>
                      <a:pt x="177360" y="244402"/>
                      <a:pt x="175366" y="241859"/>
                    </a:cubicBezTo>
                    <a:cubicBezTo>
                      <a:pt x="171585" y="237115"/>
                      <a:pt x="167805" y="232303"/>
                      <a:pt x="164024" y="227491"/>
                    </a:cubicBezTo>
                    <a:cubicBezTo>
                      <a:pt x="160380" y="222954"/>
                      <a:pt x="153781" y="222335"/>
                      <a:pt x="149381" y="226254"/>
                    </a:cubicBezTo>
                    <a:cubicBezTo>
                      <a:pt x="148213" y="227285"/>
                      <a:pt x="147663" y="228591"/>
                      <a:pt x="147456" y="230103"/>
                    </a:cubicBezTo>
                    <a:cubicBezTo>
                      <a:pt x="146563" y="236428"/>
                      <a:pt x="145532" y="242683"/>
                      <a:pt x="144844" y="249008"/>
                    </a:cubicBezTo>
                    <a:cubicBezTo>
                      <a:pt x="144432" y="252308"/>
                      <a:pt x="143126" y="254645"/>
                      <a:pt x="139895" y="255676"/>
                    </a:cubicBezTo>
                    <a:cubicBezTo>
                      <a:pt x="137145" y="255676"/>
                      <a:pt x="134326" y="255676"/>
                      <a:pt x="131577" y="255676"/>
                    </a:cubicBezTo>
                    <a:cubicBezTo>
                      <a:pt x="129652" y="254507"/>
                      <a:pt x="128552" y="252789"/>
                      <a:pt x="127933" y="250589"/>
                    </a:cubicBezTo>
                    <a:cubicBezTo>
                      <a:pt x="126283" y="244540"/>
                      <a:pt x="124427" y="238490"/>
                      <a:pt x="122777" y="232372"/>
                    </a:cubicBezTo>
                    <a:cubicBezTo>
                      <a:pt x="121884" y="229141"/>
                      <a:pt x="119890" y="227422"/>
                      <a:pt x="116659" y="227010"/>
                    </a:cubicBezTo>
                    <a:cubicBezTo>
                      <a:pt x="115422" y="226872"/>
                      <a:pt x="114184" y="226666"/>
                      <a:pt x="112947" y="226597"/>
                    </a:cubicBezTo>
                    <a:cubicBezTo>
                      <a:pt x="110060" y="226391"/>
                      <a:pt x="108066" y="227697"/>
                      <a:pt x="106622" y="230103"/>
                    </a:cubicBezTo>
                    <a:cubicBezTo>
                      <a:pt x="106072" y="230997"/>
                      <a:pt x="105591" y="231891"/>
                      <a:pt x="105041" y="232784"/>
                    </a:cubicBezTo>
                    <a:cubicBezTo>
                      <a:pt x="102154" y="237665"/>
                      <a:pt x="99335" y="242615"/>
                      <a:pt x="96380" y="247427"/>
                    </a:cubicBezTo>
                    <a:cubicBezTo>
                      <a:pt x="94798" y="250108"/>
                      <a:pt x="92873" y="250795"/>
                      <a:pt x="89849" y="250108"/>
                    </a:cubicBezTo>
                    <a:cubicBezTo>
                      <a:pt x="87993" y="249695"/>
                      <a:pt x="86274" y="249077"/>
                      <a:pt x="84555" y="248320"/>
                    </a:cubicBezTo>
                    <a:cubicBezTo>
                      <a:pt x="81531" y="246877"/>
                      <a:pt x="80568" y="245021"/>
                      <a:pt x="80981" y="241652"/>
                    </a:cubicBezTo>
                    <a:cubicBezTo>
                      <a:pt x="81737" y="235397"/>
                      <a:pt x="82356" y="229141"/>
                      <a:pt x="83249" y="222885"/>
                    </a:cubicBezTo>
                    <a:cubicBezTo>
                      <a:pt x="83868" y="218486"/>
                      <a:pt x="81531" y="216080"/>
                      <a:pt x="78094" y="214155"/>
                    </a:cubicBezTo>
                    <a:cubicBezTo>
                      <a:pt x="74725" y="212299"/>
                      <a:pt x="71700" y="212024"/>
                      <a:pt x="68538" y="214636"/>
                    </a:cubicBezTo>
                    <a:cubicBezTo>
                      <a:pt x="64139" y="218142"/>
                      <a:pt x="59533" y="221373"/>
                      <a:pt x="55133" y="224810"/>
                    </a:cubicBezTo>
                    <a:cubicBezTo>
                      <a:pt x="50665" y="228316"/>
                      <a:pt x="48740" y="229072"/>
                      <a:pt x="43240" y="224123"/>
                    </a:cubicBezTo>
                    <a:cubicBezTo>
                      <a:pt x="42897" y="223779"/>
                      <a:pt x="42553" y="223435"/>
                      <a:pt x="42209" y="223091"/>
                    </a:cubicBezTo>
                    <a:cubicBezTo>
                      <a:pt x="39528" y="220342"/>
                      <a:pt x="39253" y="218211"/>
                      <a:pt x="41178" y="214842"/>
                    </a:cubicBezTo>
                    <a:cubicBezTo>
                      <a:pt x="44134" y="209549"/>
                      <a:pt x="47159" y="204187"/>
                      <a:pt x="50115" y="198893"/>
                    </a:cubicBezTo>
                    <a:cubicBezTo>
                      <a:pt x="50940" y="197381"/>
                      <a:pt x="51833" y="195869"/>
                      <a:pt x="51627" y="194013"/>
                    </a:cubicBezTo>
                    <a:cubicBezTo>
                      <a:pt x="51146" y="188444"/>
                      <a:pt x="44959" y="184045"/>
                      <a:pt x="39597" y="185420"/>
                    </a:cubicBezTo>
                    <a:cubicBezTo>
                      <a:pt x="33410" y="187001"/>
                      <a:pt x="27223" y="188582"/>
                      <a:pt x="21105" y="190232"/>
                    </a:cubicBezTo>
                    <a:cubicBezTo>
                      <a:pt x="18630" y="190919"/>
                      <a:pt x="16774" y="190163"/>
                      <a:pt x="15193" y="188238"/>
                    </a:cubicBezTo>
                    <a:cubicBezTo>
                      <a:pt x="13887" y="186657"/>
                      <a:pt x="13062" y="184870"/>
                      <a:pt x="12237" y="183014"/>
                    </a:cubicBezTo>
                    <a:cubicBezTo>
                      <a:pt x="10862" y="179783"/>
                      <a:pt x="11481" y="177445"/>
                      <a:pt x="14230" y="175314"/>
                    </a:cubicBezTo>
                    <a:cubicBezTo>
                      <a:pt x="18767" y="171671"/>
                      <a:pt x="23373" y="168096"/>
                      <a:pt x="27910" y="164453"/>
                    </a:cubicBezTo>
                    <a:cubicBezTo>
                      <a:pt x="32722" y="160741"/>
                      <a:pt x="33135" y="159159"/>
                      <a:pt x="31554" y="153385"/>
                    </a:cubicBezTo>
                    <a:cubicBezTo>
                      <a:pt x="30454" y="149604"/>
                      <a:pt x="28185" y="147611"/>
                      <a:pt x="24198" y="147198"/>
                    </a:cubicBezTo>
                    <a:cubicBezTo>
                      <a:pt x="18424" y="146579"/>
                      <a:pt x="12718" y="145479"/>
                      <a:pt x="6943" y="144861"/>
                    </a:cubicBezTo>
                    <a:cubicBezTo>
                      <a:pt x="3644" y="144517"/>
                      <a:pt x="1306" y="143211"/>
                      <a:pt x="138" y="140049"/>
                    </a:cubicBezTo>
                    <a:cubicBezTo>
                      <a:pt x="0" y="137093"/>
                      <a:pt x="0" y="134343"/>
                      <a:pt x="0" y="131525"/>
                    </a:cubicBezTo>
                    <a:cubicBezTo>
                      <a:pt x="1100" y="129462"/>
                      <a:pt x="2819" y="128431"/>
                      <a:pt x="5019" y="127881"/>
                    </a:cubicBezTo>
                    <a:cubicBezTo>
                      <a:pt x="10931" y="126300"/>
                      <a:pt x="16705" y="124513"/>
                      <a:pt x="22617" y="122931"/>
                    </a:cubicBezTo>
                    <a:cubicBezTo>
                      <a:pt x="26192" y="121969"/>
                      <a:pt x="28323" y="119975"/>
                      <a:pt x="28667" y="116194"/>
                    </a:cubicBezTo>
                    <a:cubicBezTo>
                      <a:pt x="28735" y="115232"/>
                      <a:pt x="28873" y="114270"/>
                      <a:pt x="29010" y="113307"/>
                    </a:cubicBezTo>
                    <a:cubicBezTo>
                      <a:pt x="29354" y="110076"/>
                      <a:pt x="27910" y="107876"/>
                      <a:pt x="25229" y="106295"/>
                    </a:cubicBezTo>
                    <a:cubicBezTo>
                      <a:pt x="19867" y="103202"/>
                      <a:pt x="14574" y="100040"/>
                      <a:pt x="9281" y="96946"/>
                    </a:cubicBezTo>
                    <a:cubicBezTo>
                      <a:pt x="5362" y="94678"/>
                      <a:pt x="4675" y="92959"/>
                      <a:pt x="5843" y="88560"/>
                    </a:cubicBezTo>
                    <a:cubicBezTo>
                      <a:pt x="5981" y="88147"/>
                      <a:pt x="6050" y="87735"/>
                      <a:pt x="6187" y="87391"/>
                    </a:cubicBezTo>
                    <a:cubicBezTo>
                      <a:pt x="7906" y="81685"/>
                      <a:pt x="9418" y="80585"/>
                      <a:pt x="15261" y="81135"/>
                    </a:cubicBezTo>
                    <a:cubicBezTo>
                      <a:pt x="20898" y="81685"/>
                      <a:pt x="26535" y="82304"/>
                      <a:pt x="32173" y="83060"/>
                    </a:cubicBezTo>
                    <a:cubicBezTo>
                      <a:pt x="36641" y="83610"/>
                      <a:pt x="38566" y="82854"/>
                      <a:pt x="40834" y="79073"/>
                    </a:cubicBezTo>
                    <a:cubicBezTo>
                      <a:pt x="44065" y="73848"/>
                      <a:pt x="43928" y="72198"/>
                      <a:pt x="40147" y="67318"/>
                    </a:cubicBezTo>
                    <a:cubicBezTo>
                      <a:pt x="36572" y="62712"/>
                      <a:pt x="33066" y="58037"/>
                      <a:pt x="29629" y="53363"/>
                    </a:cubicBezTo>
                    <a:cubicBezTo>
                      <a:pt x="27567" y="50613"/>
                      <a:pt x="27567" y="48344"/>
                      <a:pt x="29629" y="45595"/>
                    </a:cubicBezTo>
                    <a:cubicBezTo>
                      <a:pt x="30660" y="44220"/>
                      <a:pt x="31760" y="42845"/>
                      <a:pt x="33066" y="41745"/>
                    </a:cubicBezTo>
                    <a:cubicBezTo>
                      <a:pt x="35678" y="39545"/>
                      <a:pt x="37466" y="39270"/>
                      <a:pt x="40422" y="40920"/>
                    </a:cubicBezTo>
                    <a:cubicBezTo>
                      <a:pt x="45646" y="43807"/>
                      <a:pt x="51008" y="46488"/>
                      <a:pt x="56027" y="49719"/>
                    </a:cubicBezTo>
                    <a:cubicBezTo>
                      <a:pt x="61801" y="53431"/>
                      <a:pt x="65788" y="50957"/>
                      <a:pt x="69982" y="45801"/>
                    </a:cubicBezTo>
                    <a:cubicBezTo>
                      <a:pt x="71357" y="44082"/>
                      <a:pt x="70875" y="41814"/>
                      <a:pt x="70325" y="39751"/>
                    </a:cubicBezTo>
                    <a:cubicBezTo>
                      <a:pt x="68813" y="33908"/>
                      <a:pt x="67301" y="28065"/>
                      <a:pt x="65788" y="22221"/>
                    </a:cubicBezTo>
                    <a:cubicBezTo>
                      <a:pt x="64688" y="18028"/>
                      <a:pt x="65376" y="16309"/>
                      <a:pt x="69088" y="14110"/>
                    </a:cubicBezTo>
                    <a:cubicBezTo>
                      <a:pt x="69913" y="13628"/>
                      <a:pt x="70738" y="13147"/>
                      <a:pt x="71632" y="12735"/>
                    </a:cubicBezTo>
                    <a:cubicBezTo>
                      <a:pt x="76100" y="10672"/>
                      <a:pt x="78094" y="11154"/>
                      <a:pt x="81118" y="15072"/>
                    </a:cubicBezTo>
                    <a:cubicBezTo>
                      <a:pt x="84762" y="19678"/>
                      <a:pt x="88405" y="24353"/>
                      <a:pt x="92049" y="28958"/>
                    </a:cubicBezTo>
                    <a:cubicBezTo>
                      <a:pt x="95486" y="33221"/>
                      <a:pt x="103529" y="33221"/>
                      <a:pt x="106966" y="28890"/>
                    </a:cubicBezTo>
                    <a:cubicBezTo>
                      <a:pt x="108410" y="27034"/>
                      <a:pt x="108410" y="24696"/>
                      <a:pt x="108754" y="22565"/>
                    </a:cubicBezTo>
                    <a:cubicBezTo>
                      <a:pt x="109578" y="17203"/>
                      <a:pt x="110266" y="11841"/>
                      <a:pt x="110953" y="6479"/>
                    </a:cubicBezTo>
                    <a:cubicBezTo>
                      <a:pt x="111503" y="2217"/>
                      <a:pt x="112672" y="1048"/>
                      <a:pt x="116934" y="292"/>
                    </a:cubicBezTo>
                    <a:cubicBezTo>
                      <a:pt x="118721" y="-52"/>
                      <a:pt x="120509" y="-52"/>
                      <a:pt x="122296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54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13623931-15D2-4834-8280-54ACC1445BD1}"/>
              </a:ext>
            </a:extLst>
          </p:cNvPr>
          <p:cNvSpPr txBox="1"/>
          <p:nvPr/>
        </p:nvSpPr>
        <p:spPr>
          <a:xfrm>
            <a:off x="4864662" y="391514"/>
            <a:ext cx="660343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>
                <a:solidFill>
                  <a:schemeClr val="accent2"/>
                </a:solidFill>
                <a:cs typeface="Arial" pitchFamily="34" charset="0"/>
              </a:rPr>
              <a:t>Mục</a:t>
            </a:r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en-US" altLang="ko-KR" sz="5400" dirty="0" err="1">
                <a:solidFill>
                  <a:schemeClr val="accent2"/>
                </a:solidFill>
                <a:cs typeface="Arial" pitchFamily="34" charset="0"/>
              </a:rPr>
              <a:t>tiêu</a:t>
            </a:r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en-US" altLang="ko-KR" sz="5400" dirty="0" err="1">
                <a:solidFill>
                  <a:schemeClr val="accent2"/>
                </a:solidFill>
                <a:cs typeface="Arial" pitchFamily="34" charset="0"/>
              </a:rPr>
              <a:t>dự</a:t>
            </a:r>
            <a:r>
              <a:rPr lang="en-US" altLang="ko-KR" sz="5400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en-US" altLang="ko-KR" sz="5400" dirty="0" err="1">
                <a:solidFill>
                  <a:schemeClr val="accent2"/>
                </a:solidFill>
                <a:cs typeface="Arial" pitchFamily="34" charset="0"/>
              </a:rPr>
              <a:t>án</a:t>
            </a:r>
            <a:endParaRPr lang="ko-KR" altLang="en-US" sz="5400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C8905E8-278A-4BD2-B75B-0CAAFBDB26F1}"/>
              </a:ext>
            </a:extLst>
          </p:cNvPr>
          <p:cNvSpPr txBox="1"/>
          <p:nvPr/>
        </p:nvSpPr>
        <p:spPr>
          <a:xfrm>
            <a:off x="4660065" y="162443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Arial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904A8F-9E53-4454-9EE8-7899E445985B}"/>
              </a:ext>
            </a:extLst>
          </p:cNvPr>
          <p:cNvGrpSpPr/>
          <p:nvPr/>
        </p:nvGrpSpPr>
        <p:grpSpPr>
          <a:xfrm>
            <a:off x="5730920" y="1736115"/>
            <a:ext cx="5737181" cy="1079123"/>
            <a:chOff x="665833" y="2698787"/>
            <a:chExt cx="3322837" cy="107912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67D6A4-5513-4B78-82BC-5AE8CFA67E7E}"/>
                </a:ext>
              </a:extLst>
            </p:cNvPr>
            <p:cNvSpPr txBox="1"/>
            <p:nvPr/>
          </p:nvSpPr>
          <p:spPr>
            <a:xfrm>
              <a:off x="787499" y="3131579"/>
              <a:ext cx="3201171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Theo dõi tồn kho theo sản phẩm và kho</a:t>
              </a:r>
            </a:p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Phát hiện hàng tồn lâu hoặc sắp hết</a:t>
              </a:r>
            </a:p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Đo lường hiệu quả luân chuyển hàng hóa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EEEB66-0819-4EF7-B983-0AFE673F7D27}"/>
                </a:ext>
              </a:extLst>
            </p:cNvPr>
            <p:cNvSpPr txBox="1"/>
            <p:nvPr/>
          </p:nvSpPr>
          <p:spPr>
            <a:xfrm>
              <a:off x="665833" y="2698787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Xây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dựng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hệ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thống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báo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cáo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vấn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bg1"/>
                  </a:solidFill>
                  <a:cs typeface="Arial" pitchFamily="34" charset="0"/>
                </a:rPr>
                <a:t>đề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4E08AEC-260E-4620-A344-02DA4D7253FC}"/>
              </a:ext>
            </a:extLst>
          </p:cNvPr>
          <p:cNvSpPr txBox="1"/>
          <p:nvPr/>
        </p:nvSpPr>
        <p:spPr>
          <a:xfrm>
            <a:off x="4660065" y="2828487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2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AC77AEE-019F-4BEE-AF9D-872FD75C4204}"/>
              </a:ext>
            </a:extLst>
          </p:cNvPr>
          <p:cNvGrpSpPr/>
          <p:nvPr/>
        </p:nvGrpSpPr>
        <p:grpSpPr>
          <a:xfrm>
            <a:off x="5730920" y="2940165"/>
            <a:ext cx="5737181" cy="956690"/>
            <a:chOff x="665833" y="2698787"/>
            <a:chExt cx="3322837" cy="9566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047AA3C-D7A9-417B-9843-A86F77CCD3B5}"/>
                </a:ext>
              </a:extLst>
            </p:cNvPr>
            <p:cNvSpPr txBox="1"/>
            <p:nvPr/>
          </p:nvSpPr>
          <p:spPr>
            <a:xfrm>
              <a:off x="787499" y="3193812"/>
              <a:ext cx="320117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Hình ảnh: Biểu đồ hoặc sơ đồ kho vận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Ghi chú: Nhấn mạnh tầm quan trọng của quản lý kho trong doanh nghiệp.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63675F2-9A72-4B96-9291-9F0BED2AF5D7}"/>
                </a:ext>
              </a:extLst>
            </p:cNvPr>
            <p:cNvSpPr txBox="1"/>
            <p:nvPr/>
          </p:nvSpPr>
          <p:spPr>
            <a:xfrm>
              <a:off x="665833" y="2698787"/>
              <a:ext cx="3322837" cy="43279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</p:spPr>
          <p:txBody>
            <a:bodyPr wrap="square" lIns="274320" rtlCol="0" anchor="ctr">
              <a:spAutoFit/>
            </a:bodyPr>
            <a:lstStyle/>
            <a:p>
              <a:r>
                <a:rPr lang="vi-VN" altLang="ko-KR" sz="1400" b="1" dirty="0">
                  <a:solidFill>
                    <a:schemeClr val="bg1"/>
                  </a:solidFill>
                  <a:cs typeface="Arial" pitchFamily="34" charset="0"/>
                </a:rPr>
                <a:t>Sử dụng cơ sở dữ liệu AdventureWorks2012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610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229281B-19A9-4B8B-B0D8-8EF447EBB736}"/>
              </a:ext>
            </a:extLst>
          </p:cNvPr>
          <p:cNvGrpSpPr/>
          <p:nvPr/>
        </p:nvGrpSpPr>
        <p:grpSpPr>
          <a:xfrm>
            <a:off x="727771" y="1593695"/>
            <a:ext cx="5067597" cy="4615133"/>
            <a:chOff x="580727" y="-1101880"/>
            <a:chExt cx="5067597" cy="4615133"/>
          </a:xfrm>
        </p:grpSpPr>
        <p:sp>
          <p:nvSpPr>
            <p:cNvPr id="29" name="Graphic 27">
              <a:extLst>
                <a:ext uri="{FF2B5EF4-FFF2-40B4-BE49-F238E27FC236}">
                  <a16:creationId xmlns:a16="http://schemas.microsoft.com/office/drawing/2014/main" id="{FA295B3A-2469-4321-9012-2584D11573B2}"/>
                </a:ext>
              </a:extLst>
            </p:cNvPr>
            <p:cNvSpPr/>
            <p:nvPr/>
          </p:nvSpPr>
          <p:spPr>
            <a:xfrm rot="60000">
              <a:off x="580727" y="-1101880"/>
              <a:ext cx="5067597" cy="4615133"/>
            </a:xfrm>
            <a:custGeom>
              <a:avLst/>
              <a:gdLst>
                <a:gd name="connsiteX0" fmla="*/ 2941389 w 4800600"/>
                <a:gd name="connsiteY0" fmla="*/ 337317 h 4371975"/>
                <a:gd name="connsiteX1" fmla="*/ 4699705 w 4800600"/>
                <a:gd name="connsiteY1" fmla="*/ 3252920 h 4371975"/>
                <a:gd name="connsiteX2" fmla="*/ 4115822 w 4800600"/>
                <a:gd name="connsiteY2" fmla="*/ 4310195 h 4371975"/>
                <a:gd name="connsiteX3" fmla="*/ 711587 w 4800600"/>
                <a:gd name="connsiteY3" fmla="*/ 4374965 h 4371975"/>
                <a:gd name="connsiteX4" fmla="*/ 87699 w 4800600"/>
                <a:gd name="connsiteY4" fmla="*/ 3340550 h 4371975"/>
                <a:gd name="connsiteX5" fmla="*/ 1733620 w 4800600"/>
                <a:gd name="connsiteY5" fmla="*/ 360177 h 4371975"/>
                <a:gd name="connsiteX6" fmla="*/ 2941389 w 4800600"/>
                <a:gd name="connsiteY6" fmla="*/ 337317 h 437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0" h="4371975">
                  <a:moveTo>
                    <a:pt x="2941389" y="337317"/>
                  </a:moveTo>
                  <a:lnTo>
                    <a:pt x="4699705" y="3252920"/>
                  </a:lnTo>
                  <a:cubicBezTo>
                    <a:pt x="4976882" y="3712977"/>
                    <a:pt x="4653032" y="4299717"/>
                    <a:pt x="4115822" y="4310195"/>
                  </a:cubicBezTo>
                  <a:lnTo>
                    <a:pt x="711587" y="4374965"/>
                  </a:lnTo>
                  <a:cubicBezTo>
                    <a:pt x="175329" y="4385442"/>
                    <a:pt x="-171381" y="3810132"/>
                    <a:pt x="87699" y="3340550"/>
                  </a:cubicBezTo>
                  <a:lnTo>
                    <a:pt x="1733620" y="360177"/>
                  </a:lnTo>
                  <a:cubicBezTo>
                    <a:pt x="1992700" y="-109405"/>
                    <a:pt x="2664212" y="-122740"/>
                    <a:pt x="2941389" y="3373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27">
              <a:extLst>
                <a:ext uri="{FF2B5EF4-FFF2-40B4-BE49-F238E27FC236}">
                  <a16:creationId xmlns:a16="http://schemas.microsoft.com/office/drawing/2014/main" id="{A6A8181F-CC04-40BF-AE79-DEC0A6ED09A9}"/>
                </a:ext>
              </a:extLst>
            </p:cNvPr>
            <p:cNvSpPr/>
            <p:nvPr/>
          </p:nvSpPr>
          <p:spPr>
            <a:xfrm rot="60000">
              <a:off x="867482" y="-793954"/>
              <a:ext cx="4475037" cy="4075480"/>
            </a:xfrm>
            <a:custGeom>
              <a:avLst/>
              <a:gdLst>
                <a:gd name="connsiteX0" fmla="*/ 2941389 w 4800600"/>
                <a:gd name="connsiteY0" fmla="*/ 337317 h 4371975"/>
                <a:gd name="connsiteX1" fmla="*/ 4699705 w 4800600"/>
                <a:gd name="connsiteY1" fmla="*/ 3252920 h 4371975"/>
                <a:gd name="connsiteX2" fmla="*/ 4115822 w 4800600"/>
                <a:gd name="connsiteY2" fmla="*/ 4310195 h 4371975"/>
                <a:gd name="connsiteX3" fmla="*/ 711587 w 4800600"/>
                <a:gd name="connsiteY3" fmla="*/ 4374965 h 4371975"/>
                <a:gd name="connsiteX4" fmla="*/ 87699 w 4800600"/>
                <a:gd name="connsiteY4" fmla="*/ 3340550 h 4371975"/>
                <a:gd name="connsiteX5" fmla="*/ 1733620 w 4800600"/>
                <a:gd name="connsiteY5" fmla="*/ 360177 h 4371975"/>
                <a:gd name="connsiteX6" fmla="*/ 2941389 w 4800600"/>
                <a:gd name="connsiteY6" fmla="*/ 337317 h 4371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0" h="4371975">
                  <a:moveTo>
                    <a:pt x="2941389" y="337317"/>
                  </a:moveTo>
                  <a:lnTo>
                    <a:pt x="4699705" y="3252920"/>
                  </a:lnTo>
                  <a:cubicBezTo>
                    <a:pt x="4976882" y="3712977"/>
                    <a:pt x="4653032" y="4299717"/>
                    <a:pt x="4115822" y="4310195"/>
                  </a:cubicBezTo>
                  <a:lnTo>
                    <a:pt x="711587" y="4374965"/>
                  </a:lnTo>
                  <a:cubicBezTo>
                    <a:pt x="175329" y="4385442"/>
                    <a:pt x="-171381" y="3810132"/>
                    <a:pt x="87699" y="3340550"/>
                  </a:cubicBezTo>
                  <a:lnTo>
                    <a:pt x="1733620" y="360177"/>
                  </a:lnTo>
                  <a:cubicBezTo>
                    <a:pt x="1992700" y="-109405"/>
                    <a:pt x="2664212" y="-122740"/>
                    <a:pt x="2941389" y="3373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917F4B5-22AF-4C44-BD0B-54356F64B742}"/>
              </a:ext>
            </a:extLst>
          </p:cNvPr>
          <p:cNvSpPr/>
          <p:nvPr/>
        </p:nvSpPr>
        <p:spPr>
          <a:xfrm rot="14190664">
            <a:off x="1973090" y="3386847"/>
            <a:ext cx="405294" cy="20722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5CB2717-6ED5-45FB-9317-20878003F687}"/>
              </a:ext>
            </a:extLst>
          </p:cNvPr>
          <p:cNvSpPr/>
          <p:nvPr/>
        </p:nvSpPr>
        <p:spPr>
          <a:xfrm rot="18091456">
            <a:off x="3545278" y="4110745"/>
            <a:ext cx="405294" cy="20722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6DB0671-E809-4F41-8814-C46ADFDA5A13}"/>
              </a:ext>
            </a:extLst>
          </p:cNvPr>
          <p:cNvSpPr/>
          <p:nvPr/>
        </p:nvSpPr>
        <p:spPr>
          <a:xfrm rot="19725368">
            <a:off x="3068448" y="2392880"/>
            <a:ext cx="405294" cy="20722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vi-VN" dirty="0"/>
              <a:t>Tổng quan Cơ sở Dữ liệu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B8A24D0-1CAB-4E06-AC58-D5EB3250D662}"/>
              </a:ext>
            </a:extLst>
          </p:cNvPr>
          <p:cNvGrpSpPr/>
          <p:nvPr/>
        </p:nvGrpSpPr>
        <p:grpSpPr>
          <a:xfrm>
            <a:off x="2589156" y="3607844"/>
            <a:ext cx="1344828" cy="1344828"/>
            <a:chOff x="1089413" y="2131797"/>
            <a:chExt cx="2968238" cy="296823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2CDC10F-CBC6-43C7-AFD5-1C0B1A578724}"/>
                </a:ext>
              </a:extLst>
            </p:cNvPr>
            <p:cNvSpPr/>
            <p:nvPr/>
          </p:nvSpPr>
          <p:spPr>
            <a:xfrm>
              <a:off x="1089413" y="2131797"/>
              <a:ext cx="2968238" cy="2968238"/>
            </a:xfrm>
            <a:custGeom>
              <a:avLst/>
              <a:gdLst>
                <a:gd name="connsiteX0" fmla="*/ 1484119 w 2968238"/>
                <a:gd name="connsiteY0" fmla="*/ 1312669 h 2968238"/>
                <a:gd name="connsiteX1" fmla="*/ 1312669 w 2968238"/>
                <a:gd name="connsiteY1" fmla="*/ 1484119 h 2968238"/>
                <a:gd name="connsiteX2" fmla="*/ 1484119 w 2968238"/>
                <a:gd name="connsiteY2" fmla="*/ 1655569 h 2968238"/>
                <a:gd name="connsiteX3" fmla="*/ 1655569 w 2968238"/>
                <a:gd name="connsiteY3" fmla="*/ 1484119 h 2968238"/>
                <a:gd name="connsiteX4" fmla="*/ 1484119 w 2968238"/>
                <a:gd name="connsiteY4" fmla="*/ 1312669 h 2968238"/>
                <a:gd name="connsiteX5" fmla="*/ 1484119 w 2968238"/>
                <a:gd name="connsiteY5" fmla="*/ 0 h 2968238"/>
                <a:gd name="connsiteX6" fmla="*/ 2968238 w 2968238"/>
                <a:gd name="connsiteY6" fmla="*/ 1484119 h 2968238"/>
                <a:gd name="connsiteX7" fmla="*/ 1484119 w 2968238"/>
                <a:gd name="connsiteY7" fmla="*/ 2968238 h 2968238"/>
                <a:gd name="connsiteX8" fmla="*/ 0 w 2968238"/>
                <a:gd name="connsiteY8" fmla="*/ 1484119 h 2968238"/>
                <a:gd name="connsiteX9" fmla="*/ 1484119 w 2968238"/>
                <a:gd name="connsiteY9" fmla="*/ 0 h 296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68238" h="2968238">
                  <a:moveTo>
                    <a:pt x="1484119" y="1312669"/>
                  </a:moveTo>
                  <a:cubicBezTo>
                    <a:pt x="1389430" y="1312669"/>
                    <a:pt x="1312669" y="1389430"/>
                    <a:pt x="1312669" y="1484119"/>
                  </a:cubicBezTo>
                  <a:cubicBezTo>
                    <a:pt x="1312669" y="1578808"/>
                    <a:pt x="1389430" y="1655569"/>
                    <a:pt x="1484119" y="1655569"/>
                  </a:cubicBezTo>
                  <a:cubicBezTo>
                    <a:pt x="1578808" y="1655569"/>
                    <a:pt x="1655569" y="1578808"/>
                    <a:pt x="1655569" y="1484119"/>
                  </a:cubicBezTo>
                  <a:cubicBezTo>
                    <a:pt x="1655569" y="1389430"/>
                    <a:pt x="1578808" y="1312669"/>
                    <a:pt x="1484119" y="1312669"/>
                  </a:cubicBezTo>
                  <a:close/>
                  <a:moveTo>
                    <a:pt x="1484119" y="0"/>
                  </a:moveTo>
                  <a:cubicBezTo>
                    <a:pt x="2303775" y="0"/>
                    <a:pt x="2968238" y="664463"/>
                    <a:pt x="2968238" y="1484119"/>
                  </a:cubicBezTo>
                  <a:cubicBezTo>
                    <a:pt x="2968238" y="2303775"/>
                    <a:pt x="2303775" y="2968238"/>
                    <a:pt x="1484119" y="2968238"/>
                  </a:cubicBezTo>
                  <a:cubicBezTo>
                    <a:pt x="664463" y="2968238"/>
                    <a:pt x="0" y="2303775"/>
                    <a:pt x="0" y="1484119"/>
                  </a:cubicBezTo>
                  <a:cubicBezTo>
                    <a:pt x="0" y="664463"/>
                    <a:pt x="664463" y="0"/>
                    <a:pt x="14841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646DB8B-DCF6-4FBC-A6DF-36A7A5069314}"/>
                </a:ext>
              </a:extLst>
            </p:cNvPr>
            <p:cNvSpPr/>
            <p:nvPr/>
          </p:nvSpPr>
          <p:spPr>
            <a:xfrm>
              <a:off x="1234570" y="2279534"/>
              <a:ext cx="2678023" cy="2676273"/>
            </a:xfrm>
            <a:custGeom>
              <a:avLst/>
              <a:gdLst>
                <a:gd name="connsiteX0" fmla="*/ 1338961 w 2678023"/>
                <a:gd name="connsiteY0" fmla="*/ 855269 h 2676273"/>
                <a:gd name="connsiteX1" fmla="*/ 857849 w 2678023"/>
                <a:gd name="connsiteY1" fmla="*/ 1336381 h 2676273"/>
                <a:gd name="connsiteX2" fmla="*/ 1338961 w 2678023"/>
                <a:gd name="connsiteY2" fmla="*/ 1817493 h 2676273"/>
                <a:gd name="connsiteX3" fmla="*/ 1820073 w 2678023"/>
                <a:gd name="connsiteY3" fmla="*/ 1336381 h 2676273"/>
                <a:gd name="connsiteX4" fmla="*/ 1338961 w 2678023"/>
                <a:gd name="connsiteY4" fmla="*/ 855269 h 2676273"/>
                <a:gd name="connsiteX5" fmla="*/ 1338961 w 2678023"/>
                <a:gd name="connsiteY5" fmla="*/ 545806 h 2676273"/>
                <a:gd name="connsiteX6" fmla="*/ 2129536 w 2678023"/>
                <a:gd name="connsiteY6" fmla="*/ 1336381 h 2676273"/>
                <a:gd name="connsiteX7" fmla="*/ 1338961 w 2678023"/>
                <a:gd name="connsiteY7" fmla="*/ 2126956 h 2676273"/>
                <a:gd name="connsiteX8" fmla="*/ 548386 w 2678023"/>
                <a:gd name="connsiteY8" fmla="*/ 1336381 h 2676273"/>
                <a:gd name="connsiteX9" fmla="*/ 1338961 w 2678023"/>
                <a:gd name="connsiteY9" fmla="*/ 545806 h 2676273"/>
                <a:gd name="connsiteX10" fmla="*/ 1340068 w 2678023"/>
                <a:gd name="connsiteY10" fmla="*/ 359376 h 2676273"/>
                <a:gd name="connsiteX11" fmla="*/ 361775 w 2678023"/>
                <a:gd name="connsiteY11" fmla="*/ 1331995 h 2676273"/>
                <a:gd name="connsiteX12" fmla="*/ 1338521 w 2678023"/>
                <a:gd name="connsiteY12" fmla="*/ 2312868 h 2676273"/>
                <a:gd name="connsiteX13" fmla="*/ 2316814 w 2678023"/>
                <a:gd name="connsiteY13" fmla="*/ 1335606 h 2676273"/>
                <a:gd name="connsiteX14" fmla="*/ 1340068 w 2678023"/>
                <a:gd name="connsiteY14" fmla="*/ 359376 h 2676273"/>
                <a:gd name="connsiteX15" fmla="*/ 1190637 w 2678023"/>
                <a:gd name="connsiteY15" fmla="*/ 143 h 2676273"/>
                <a:gd name="connsiteX16" fmla="*/ 1235841 w 2678023"/>
                <a:gd name="connsiteY16" fmla="*/ 48758 h 2676273"/>
                <a:gd name="connsiteX17" fmla="*/ 1269895 w 2678023"/>
                <a:gd name="connsiteY17" fmla="*/ 162273 h 2676273"/>
                <a:gd name="connsiteX18" fmla="*/ 1303434 w 2678023"/>
                <a:gd name="connsiteY18" fmla="*/ 192716 h 2676273"/>
                <a:gd name="connsiteX19" fmla="*/ 1376702 w 2678023"/>
                <a:gd name="connsiteY19" fmla="*/ 192716 h 2676273"/>
                <a:gd name="connsiteX20" fmla="*/ 1409209 w 2678023"/>
                <a:gd name="connsiteY20" fmla="*/ 163305 h 2676273"/>
                <a:gd name="connsiteX21" fmla="*/ 1447392 w 2678023"/>
                <a:gd name="connsiteY21" fmla="*/ 37922 h 2676273"/>
                <a:gd name="connsiteX22" fmla="*/ 1499505 w 2678023"/>
                <a:gd name="connsiteY22" fmla="*/ 256 h 2676273"/>
                <a:gd name="connsiteX23" fmla="*/ 1513436 w 2678023"/>
                <a:gd name="connsiteY23" fmla="*/ 772 h 2676273"/>
                <a:gd name="connsiteX24" fmla="*/ 1573290 w 2678023"/>
                <a:gd name="connsiteY24" fmla="*/ 65269 h 2676273"/>
                <a:gd name="connsiteX25" fmla="*/ 1576902 w 2678023"/>
                <a:gd name="connsiteY25" fmla="*/ 185492 h 2676273"/>
                <a:gd name="connsiteX26" fmla="*/ 1598057 w 2678023"/>
                <a:gd name="connsiteY26" fmla="*/ 220578 h 2676273"/>
                <a:gd name="connsiteX27" fmla="*/ 1674422 w 2678023"/>
                <a:gd name="connsiteY27" fmla="*/ 240702 h 2676273"/>
                <a:gd name="connsiteX28" fmla="*/ 1710540 w 2678023"/>
                <a:gd name="connsiteY28" fmla="*/ 221610 h 2676273"/>
                <a:gd name="connsiteX29" fmla="*/ 1779165 w 2678023"/>
                <a:gd name="connsiteY29" fmla="*/ 111707 h 2676273"/>
                <a:gd name="connsiteX30" fmla="*/ 1845726 w 2678023"/>
                <a:gd name="connsiteY30" fmla="*/ 88488 h 2676273"/>
                <a:gd name="connsiteX31" fmla="*/ 1857594 w 2678023"/>
                <a:gd name="connsiteY31" fmla="*/ 92616 h 2676273"/>
                <a:gd name="connsiteX32" fmla="*/ 1895260 w 2678023"/>
                <a:gd name="connsiteY32" fmla="*/ 166401 h 2676273"/>
                <a:gd name="connsiteX33" fmla="*/ 1868429 w 2678023"/>
                <a:gd name="connsiteY33" fmla="*/ 281980 h 2676273"/>
                <a:gd name="connsiteX34" fmla="*/ 1887004 w 2678023"/>
                <a:gd name="connsiteY34" fmla="*/ 332030 h 2676273"/>
                <a:gd name="connsiteX35" fmla="*/ 1946857 w 2678023"/>
                <a:gd name="connsiteY35" fmla="*/ 365052 h 2676273"/>
                <a:gd name="connsiteX36" fmla="*/ 1986588 w 2678023"/>
                <a:gd name="connsiteY36" fmla="*/ 355765 h 2676273"/>
                <a:gd name="connsiteX37" fmla="*/ 2081528 w 2678023"/>
                <a:gd name="connsiteY37" fmla="*/ 267532 h 2676273"/>
                <a:gd name="connsiteX38" fmla="*/ 2151701 w 2678023"/>
                <a:gd name="connsiteY38" fmla="*/ 261857 h 2676273"/>
                <a:gd name="connsiteX39" fmla="*/ 2155312 w 2678023"/>
                <a:gd name="connsiteY39" fmla="*/ 264437 h 2676273"/>
                <a:gd name="connsiteX40" fmla="*/ 2177500 w 2678023"/>
                <a:gd name="connsiteY40" fmla="*/ 353701 h 2676273"/>
                <a:gd name="connsiteX41" fmla="*/ 2122290 w 2678023"/>
                <a:gd name="connsiteY41" fmla="*/ 456896 h 2676273"/>
                <a:gd name="connsiteX42" fmla="*/ 2126934 w 2678023"/>
                <a:gd name="connsiteY42" fmla="*/ 505914 h 2676273"/>
                <a:gd name="connsiteX43" fmla="*/ 2173372 w 2678023"/>
                <a:gd name="connsiteY43" fmla="*/ 551836 h 2676273"/>
                <a:gd name="connsiteX44" fmla="*/ 2219810 w 2678023"/>
                <a:gd name="connsiteY44" fmla="*/ 555964 h 2676273"/>
                <a:gd name="connsiteX45" fmla="*/ 2336937 w 2678023"/>
                <a:gd name="connsiteY45" fmla="*/ 494046 h 2676273"/>
                <a:gd name="connsiteX46" fmla="*/ 2400917 w 2678023"/>
                <a:gd name="connsiteY46" fmla="*/ 507462 h 2676273"/>
                <a:gd name="connsiteX47" fmla="*/ 2420525 w 2678023"/>
                <a:gd name="connsiteY47" fmla="*/ 533777 h 2676273"/>
                <a:gd name="connsiteX48" fmla="*/ 2415365 w 2678023"/>
                <a:gd name="connsiteY48" fmla="*/ 591566 h 2676273"/>
                <a:gd name="connsiteX49" fmla="*/ 2321973 w 2678023"/>
                <a:gd name="connsiteY49" fmla="*/ 692182 h 2676273"/>
                <a:gd name="connsiteX50" fmla="*/ 2313718 w 2678023"/>
                <a:gd name="connsiteY50" fmla="*/ 733460 h 2676273"/>
                <a:gd name="connsiteX51" fmla="*/ 2349320 w 2678023"/>
                <a:gd name="connsiteY51" fmla="*/ 795377 h 2676273"/>
                <a:gd name="connsiteX52" fmla="*/ 2394726 w 2678023"/>
                <a:gd name="connsiteY52" fmla="*/ 810341 h 2676273"/>
                <a:gd name="connsiteX53" fmla="*/ 2526816 w 2678023"/>
                <a:gd name="connsiteY53" fmla="*/ 780414 h 2676273"/>
                <a:gd name="connsiteX54" fmla="*/ 2575834 w 2678023"/>
                <a:gd name="connsiteY54" fmla="*/ 803117 h 2676273"/>
                <a:gd name="connsiteX55" fmla="*/ 2591313 w 2678023"/>
                <a:gd name="connsiteY55" fmla="*/ 838719 h 2676273"/>
                <a:gd name="connsiteX56" fmla="*/ 2570158 w 2678023"/>
                <a:gd name="connsiteY56" fmla="*/ 896509 h 2676273"/>
                <a:gd name="connsiteX57" fmla="*/ 2461287 w 2678023"/>
                <a:gd name="connsiteY57" fmla="*/ 964103 h 2676273"/>
                <a:gd name="connsiteX58" fmla="*/ 2438068 w 2678023"/>
                <a:gd name="connsiteY58" fmla="*/ 1014669 h 2676273"/>
                <a:gd name="connsiteX59" fmla="*/ 2454063 w 2678023"/>
                <a:gd name="connsiteY59" fmla="*/ 1073490 h 2676273"/>
                <a:gd name="connsiteX60" fmla="*/ 2492762 w 2678023"/>
                <a:gd name="connsiteY60" fmla="*/ 1100837 h 2676273"/>
                <a:gd name="connsiteX61" fmla="*/ 2628464 w 2678023"/>
                <a:gd name="connsiteY61" fmla="*/ 1105997 h 2676273"/>
                <a:gd name="connsiteX62" fmla="*/ 2672322 w 2678023"/>
                <a:gd name="connsiteY62" fmla="*/ 1140567 h 2676273"/>
                <a:gd name="connsiteX63" fmla="*/ 2677998 w 2678023"/>
                <a:gd name="connsiteY63" fmla="*/ 1182361 h 2676273"/>
                <a:gd name="connsiteX64" fmla="*/ 2644459 w 2678023"/>
                <a:gd name="connsiteY64" fmla="*/ 1229831 h 2676273"/>
                <a:gd name="connsiteX65" fmla="*/ 2522172 w 2678023"/>
                <a:gd name="connsiteY65" fmla="*/ 1267498 h 2676273"/>
                <a:gd name="connsiteX66" fmla="*/ 2483990 w 2678023"/>
                <a:gd name="connsiteY66" fmla="*/ 1315999 h 2676273"/>
                <a:gd name="connsiteX67" fmla="*/ 2486570 w 2678023"/>
                <a:gd name="connsiteY67" fmla="*/ 1379981 h 2676273"/>
                <a:gd name="connsiteX68" fmla="*/ 2512885 w 2678023"/>
                <a:gd name="connsiteY68" fmla="*/ 1407843 h 2676273"/>
                <a:gd name="connsiteX69" fmla="*/ 2641363 w 2678023"/>
                <a:gd name="connsiteY69" fmla="*/ 1447058 h 2676273"/>
                <a:gd name="connsiteX70" fmla="*/ 2677998 w 2678023"/>
                <a:gd name="connsiteY70" fmla="*/ 1498139 h 2676273"/>
                <a:gd name="connsiteX71" fmla="*/ 2677998 w 2678023"/>
                <a:gd name="connsiteY71" fmla="*/ 1507427 h 2676273"/>
                <a:gd name="connsiteX72" fmla="*/ 2611952 w 2678023"/>
                <a:gd name="connsiteY72" fmla="*/ 1572956 h 2676273"/>
                <a:gd name="connsiteX73" fmla="*/ 2490182 w 2678023"/>
                <a:gd name="connsiteY73" fmla="*/ 1576568 h 2676273"/>
                <a:gd name="connsiteX74" fmla="*/ 2457675 w 2678023"/>
                <a:gd name="connsiteY74" fmla="*/ 1596691 h 2676273"/>
                <a:gd name="connsiteX75" fmla="*/ 2437036 w 2678023"/>
                <a:gd name="connsiteY75" fmla="*/ 1673056 h 2676273"/>
                <a:gd name="connsiteX76" fmla="*/ 2457159 w 2678023"/>
                <a:gd name="connsiteY76" fmla="*/ 1710206 h 2676273"/>
                <a:gd name="connsiteX77" fmla="*/ 2564483 w 2678023"/>
                <a:gd name="connsiteY77" fmla="*/ 1777283 h 2676273"/>
                <a:gd name="connsiteX78" fmla="*/ 2588733 w 2678023"/>
                <a:gd name="connsiteY78" fmla="*/ 1845908 h 2676273"/>
                <a:gd name="connsiteX79" fmla="*/ 2571706 w 2678023"/>
                <a:gd name="connsiteY79" fmla="*/ 1880995 h 2676273"/>
                <a:gd name="connsiteX80" fmla="*/ 2538684 w 2678023"/>
                <a:gd name="connsiteY80" fmla="*/ 1897506 h 2676273"/>
                <a:gd name="connsiteX81" fmla="*/ 2456643 w 2678023"/>
                <a:gd name="connsiteY81" fmla="*/ 1879447 h 2676273"/>
                <a:gd name="connsiteX82" fmla="*/ 2389566 w 2678023"/>
                <a:gd name="connsiteY82" fmla="*/ 1863967 h 2676273"/>
                <a:gd name="connsiteX83" fmla="*/ 2354479 w 2678023"/>
                <a:gd name="connsiteY83" fmla="*/ 1874803 h 2676273"/>
                <a:gd name="connsiteX84" fmla="*/ 2312170 w 2678023"/>
                <a:gd name="connsiteY84" fmla="*/ 1950652 h 2676273"/>
                <a:gd name="connsiteX85" fmla="*/ 2322489 w 2678023"/>
                <a:gd name="connsiteY85" fmla="*/ 1983158 h 2676273"/>
                <a:gd name="connsiteX86" fmla="*/ 2412785 w 2678023"/>
                <a:gd name="connsiteY86" fmla="*/ 2080162 h 2676273"/>
                <a:gd name="connsiteX87" fmla="*/ 2418461 w 2678023"/>
                <a:gd name="connsiteY87" fmla="*/ 2146723 h 2676273"/>
                <a:gd name="connsiteX88" fmla="*/ 2414849 w 2678023"/>
                <a:gd name="connsiteY88" fmla="*/ 2151883 h 2676273"/>
                <a:gd name="connsiteX89" fmla="*/ 2324037 w 2678023"/>
                <a:gd name="connsiteY89" fmla="*/ 2174586 h 2676273"/>
                <a:gd name="connsiteX90" fmla="*/ 2219294 w 2678023"/>
                <a:gd name="connsiteY90" fmla="*/ 2118860 h 2676273"/>
                <a:gd name="connsiteX91" fmla="*/ 2178531 w 2678023"/>
                <a:gd name="connsiteY91" fmla="*/ 2120408 h 2676273"/>
                <a:gd name="connsiteX92" fmla="*/ 2125386 w 2678023"/>
                <a:gd name="connsiteY92" fmla="*/ 2172522 h 2676273"/>
                <a:gd name="connsiteX93" fmla="*/ 2122806 w 2678023"/>
                <a:gd name="connsiteY93" fmla="*/ 2217412 h 2676273"/>
                <a:gd name="connsiteX94" fmla="*/ 2184723 w 2678023"/>
                <a:gd name="connsiteY94" fmla="*/ 2334539 h 2676273"/>
                <a:gd name="connsiteX95" fmla="*/ 2174404 w 2678023"/>
                <a:gd name="connsiteY95" fmla="*/ 2395424 h 2676273"/>
                <a:gd name="connsiteX96" fmla="*/ 2164084 w 2678023"/>
                <a:gd name="connsiteY96" fmla="*/ 2404712 h 2676273"/>
                <a:gd name="connsiteX97" fmla="*/ 2075336 w 2678023"/>
                <a:gd name="connsiteY97" fmla="*/ 2401616 h 2676273"/>
                <a:gd name="connsiteX98" fmla="*/ 1988652 w 2678023"/>
                <a:gd name="connsiteY98" fmla="*/ 2320607 h 2676273"/>
                <a:gd name="connsiteX99" fmla="*/ 1944277 w 2678023"/>
                <a:gd name="connsiteY99" fmla="*/ 2311836 h 2676273"/>
                <a:gd name="connsiteX100" fmla="*/ 1883392 w 2678023"/>
                <a:gd name="connsiteY100" fmla="*/ 2346406 h 2676273"/>
                <a:gd name="connsiteX101" fmla="*/ 1868429 w 2678023"/>
                <a:gd name="connsiteY101" fmla="*/ 2391812 h 2676273"/>
                <a:gd name="connsiteX102" fmla="*/ 1899388 w 2678023"/>
                <a:gd name="connsiteY102" fmla="*/ 2526998 h 2676273"/>
                <a:gd name="connsiteX103" fmla="*/ 1879264 w 2678023"/>
                <a:gd name="connsiteY103" fmla="*/ 2571888 h 2676273"/>
                <a:gd name="connsiteX104" fmla="*/ 1841082 w 2678023"/>
                <a:gd name="connsiteY104" fmla="*/ 2588916 h 2676273"/>
                <a:gd name="connsiteX105" fmla="*/ 1782777 w 2678023"/>
                <a:gd name="connsiteY105" fmla="*/ 2568277 h 2676273"/>
                <a:gd name="connsiteX106" fmla="*/ 1715184 w 2678023"/>
                <a:gd name="connsiteY106" fmla="*/ 2459405 h 2676273"/>
                <a:gd name="connsiteX107" fmla="*/ 1664618 w 2678023"/>
                <a:gd name="connsiteY107" fmla="*/ 2435670 h 2676273"/>
                <a:gd name="connsiteX108" fmla="*/ 1610440 w 2678023"/>
                <a:gd name="connsiteY108" fmla="*/ 2450118 h 2676273"/>
                <a:gd name="connsiteX109" fmla="*/ 1577418 w 2678023"/>
                <a:gd name="connsiteY109" fmla="*/ 2495008 h 2676273"/>
                <a:gd name="connsiteX110" fmla="*/ 1573806 w 2678023"/>
                <a:gd name="connsiteY110" fmla="*/ 2616778 h 2676273"/>
                <a:gd name="connsiteX111" fmla="*/ 1526852 w 2678023"/>
                <a:gd name="connsiteY111" fmla="*/ 2672504 h 2676273"/>
                <a:gd name="connsiteX112" fmla="*/ 1497441 w 2678023"/>
                <a:gd name="connsiteY112" fmla="*/ 2676116 h 2676273"/>
                <a:gd name="connsiteX113" fmla="*/ 1449972 w 2678023"/>
                <a:gd name="connsiteY113" fmla="*/ 2644125 h 2676273"/>
                <a:gd name="connsiteX114" fmla="*/ 1410241 w 2678023"/>
                <a:gd name="connsiteY114" fmla="*/ 2514615 h 2676273"/>
                <a:gd name="connsiteX115" fmla="*/ 1373091 w 2678023"/>
                <a:gd name="connsiteY115" fmla="*/ 2482624 h 2676273"/>
                <a:gd name="connsiteX116" fmla="*/ 1304982 w 2678023"/>
                <a:gd name="connsiteY116" fmla="*/ 2483140 h 2676273"/>
                <a:gd name="connsiteX117" fmla="*/ 1271959 w 2678023"/>
                <a:gd name="connsiteY117" fmla="*/ 2511519 h 2676273"/>
                <a:gd name="connsiteX118" fmla="*/ 1234293 w 2678023"/>
                <a:gd name="connsiteY118" fmla="*/ 2633806 h 2676273"/>
                <a:gd name="connsiteX119" fmla="*/ 1170828 w 2678023"/>
                <a:gd name="connsiteY119" fmla="*/ 2674568 h 2676273"/>
                <a:gd name="connsiteX120" fmla="*/ 1106847 w 2678023"/>
                <a:gd name="connsiteY120" fmla="*/ 2602331 h 2676273"/>
                <a:gd name="connsiteX121" fmla="*/ 1103751 w 2678023"/>
                <a:gd name="connsiteY121" fmla="*/ 2491396 h 2676273"/>
                <a:gd name="connsiteX122" fmla="*/ 1080532 w 2678023"/>
                <a:gd name="connsiteY122" fmla="*/ 2454245 h 2676273"/>
                <a:gd name="connsiteX123" fmla="*/ 1005199 w 2678023"/>
                <a:gd name="connsiteY123" fmla="*/ 2435154 h 2676273"/>
                <a:gd name="connsiteX124" fmla="*/ 969080 w 2678023"/>
                <a:gd name="connsiteY124" fmla="*/ 2454245 h 2676273"/>
                <a:gd name="connsiteX125" fmla="*/ 900456 w 2678023"/>
                <a:gd name="connsiteY125" fmla="*/ 2564149 h 2676273"/>
                <a:gd name="connsiteX126" fmla="*/ 836474 w 2678023"/>
                <a:gd name="connsiteY126" fmla="*/ 2587368 h 2676273"/>
                <a:gd name="connsiteX127" fmla="*/ 831830 w 2678023"/>
                <a:gd name="connsiteY127" fmla="*/ 2585820 h 2676273"/>
                <a:gd name="connsiteX128" fmla="*/ 785392 w 2678023"/>
                <a:gd name="connsiteY128" fmla="*/ 2504811 h 2676273"/>
                <a:gd name="connsiteX129" fmla="*/ 811707 w 2678023"/>
                <a:gd name="connsiteY129" fmla="*/ 2390780 h 2676273"/>
                <a:gd name="connsiteX130" fmla="*/ 794680 w 2678023"/>
                <a:gd name="connsiteY130" fmla="*/ 2344342 h 2676273"/>
                <a:gd name="connsiteX131" fmla="*/ 739470 w 2678023"/>
                <a:gd name="connsiteY131" fmla="*/ 2312352 h 2676273"/>
                <a:gd name="connsiteX132" fmla="*/ 689421 w 2678023"/>
                <a:gd name="connsiteY132" fmla="*/ 2321639 h 2676273"/>
                <a:gd name="connsiteX133" fmla="*/ 596029 w 2678023"/>
                <a:gd name="connsiteY133" fmla="*/ 2408839 h 2676273"/>
                <a:gd name="connsiteX134" fmla="*/ 530500 w 2678023"/>
                <a:gd name="connsiteY134" fmla="*/ 2415031 h 2676273"/>
                <a:gd name="connsiteX135" fmla="*/ 521212 w 2678023"/>
                <a:gd name="connsiteY135" fmla="*/ 2408839 h 2676273"/>
                <a:gd name="connsiteX136" fmla="*/ 500573 w 2678023"/>
                <a:gd name="connsiteY136" fmla="*/ 2322671 h 2676273"/>
                <a:gd name="connsiteX137" fmla="*/ 556298 w 2678023"/>
                <a:gd name="connsiteY137" fmla="*/ 2217928 h 2676273"/>
                <a:gd name="connsiteX138" fmla="*/ 552171 w 2678023"/>
                <a:gd name="connsiteY138" fmla="*/ 2168910 h 2676273"/>
                <a:gd name="connsiteX139" fmla="*/ 505733 w 2678023"/>
                <a:gd name="connsiteY139" fmla="*/ 2122988 h 2676273"/>
                <a:gd name="connsiteX140" fmla="*/ 457747 w 2678023"/>
                <a:gd name="connsiteY140" fmla="*/ 2119376 h 2676273"/>
                <a:gd name="connsiteX141" fmla="*/ 341652 w 2678023"/>
                <a:gd name="connsiteY141" fmla="*/ 2180778 h 2676273"/>
                <a:gd name="connsiteX142" fmla="*/ 278187 w 2678023"/>
                <a:gd name="connsiteY142" fmla="*/ 2168910 h 2676273"/>
                <a:gd name="connsiteX143" fmla="*/ 274059 w 2678023"/>
                <a:gd name="connsiteY143" fmla="*/ 2164266 h 2676273"/>
                <a:gd name="connsiteX144" fmla="*/ 276639 w 2678023"/>
                <a:gd name="connsiteY144" fmla="*/ 2069326 h 2676273"/>
                <a:gd name="connsiteX145" fmla="*/ 354551 w 2678023"/>
                <a:gd name="connsiteY145" fmla="*/ 1986254 h 2676273"/>
                <a:gd name="connsiteX146" fmla="*/ 363839 w 2678023"/>
                <a:gd name="connsiteY146" fmla="*/ 1940848 h 2676273"/>
                <a:gd name="connsiteX147" fmla="*/ 328237 w 2678023"/>
                <a:gd name="connsiteY147" fmla="*/ 1878931 h 2676273"/>
                <a:gd name="connsiteX148" fmla="*/ 283347 w 2678023"/>
                <a:gd name="connsiteY148" fmla="*/ 1866031 h 2676273"/>
                <a:gd name="connsiteX149" fmla="*/ 170864 w 2678023"/>
                <a:gd name="connsiteY149" fmla="*/ 1891830 h 2676273"/>
                <a:gd name="connsiteX150" fmla="*/ 155900 w 2678023"/>
                <a:gd name="connsiteY150" fmla="*/ 1895442 h 2676273"/>
                <a:gd name="connsiteX151" fmla="*/ 100175 w 2678023"/>
                <a:gd name="connsiteY151" fmla="*/ 1868095 h 2676273"/>
                <a:gd name="connsiteX152" fmla="*/ 87275 w 2678023"/>
                <a:gd name="connsiteY152" fmla="*/ 1838169 h 2676273"/>
                <a:gd name="connsiteX153" fmla="*/ 107915 w 2678023"/>
                <a:gd name="connsiteY153" fmla="*/ 1779863 h 2676273"/>
                <a:gd name="connsiteX154" fmla="*/ 213690 w 2678023"/>
                <a:gd name="connsiteY154" fmla="*/ 1713818 h 2676273"/>
                <a:gd name="connsiteX155" fmla="*/ 238972 w 2678023"/>
                <a:gd name="connsiteY155" fmla="*/ 1654481 h 2676273"/>
                <a:gd name="connsiteX156" fmla="*/ 222977 w 2678023"/>
                <a:gd name="connsiteY156" fmla="*/ 1600819 h 2676273"/>
                <a:gd name="connsiteX157" fmla="*/ 184279 w 2678023"/>
                <a:gd name="connsiteY157" fmla="*/ 1575020 h 2676273"/>
                <a:gd name="connsiteX158" fmla="*/ 59413 w 2678023"/>
                <a:gd name="connsiteY158" fmla="*/ 1571408 h 2676273"/>
                <a:gd name="connsiteX159" fmla="*/ 3687 w 2678023"/>
                <a:gd name="connsiteY159" fmla="*/ 1524454 h 2676273"/>
                <a:gd name="connsiteX160" fmla="*/ 1623 w 2678023"/>
                <a:gd name="connsiteY160" fmla="*/ 1513619 h 2676273"/>
                <a:gd name="connsiteX161" fmla="*/ 48577 w 2678023"/>
                <a:gd name="connsiteY161" fmla="*/ 1442414 h 2676273"/>
                <a:gd name="connsiteX162" fmla="*/ 160544 w 2678023"/>
                <a:gd name="connsiteY162" fmla="*/ 1408359 h 2676273"/>
                <a:gd name="connsiteX163" fmla="*/ 194083 w 2678023"/>
                <a:gd name="connsiteY163" fmla="*/ 1370693 h 2676273"/>
                <a:gd name="connsiteX164" fmla="*/ 192534 w 2678023"/>
                <a:gd name="connsiteY164" fmla="*/ 1298972 h 2676273"/>
                <a:gd name="connsiteX165" fmla="*/ 166220 w 2678023"/>
                <a:gd name="connsiteY165" fmla="*/ 1269561 h 2676273"/>
                <a:gd name="connsiteX166" fmla="*/ 47029 w 2678023"/>
                <a:gd name="connsiteY166" fmla="*/ 1232927 h 2676273"/>
                <a:gd name="connsiteX167" fmla="*/ 1623 w 2678023"/>
                <a:gd name="connsiteY167" fmla="*/ 1166882 h 2676273"/>
                <a:gd name="connsiteX168" fmla="*/ 6267 w 2678023"/>
                <a:gd name="connsiteY168" fmla="*/ 1139535 h 2676273"/>
                <a:gd name="connsiteX169" fmla="*/ 49093 w 2678023"/>
                <a:gd name="connsiteY169" fmla="*/ 1105481 h 2676273"/>
                <a:gd name="connsiteX170" fmla="*/ 164672 w 2678023"/>
                <a:gd name="connsiteY170" fmla="*/ 1101869 h 2676273"/>
                <a:gd name="connsiteX171" fmla="*/ 181699 w 2678023"/>
                <a:gd name="connsiteY171" fmla="*/ 1101353 h 2676273"/>
                <a:gd name="connsiteX172" fmla="*/ 227621 w 2678023"/>
                <a:gd name="connsiteY172" fmla="*/ 1065234 h 2676273"/>
                <a:gd name="connsiteX173" fmla="*/ 241036 w 2678023"/>
                <a:gd name="connsiteY173" fmla="*/ 1014153 h 2676273"/>
                <a:gd name="connsiteX174" fmla="*/ 219366 w 2678023"/>
                <a:gd name="connsiteY174" fmla="*/ 965651 h 2676273"/>
                <a:gd name="connsiteX175" fmla="*/ 113590 w 2678023"/>
                <a:gd name="connsiteY175" fmla="*/ 899605 h 2676273"/>
                <a:gd name="connsiteX176" fmla="*/ 89855 w 2678023"/>
                <a:gd name="connsiteY176" fmla="*/ 832012 h 2676273"/>
                <a:gd name="connsiteX177" fmla="*/ 104818 w 2678023"/>
                <a:gd name="connsiteY177" fmla="*/ 799505 h 2676273"/>
                <a:gd name="connsiteX178" fmla="*/ 151256 w 2678023"/>
                <a:gd name="connsiteY178" fmla="*/ 779898 h 2676273"/>
                <a:gd name="connsiteX179" fmla="*/ 283347 w 2678023"/>
                <a:gd name="connsiteY179" fmla="*/ 810341 h 2676273"/>
                <a:gd name="connsiteX180" fmla="*/ 331332 w 2678023"/>
                <a:gd name="connsiteY180" fmla="*/ 794345 h 2676273"/>
                <a:gd name="connsiteX181" fmla="*/ 363839 w 2678023"/>
                <a:gd name="connsiteY181" fmla="*/ 737588 h 2676273"/>
                <a:gd name="connsiteX182" fmla="*/ 354551 w 2678023"/>
                <a:gd name="connsiteY182" fmla="*/ 689086 h 2676273"/>
                <a:gd name="connsiteX183" fmla="*/ 266835 w 2678023"/>
                <a:gd name="connsiteY183" fmla="*/ 595694 h 2676273"/>
                <a:gd name="connsiteX184" fmla="*/ 261675 w 2678023"/>
                <a:gd name="connsiteY184" fmla="*/ 529133 h 2676273"/>
                <a:gd name="connsiteX185" fmla="*/ 270447 w 2678023"/>
                <a:gd name="connsiteY185" fmla="*/ 516233 h 2676273"/>
                <a:gd name="connsiteX186" fmla="*/ 349907 w 2678023"/>
                <a:gd name="connsiteY186" fmla="*/ 498690 h 2676273"/>
                <a:gd name="connsiteX187" fmla="*/ 457231 w 2678023"/>
                <a:gd name="connsiteY187" fmla="*/ 555964 h 2676273"/>
                <a:gd name="connsiteX188" fmla="*/ 507797 w 2678023"/>
                <a:gd name="connsiteY188" fmla="*/ 551320 h 2676273"/>
                <a:gd name="connsiteX189" fmla="*/ 551139 w 2678023"/>
                <a:gd name="connsiteY189" fmla="*/ 508494 h 2676273"/>
                <a:gd name="connsiteX190" fmla="*/ 556815 w 2678023"/>
                <a:gd name="connsiteY190" fmla="*/ 456896 h 2676273"/>
                <a:gd name="connsiteX191" fmla="*/ 494381 w 2678023"/>
                <a:gd name="connsiteY191" fmla="*/ 339769 h 2676273"/>
                <a:gd name="connsiteX192" fmla="*/ 505217 w 2678023"/>
                <a:gd name="connsiteY192" fmla="*/ 280432 h 2676273"/>
                <a:gd name="connsiteX193" fmla="*/ 537723 w 2678023"/>
                <a:gd name="connsiteY193" fmla="*/ 256181 h 2676273"/>
                <a:gd name="connsiteX194" fmla="*/ 590353 w 2678023"/>
                <a:gd name="connsiteY194" fmla="*/ 261857 h 2676273"/>
                <a:gd name="connsiteX195" fmla="*/ 679617 w 2678023"/>
                <a:gd name="connsiteY195" fmla="*/ 344929 h 2676273"/>
                <a:gd name="connsiteX196" fmla="*/ 754950 w 2678023"/>
                <a:gd name="connsiteY196" fmla="*/ 355765 h 2676273"/>
                <a:gd name="connsiteX197" fmla="*/ 797260 w 2678023"/>
                <a:gd name="connsiteY197" fmla="*/ 329450 h 2676273"/>
                <a:gd name="connsiteX198" fmla="*/ 811707 w 2678023"/>
                <a:gd name="connsiteY198" fmla="*/ 285076 h 2676273"/>
                <a:gd name="connsiteX199" fmla="*/ 781781 w 2678023"/>
                <a:gd name="connsiteY199" fmla="*/ 156081 h 2676273"/>
                <a:gd name="connsiteX200" fmla="*/ 807064 w 2678023"/>
                <a:gd name="connsiteY200" fmla="*/ 100872 h 2676273"/>
                <a:gd name="connsiteX201" fmla="*/ 841634 w 2678023"/>
                <a:gd name="connsiteY201" fmla="*/ 86424 h 2676273"/>
                <a:gd name="connsiteX202" fmla="*/ 896328 w 2678023"/>
                <a:gd name="connsiteY202" fmla="*/ 106031 h 2676273"/>
                <a:gd name="connsiteX203" fmla="*/ 965469 w 2678023"/>
                <a:gd name="connsiteY203" fmla="*/ 217483 h 2676273"/>
                <a:gd name="connsiteX204" fmla="*/ 1013455 w 2678023"/>
                <a:gd name="connsiteY204" fmla="*/ 240702 h 2676273"/>
                <a:gd name="connsiteX205" fmla="*/ 1077952 w 2678023"/>
                <a:gd name="connsiteY205" fmla="*/ 222642 h 2676273"/>
                <a:gd name="connsiteX206" fmla="*/ 1101687 w 2678023"/>
                <a:gd name="connsiteY206" fmla="*/ 188072 h 2676273"/>
                <a:gd name="connsiteX207" fmla="*/ 1106847 w 2678023"/>
                <a:gd name="connsiteY207" fmla="*/ 53918 h 2676273"/>
                <a:gd name="connsiteX208" fmla="*/ 1145029 w 2678023"/>
                <a:gd name="connsiteY208" fmla="*/ 4900 h 2676273"/>
                <a:gd name="connsiteX209" fmla="*/ 1158960 w 2678023"/>
                <a:gd name="connsiteY209" fmla="*/ 1804 h 2676273"/>
                <a:gd name="connsiteX210" fmla="*/ 1190637 w 2678023"/>
                <a:gd name="connsiteY210" fmla="*/ 143 h 267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78023" h="2676273">
                  <a:moveTo>
                    <a:pt x="1338961" y="855269"/>
                  </a:moveTo>
                  <a:cubicBezTo>
                    <a:pt x="1073250" y="855269"/>
                    <a:pt x="857849" y="1070670"/>
                    <a:pt x="857849" y="1336381"/>
                  </a:cubicBezTo>
                  <a:cubicBezTo>
                    <a:pt x="857849" y="1602092"/>
                    <a:pt x="1073250" y="1817493"/>
                    <a:pt x="1338961" y="1817493"/>
                  </a:cubicBezTo>
                  <a:cubicBezTo>
                    <a:pt x="1604672" y="1817493"/>
                    <a:pt x="1820073" y="1602092"/>
                    <a:pt x="1820073" y="1336381"/>
                  </a:cubicBezTo>
                  <a:cubicBezTo>
                    <a:pt x="1820073" y="1070670"/>
                    <a:pt x="1604672" y="855269"/>
                    <a:pt x="1338961" y="855269"/>
                  </a:cubicBezTo>
                  <a:close/>
                  <a:moveTo>
                    <a:pt x="1338961" y="545806"/>
                  </a:moveTo>
                  <a:cubicBezTo>
                    <a:pt x="1775584" y="545806"/>
                    <a:pt x="2129536" y="899758"/>
                    <a:pt x="2129536" y="1336381"/>
                  </a:cubicBezTo>
                  <a:cubicBezTo>
                    <a:pt x="2129536" y="1773004"/>
                    <a:pt x="1775584" y="2126956"/>
                    <a:pt x="1338961" y="2126956"/>
                  </a:cubicBezTo>
                  <a:cubicBezTo>
                    <a:pt x="902338" y="2126956"/>
                    <a:pt x="548386" y="1773004"/>
                    <a:pt x="548386" y="1336381"/>
                  </a:cubicBezTo>
                  <a:cubicBezTo>
                    <a:pt x="548386" y="899758"/>
                    <a:pt x="902338" y="545806"/>
                    <a:pt x="1338961" y="545806"/>
                  </a:cubicBezTo>
                  <a:close/>
                  <a:moveTo>
                    <a:pt x="1340068" y="359376"/>
                  </a:moveTo>
                  <a:cubicBezTo>
                    <a:pt x="796228" y="358860"/>
                    <a:pt x="363839" y="794861"/>
                    <a:pt x="361775" y="1331995"/>
                  </a:cubicBezTo>
                  <a:cubicBezTo>
                    <a:pt x="359711" y="1882027"/>
                    <a:pt x="806032" y="2314416"/>
                    <a:pt x="1338521" y="2312868"/>
                  </a:cubicBezTo>
                  <a:cubicBezTo>
                    <a:pt x="1869461" y="2314932"/>
                    <a:pt x="2317329" y="1887702"/>
                    <a:pt x="2316814" y="1335606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lose/>
                  <a:moveTo>
                    <a:pt x="1190637" y="143"/>
                  </a:moveTo>
                  <a:cubicBezTo>
                    <a:pt x="1216299" y="1546"/>
                    <a:pt x="1225780" y="13543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3"/>
                    <a:pt x="2498437" y="942948"/>
                    <a:pt x="2461287" y="964103"/>
                  </a:cubicBezTo>
                  <a:cubicBezTo>
                    <a:pt x="2440132" y="976486"/>
                    <a:pt x="2434456" y="992998"/>
                    <a:pt x="2438068" y="1014669"/>
                  </a:cubicBezTo>
                  <a:cubicBezTo>
                    <a:pt x="2441164" y="1034792"/>
                    <a:pt x="2446840" y="1054399"/>
                    <a:pt x="2454063" y="1073490"/>
                  </a:cubicBezTo>
                  <a:cubicBezTo>
                    <a:pt x="2460771" y="1091033"/>
                    <a:pt x="2472638" y="1100321"/>
                    <a:pt x="2492762" y="1100837"/>
                  </a:cubicBezTo>
                  <a:cubicBezTo>
                    <a:pt x="2538168" y="1101353"/>
                    <a:pt x="2583058" y="1104449"/>
                    <a:pt x="2628464" y="1105997"/>
                  </a:cubicBezTo>
                  <a:cubicBezTo>
                    <a:pt x="2653230" y="1107029"/>
                    <a:pt x="2665614" y="1116832"/>
                    <a:pt x="2672322" y="1140567"/>
                  </a:cubicBezTo>
                  <a:cubicBezTo>
                    <a:pt x="2676449" y="1153983"/>
                    <a:pt x="2677998" y="1167914"/>
                    <a:pt x="2677998" y="1182361"/>
                  </a:cubicBezTo>
                  <a:cubicBezTo>
                    <a:pt x="2677998" y="1210224"/>
                    <a:pt x="2670258" y="1221576"/>
                    <a:pt x="2644459" y="1229831"/>
                  </a:cubicBezTo>
                  <a:cubicBezTo>
                    <a:pt x="2603697" y="1242731"/>
                    <a:pt x="2562934" y="1255114"/>
                    <a:pt x="2522172" y="1267498"/>
                  </a:cubicBezTo>
                  <a:cubicBezTo>
                    <a:pt x="2492762" y="1276269"/>
                    <a:pt x="2485022" y="1285557"/>
                    <a:pt x="2483990" y="1315999"/>
                  </a:cubicBezTo>
                  <a:cubicBezTo>
                    <a:pt x="2483474" y="1337154"/>
                    <a:pt x="2481926" y="1358825"/>
                    <a:pt x="2486570" y="1379981"/>
                  </a:cubicBezTo>
                  <a:cubicBezTo>
                    <a:pt x="2489666" y="1394428"/>
                    <a:pt x="2498437" y="1403200"/>
                    <a:pt x="2512885" y="1407843"/>
                  </a:cubicBezTo>
                  <a:cubicBezTo>
                    <a:pt x="2555711" y="1420743"/>
                    <a:pt x="2598537" y="1433642"/>
                    <a:pt x="2641363" y="1447058"/>
                  </a:cubicBezTo>
                  <a:cubicBezTo>
                    <a:pt x="2671290" y="1456345"/>
                    <a:pt x="2678514" y="1466665"/>
                    <a:pt x="2677998" y="1498139"/>
                  </a:cubicBezTo>
                  <a:cubicBezTo>
                    <a:pt x="2677998" y="1501235"/>
                    <a:pt x="2677998" y="1504331"/>
                    <a:pt x="2677998" y="1507427"/>
                  </a:cubicBezTo>
                  <a:cubicBezTo>
                    <a:pt x="2675934" y="1555929"/>
                    <a:pt x="2660454" y="1571408"/>
                    <a:pt x="2611952" y="1572956"/>
                  </a:cubicBezTo>
                  <a:cubicBezTo>
                    <a:pt x="2571190" y="1573988"/>
                    <a:pt x="2530944" y="1576052"/>
                    <a:pt x="2490182" y="1576568"/>
                  </a:cubicBezTo>
                  <a:cubicBezTo>
                    <a:pt x="2474702" y="1577084"/>
                    <a:pt x="2463867" y="1583792"/>
                    <a:pt x="2457675" y="1596691"/>
                  </a:cubicBezTo>
                  <a:cubicBezTo>
                    <a:pt x="2446324" y="1620942"/>
                    <a:pt x="2439100" y="1646225"/>
                    <a:pt x="2437036" y="1673056"/>
                  </a:cubicBezTo>
                  <a:cubicBezTo>
                    <a:pt x="2435488" y="1690083"/>
                    <a:pt x="2442712" y="1701435"/>
                    <a:pt x="2457159" y="1710206"/>
                  </a:cubicBezTo>
                  <a:cubicBezTo>
                    <a:pt x="2493278" y="1732393"/>
                    <a:pt x="2528880" y="1754580"/>
                    <a:pt x="2564483" y="1777283"/>
                  </a:cubicBezTo>
                  <a:cubicBezTo>
                    <a:pt x="2596989" y="1797406"/>
                    <a:pt x="2601117" y="1809790"/>
                    <a:pt x="2588733" y="1845908"/>
                  </a:cubicBezTo>
                  <a:cubicBezTo>
                    <a:pt x="2584606" y="1858292"/>
                    <a:pt x="2578930" y="1870159"/>
                    <a:pt x="2571706" y="1880995"/>
                  </a:cubicBezTo>
                  <a:cubicBezTo>
                    <a:pt x="2564998" y="1890798"/>
                    <a:pt x="2554163" y="1897506"/>
                    <a:pt x="2538684" y="1897506"/>
                  </a:cubicBezTo>
                  <a:cubicBezTo>
                    <a:pt x="2511337" y="1891314"/>
                    <a:pt x="2483990" y="1885122"/>
                    <a:pt x="2456643" y="1879447"/>
                  </a:cubicBezTo>
                  <a:cubicBezTo>
                    <a:pt x="2434456" y="1874287"/>
                    <a:pt x="2411753" y="1869643"/>
                    <a:pt x="2389566" y="1863967"/>
                  </a:cubicBezTo>
                  <a:cubicBezTo>
                    <a:pt x="2375119" y="1860355"/>
                    <a:pt x="2363767" y="1864483"/>
                    <a:pt x="2354479" y="1874803"/>
                  </a:cubicBezTo>
                  <a:cubicBezTo>
                    <a:pt x="2335389" y="1896990"/>
                    <a:pt x="2320425" y="1922273"/>
                    <a:pt x="2312170" y="1950652"/>
                  </a:cubicBezTo>
                  <a:cubicBezTo>
                    <a:pt x="2308042" y="1964067"/>
                    <a:pt x="2314234" y="1973870"/>
                    <a:pt x="2322489" y="1983158"/>
                  </a:cubicBezTo>
                  <a:cubicBezTo>
                    <a:pt x="2352416" y="2015665"/>
                    <a:pt x="2382858" y="2048171"/>
                    <a:pt x="2412785" y="2080162"/>
                  </a:cubicBezTo>
                  <a:cubicBezTo>
                    <a:pt x="2435488" y="2104413"/>
                    <a:pt x="2436520" y="2118860"/>
                    <a:pt x="2418461" y="2146723"/>
                  </a:cubicBezTo>
                  <a:cubicBezTo>
                    <a:pt x="2417429" y="2148271"/>
                    <a:pt x="2416397" y="2150335"/>
                    <a:pt x="2414849" y="2151883"/>
                  </a:cubicBezTo>
                  <a:cubicBezTo>
                    <a:pt x="2380795" y="2197805"/>
                    <a:pt x="2365831" y="2198321"/>
                    <a:pt x="2324037" y="2174586"/>
                  </a:cubicBezTo>
                  <a:cubicBezTo>
                    <a:pt x="2289982" y="2154979"/>
                    <a:pt x="2253864" y="2137435"/>
                    <a:pt x="2219294" y="2118860"/>
                  </a:cubicBezTo>
                  <a:cubicBezTo>
                    <a:pt x="2204846" y="2111121"/>
                    <a:pt x="2191431" y="2111121"/>
                    <a:pt x="2178531" y="2120408"/>
                  </a:cubicBezTo>
                  <a:cubicBezTo>
                    <a:pt x="2157892" y="2134856"/>
                    <a:pt x="2140349" y="2152399"/>
                    <a:pt x="2125386" y="2172522"/>
                  </a:cubicBezTo>
                  <a:cubicBezTo>
                    <a:pt x="2114550" y="2186969"/>
                    <a:pt x="2114034" y="2201417"/>
                    <a:pt x="2122806" y="2217412"/>
                  </a:cubicBezTo>
                  <a:cubicBezTo>
                    <a:pt x="2143961" y="2256110"/>
                    <a:pt x="2164600" y="2295324"/>
                    <a:pt x="2184723" y="2334539"/>
                  </a:cubicBezTo>
                  <a:cubicBezTo>
                    <a:pt x="2198655" y="2361886"/>
                    <a:pt x="2196591" y="2374269"/>
                    <a:pt x="2174404" y="2395424"/>
                  </a:cubicBezTo>
                  <a:cubicBezTo>
                    <a:pt x="2170792" y="2398520"/>
                    <a:pt x="2167696" y="2402132"/>
                    <a:pt x="2164084" y="2404712"/>
                  </a:cubicBezTo>
                  <a:cubicBezTo>
                    <a:pt x="2131062" y="2428963"/>
                    <a:pt x="2114034" y="2440830"/>
                    <a:pt x="2075336" y="2401616"/>
                  </a:cubicBezTo>
                  <a:cubicBezTo>
                    <a:pt x="2047473" y="2373237"/>
                    <a:pt x="2017547" y="2347954"/>
                    <a:pt x="1988652" y="2320607"/>
                  </a:cubicBezTo>
                  <a:cubicBezTo>
                    <a:pt x="1975236" y="2307708"/>
                    <a:pt x="1960789" y="2305128"/>
                    <a:pt x="1944277" y="2311836"/>
                  </a:cubicBezTo>
                  <a:cubicBezTo>
                    <a:pt x="1922607" y="2320607"/>
                    <a:pt x="1901968" y="2331959"/>
                    <a:pt x="1883392" y="2346406"/>
                  </a:cubicBezTo>
                  <a:cubicBezTo>
                    <a:pt x="1867913" y="2358274"/>
                    <a:pt x="1863785" y="2373237"/>
                    <a:pt x="1868429" y="2391812"/>
                  </a:cubicBezTo>
                  <a:cubicBezTo>
                    <a:pt x="1879264" y="2436702"/>
                    <a:pt x="1889584" y="2482108"/>
                    <a:pt x="1899388" y="2526998"/>
                  </a:cubicBezTo>
                  <a:cubicBezTo>
                    <a:pt x="1903516" y="2546605"/>
                    <a:pt x="1896808" y="2561569"/>
                    <a:pt x="1879264" y="2571888"/>
                  </a:cubicBezTo>
                  <a:cubicBezTo>
                    <a:pt x="1867397" y="2579112"/>
                    <a:pt x="1854498" y="2584788"/>
                    <a:pt x="1841082" y="2588916"/>
                  </a:cubicBezTo>
                  <a:cubicBezTo>
                    <a:pt x="1813736" y="2597687"/>
                    <a:pt x="1798256" y="2592527"/>
                    <a:pt x="1782777" y="2568277"/>
                  </a:cubicBezTo>
                  <a:cubicBezTo>
                    <a:pt x="1760074" y="2532158"/>
                    <a:pt x="1736855" y="2496556"/>
                    <a:pt x="1715184" y="2459405"/>
                  </a:cubicBezTo>
                  <a:cubicBezTo>
                    <a:pt x="1703316" y="2439282"/>
                    <a:pt x="1687837" y="2431543"/>
                    <a:pt x="1664618" y="2435670"/>
                  </a:cubicBezTo>
                  <a:cubicBezTo>
                    <a:pt x="1646043" y="2439282"/>
                    <a:pt x="1627984" y="2443926"/>
                    <a:pt x="1610440" y="2450118"/>
                  </a:cubicBezTo>
                  <a:cubicBezTo>
                    <a:pt x="1586190" y="2458889"/>
                    <a:pt x="1578450" y="2469209"/>
                    <a:pt x="1577418" y="2495008"/>
                  </a:cubicBezTo>
                  <a:cubicBezTo>
                    <a:pt x="1575870" y="2535770"/>
                    <a:pt x="1574838" y="2576016"/>
                    <a:pt x="1573806" y="2616778"/>
                  </a:cubicBezTo>
                  <a:cubicBezTo>
                    <a:pt x="1572774" y="2653929"/>
                    <a:pt x="1563487" y="2665796"/>
                    <a:pt x="1526852" y="2672504"/>
                  </a:cubicBezTo>
                  <a:cubicBezTo>
                    <a:pt x="1517049" y="2674568"/>
                    <a:pt x="1507245" y="2675600"/>
                    <a:pt x="1497441" y="2676116"/>
                  </a:cubicBezTo>
                  <a:cubicBezTo>
                    <a:pt x="1473191" y="2677664"/>
                    <a:pt x="1457711" y="2667860"/>
                    <a:pt x="1449972" y="2644125"/>
                  </a:cubicBezTo>
                  <a:cubicBezTo>
                    <a:pt x="1436040" y="2600783"/>
                    <a:pt x="1422624" y="2557957"/>
                    <a:pt x="1410241" y="2514615"/>
                  </a:cubicBezTo>
                  <a:cubicBezTo>
                    <a:pt x="1404565" y="2495008"/>
                    <a:pt x="1392698" y="2485720"/>
                    <a:pt x="1373091" y="2482624"/>
                  </a:cubicBezTo>
                  <a:cubicBezTo>
                    <a:pt x="1350388" y="2479528"/>
                    <a:pt x="1327685" y="2479528"/>
                    <a:pt x="1304982" y="2483140"/>
                  </a:cubicBezTo>
                  <a:cubicBezTo>
                    <a:pt x="1287955" y="2485720"/>
                    <a:pt x="1277119" y="2494492"/>
                    <a:pt x="1271959" y="2511519"/>
                  </a:cubicBezTo>
                  <a:cubicBezTo>
                    <a:pt x="1260092" y="2552281"/>
                    <a:pt x="1247192" y="2593043"/>
                    <a:pt x="1234293" y="2633806"/>
                  </a:cubicBezTo>
                  <a:cubicBezTo>
                    <a:pt x="1222941" y="2670440"/>
                    <a:pt x="1208494" y="2679728"/>
                    <a:pt x="1170828" y="2674568"/>
                  </a:cubicBezTo>
                  <a:cubicBezTo>
                    <a:pt x="1114070" y="2666828"/>
                    <a:pt x="1107362" y="2659088"/>
                    <a:pt x="1106847" y="2602331"/>
                  </a:cubicBezTo>
                  <a:cubicBezTo>
                    <a:pt x="1106331" y="2565181"/>
                    <a:pt x="1104783" y="2528546"/>
                    <a:pt x="1103751" y="2491396"/>
                  </a:cubicBezTo>
                  <a:cubicBezTo>
                    <a:pt x="1103234" y="2474369"/>
                    <a:pt x="1096527" y="2460953"/>
                    <a:pt x="1080532" y="2454245"/>
                  </a:cubicBezTo>
                  <a:cubicBezTo>
                    <a:pt x="1056281" y="2443926"/>
                    <a:pt x="1031514" y="2436702"/>
                    <a:pt x="1005199" y="2435154"/>
                  </a:cubicBezTo>
                  <a:cubicBezTo>
                    <a:pt x="989203" y="2434122"/>
                    <a:pt x="977852" y="2440314"/>
                    <a:pt x="969080" y="2454245"/>
                  </a:cubicBezTo>
                  <a:cubicBezTo>
                    <a:pt x="946894" y="2491396"/>
                    <a:pt x="923159" y="2527514"/>
                    <a:pt x="900456" y="2564149"/>
                  </a:cubicBezTo>
                  <a:cubicBezTo>
                    <a:pt x="882396" y="2593043"/>
                    <a:pt x="868465" y="2598203"/>
                    <a:pt x="836474" y="2587368"/>
                  </a:cubicBezTo>
                  <a:cubicBezTo>
                    <a:pt x="834926" y="2586852"/>
                    <a:pt x="833379" y="2586336"/>
                    <a:pt x="831830" y="2585820"/>
                  </a:cubicBezTo>
                  <a:cubicBezTo>
                    <a:pt x="782297" y="2565697"/>
                    <a:pt x="772493" y="2554345"/>
                    <a:pt x="785392" y="2504811"/>
                  </a:cubicBezTo>
                  <a:cubicBezTo>
                    <a:pt x="795196" y="2467145"/>
                    <a:pt x="802420" y="2428963"/>
                    <a:pt x="811707" y="2390780"/>
                  </a:cubicBezTo>
                  <a:cubicBezTo>
                    <a:pt x="816351" y="2371173"/>
                    <a:pt x="811191" y="2356210"/>
                    <a:pt x="794680" y="2344342"/>
                  </a:cubicBezTo>
                  <a:cubicBezTo>
                    <a:pt x="777137" y="2331959"/>
                    <a:pt x="759078" y="2321123"/>
                    <a:pt x="739470" y="2312352"/>
                  </a:cubicBezTo>
                  <a:cubicBezTo>
                    <a:pt x="720895" y="2304096"/>
                    <a:pt x="704900" y="2307192"/>
                    <a:pt x="689421" y="2321639"/>
                  </a:cubicBezTo>
                  <a:cubicBezTo>
                    <a:pt x="658462" y="2351050"/>
                    <a:pt x="626988" y="2379945"/>
                    <a:pt x="596029" y="2408839"/>
                  </a:cubicBezTo>
                  <a:cubicBezTo>
                    <a:pt x="572810" y="2431027"/>
                    <a:pt x="557847" y="2432058"/>
                    <a:pt x="530500" y="2415031"/>
                  </a:cubicBezTo>
                  <a:cubicBezTo>
                    <a:pt x="527404" y="2412967"/>
                    <a:pt x="524308" y="2410903"/>
                    <a:pt x="521212" y="2408839"/>
                  </a:cubicBezTo>
                  <a:cubicBezTo>
                    <a:pt x="481482" y="2380461"/>
                    <a:pt x="477870" y="2365497"/>
                    <a:pt x="500573" y="2322671"/>
                  </a:cubicBezTo>
                  <a:cubicBezTo>
                    <a:pt x="519148" y="2287585"/>
                    <a:pt x="537207" y="2252498"/>
                    <a:pt x="556298" y="2217928"/>
                  </a:cubicBezTo>
                  <a:cubicBezTo>
                    <a:pt x="566102" y="2199869"/>
                    <a:pt x="564555" y="2184389"/>
                    <a:pt x="552171" y="2168910"/>
                  </a:cubicBezTo>
                  <a:cubicBezTo>
                    <a:pt x="538756" y="2151883"/>
                    <a:pt x="523276" y="2136403"/>
                    <a:pt x="505733" y="2122988"/>
                  </a:cubicBezTo>
                  <a:cubicBezTo>
                    <a:pt x="490254" y="2111121"/>
                    <a:pt x="474774" y="2110089"/>
                    <a:pt x="457747" y="2119376"/>
                  </a:cubicBezTo>
                  <a:cubicBezTo>
                    <a:pt x="419564" y="2140015"/>
                    <a:pt x="380866" y="2160654"/>
                    <a:pt x="341652" y="2180778"/>
                  </a:cubicBezTo>
                  <a:cubicBezTo>
                    <a:pt x="314305" y="2195225"/>
                    <a:pt x="298310" y="2191613"/>
                    <a:pt x="278187" y="2168910"/>
                  </a:cubicBezTo>
                  <a:cubicBezTo>
                    <a:pt x="276639" y="2167362"/>
                    <a:pt x="275607" y="2165814"/>
                    <a:pt x="274059" y="2164266"/>
                  </a:cubicBezTo>
                  <a:cubicBezTo>
                    <a:pt x="238456" y="2122988"/>
                    <a:pt x="238972" y="2108541"/>
                    <a:pt x="276639" y="2069326"/>
                  </a:cubicBezTo>
                  <a:cubicBezTo>
                    <a:pt x="302954" y="2041464"/>
                    <a:pt x="327721" y="2013085"/>
                    <a:pt x="354551" y="1986254"/>
                  </a:cubicBezTo>
                  <a:cubicBezTo>
                    <a:pt x="367967" y="1972323"/>
                    <a:pt x="370547" y="1957875"/>
                    <a:pt x="363839" y="1940848"/>
                  </a:cubicBezTo>
                  <a:cubicBezTo>
                    <a:pt x="355067" y="1918661"/>
                    <a:pt x="342684" y="1898022"/>
                    <a:pt x="328237" y="1878931"/>
                  </a:cubicBezTo>
                  <a:cubicBezTo>
                    <a:pt x="316369" y="1863451"/>
                    <a:pt x="300374" y="1861903"/>
                    <a:pt x="283347" y="1866031"/>
                  </a:cubicBezTo>
                  <a:cubicBezTo>
                    <a:pt x="245680" y="1874803"/>
                    <a:pt x="208530" y="1883574"/>
                    <a:pt x="170864" y="1891830"/>
                  </a:cubicBezTo>
                  <a:cubicBezTo>
                    <a:pt x="165704" y="1892862"/>
                    <a:pt x="160544" y="1894410"/>
                    <a:pt x="155900" y="1895442"/>
                  </a:cubicBezTo>
                  <a:cubicBezTo>
                    <a:pt x="127521" y="1900602"/>
                    <a:pt x="113074" y="1893894"/>
                    <a:pt x="100175" y="1868095"/>
                  </a:cubicBezTo>
                  <a:cubicBezTo>
                    <a:pt x="95531" y="1858292"/>
                    <a:pt x="90887" y="1848488"/>
                    <a:pt x="87275" y="1838169"/>
                  </a:cubicBezTo>
                  <a:cubicBezTo>
                    <a:pt x="77988" y="1810822"/>
                    <a:pt x="83147" y="1795342"/>
                    <a:pt x="107915" y="1779863"/>
                  </a:cubicBezTo>
                  <a:cubicBezTo>
                    <a:pt x="143001" y="1757676"/>
                    <a:pt x="178603" y="1735489"/>
                    <a:pt x="213690" y="1713818"/>
                  </a:cubicBezTo>
                  <a:cubicBezTo>
                    <a:pt x="241552" y="1696275"/>
                    <a:pt x="245680" y="1686471"/>
                    <a:pt x="238972" y="1654481"/>
                  </a:cubicBezTo>
                  <a:cubicBezTo>
                    <a:pt x="234845" y="1636421"/>
                    <a:pt x="230201" y="1617846"/>
                    <a:pt x="222977" y="1600819"/>
                  </a:cubicBezTo>
                  <a:cubicBezTo>
                    <a:pt x="215753" y="1583792"/>
                    <a:pt x="203370" y="1575536"/>
                    <a:pt x="184279" y="1575020"/>
                  </a:cubicBezTo>
                  <a:cubicBezTo>
                    <a:pt x="142485" y="1574504"/>
                    <a:pt x="101207" y="1572956"/>
                    <a:pt x="59413" y="1571408"/>
                  </a:cubicBezTo>
                  <a:cubicBezTo>
                    <a:pt x="21746" y="1570376"/>
                    <a:pt x="10395" y="1560573"/>
                    <a:pt x="3687" y="1524454"/>
                  </a:cubicBezTo>
                  <a:cubicBezTo>
                    <a:pt x="3171" y="1520842"/>
                    <a:pt x="2139" y="1517231"/>
                    <a:pt x="1623" y="1513619"/>
                  </a:cubicBezTo>
                  <a:cubicBezTo>
                    <a:pt x="-4053" y="1467697"/>
                    <a:pt x="3687" y="1455829"/>
                    <a:pt x="48577" y="1442414"/>
                  </a:cubicBezTo>
                  <a:cubicBezTo>
                    <a:pt x="85727" y="1431062"/>
                    <a:pt x="122877" y="1418679"/>
                    <a:pt x="160544" y="1408359"/>
                  </a:cubicBezTo>
                  <a:cubicBezTo>
                    <a:pt x="181183" y="1402684"/>
                    <a:pt x="192018" y="1390816"/>
                    <a:pt x="194083" y="1370693"/>
                  </a:cubicBezTo>
                  <a:cubicBezTo>
                    <a:pt x="196147" y="1346958"/>
                    <a:pt x="197178" y="1322707"/>
                    <a:pt x="192534" y="1298972"/>
                  </a:cubicBezTo>
                  <a:cubicBezTo>
                    <a:pt x="189954" y="1283493"/>
                    <a:pt x="181183" y="1274205"/>
                    <a:pt x="166220" y="1269561"/>
                  </a:cubicBezTo>
                  <a:cubicBezTo>
                    <a:pt x="126490" y="1257694"/>
                    <a:pt x="86759" y="1245311"/>
                    <a:pt x="47029" y="1232927"/>
                  </a:cubicBezTo>
                  <a:cubicBezTo>
                    <a:pt x="3687" y="1219512"/>
                    <a:pt x="-957" y="1212288"/>
                    <a:pt x="1623" y="1166882"/>
                  </a:cubicBezTo>
                  <a:cubicBezTo>
                    <a:pt x="2139" y="1157594"/>
                    <a:pt x="4203" y="1148307"/>
                    <a:pt x="6267" y="1139535"/>
                  </a:cubicBezTo>
                  <a:cubicBezTo>
                    <a:pt x="12459" y="1116832"/>
                    <a:pt x="25358" y="1106513"/>
                    <a:pt x="49093" y="1105481"/>
                  </a:cubicBezTo>
                  <a:cubicBezTo>
                    <a:pt x="87791" y="1103933"/>
                    <a:pt x="125974" y="1102901"/>
                    <a:pt x="164672" y="1101869"/>
                  </a:cubicBezTo>
                  <a:cubicBezTo>
                    <a:pt x="170348" y="1101869"/>
                    <a:pt x="176023" y="1101353"/>
                    <a:pt x="181699" y="1101353"/>
                  </a:cubicBezTo>
                  <a:cubicBezTo>
                    <a:pt x="207498" y="1102385"/>
                    <a:pt x="220913" y="1087937"/>
                    <a:pt x="227621" y="1065234"/>
                  </a:cubicBezTo>
                  <a:cubicBezTo>
                    <a:pt x="232781" y="1048207"/>
                    <a:pt x="237425" y="1031180"/>
                    <a:pt x="241036" y="1014153"/>
                  </a:cubicBezTo>
                  <a:cubicBezTo>
                    <a:pt x="245680" y="990418"/>
                    <a:pt x="240005" y="979066"/>
                    <a:pt x="219366" y="965651"/>
                  </a:cubicBezTo>
                  <a:cubicBezTo>
                    <a:pt x="184279" y="943464"/>
                    <a:pt x="148676" y="921277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171731" y="385"/>
                    <a:pt x="1182083" y="-325"/>
                    <a:pt x="1190637" y="143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2D978E-AA94-4CB9-82FF-B9B37356B8B2}"/>
              </a:ext>
            </a:extLst>
          </p:cNvPr>
          <p:cNvGrpSpPr/>
          <p:nvPr/>
        </p:nvGrpSpPr>
        <p:grpSpPr>
          <a:xfrm>
            <a:off x="2589156" y="1862881"/>
            <a:ext cx="1298170" cy="1298170"/>
            <a:chOff x="1089413" y="2131797"/>
            <a:chExt cx="2968238" cy="296823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5D68A41-6763-4A09-854A-1CA93F03BB70}"/>
                </a:ext>
              </a:extLst>
            </p:cNvPr>
            <p:cNvSpPr/>
            <p:nvPr/>
          </p:nvSpPr>
          <p:spPr>
            <a:xfrm>
              <a:off x="1089413" y="2131797"/>
              <a:ext cx="2968238" cy="2968238"/>
            </a:xfrm>
            <a:custGeom>
              <a:avLst/>
              <a:gdLst>
                <a:gd name="connsiteX0" fmla="*/ 1484119 w 2968238"/>
                <a:gd name="connsiteY0" fmla="*/ 1312669 h 2968238"/>
                <a:gd name="connsiteX1" fmla="*/ 1312669 w 2968238"/>
                <a:gd name="connsiteY1" fmla="*/ 1484119 h 2968238"/>
                <a:gd name="connsiteX2" fmla="*/ 1484119 w 2968238"/>
                <a:gd name="connsiteY2" fmla="*/ 1655569 h 2968238"/>
                <a:gd name="connsiteX3" fmla="*/ 1655569 w 2968238"/>
                <a:gd name="connsiteY3" fmla="*/ 1484119 h 2968238"/>
                <a:gd name="connsiteX4" fmla="*/ 1484119 w 2968238"/>
                <a:gd name="connsiteY4" fmla="*/ 1312669 h 2968238"/>
                <a:gd name="connsiteX5" fmla="*/ 1484119 w 2968238"/>
                <a:gd name="connsiteY5" fmla="*/ 0 h 2968238"/>
                <a:gd name="connsiteX6" fmla="*/ 2968238 w 2968238"/>
                <a:gd name="connsiteY6" fmla="*/ 1484119 h 2968238"/>
                <a:gd name="connsiteX7" fmla="*/ 1484119 w 2968238"/>
                <a:gd name="connsiteY7" fmla="*/ 2968238 h 2968238"/>
                <a:gd name="connsiteX8" fmla="*/ 0 w 2968238"/>
                <a:gd name="connsiteY8" fmla="*/ 1484119 h 2968238"/>
                <a:gd name="connsiteX9" fmla="*/ 1484119 w 2968238"/>
                <a:gd name="connsiteY9" fmla="*/ 0 h 296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68238" h="2968238">
                  <a:moveTo>
                    <a:pt x="1484119" y="1312669"/>
                  </a:moveTo>
                  <a:cubicBezTo>
                    <a:pt x="1389430" y="1312669"/>
                    <a:pt x="1312669" y="1389430"/>
                    <a:pt x="1312669" y="1484119"/>
                  </a:cubicBezTo>
                  <a:cubicBezTo>
                    <a:pt x="1312669" y="1578808"/>
                    <a:pt x="1389430" y="1655569"/>
                    <a:pt x="1484119" y="1655569"/>
                  </a:cubicBezTo>
                  <a:cubicBezTo>
                    <a:pt x="1578808" y="1655569"/>
                    <a:pt x="1655569" y="1578808"/>
                    <a:pt x="1655569" y="1484119"/>
                  </a:cubicBezTo>
                  <a:cubicBezTo>
                    <a:pt x="1655569" y="1389430"/>
                    <a:pt x="1578808" y="1312669"/>
                    <a:pt x="1484119" y="1312669"/>
                  </a:cubicBezTo>
                  <a:close/>
                  <a:moveTo>
                    <a:pt x="1484119" y="0"/>
                  </a:moveTo>
                  <a:cubicBezTo>
                    <a:pt x="2303775" y="0"/>
                    <a:pt x="2968238" y="664463"/>
                    <a:pt x="2968238" y="1484119"/>
                  </a:cubicBezTo>
                  <a:cubicBezTo>
                    <a:pt x="2968238" y="2303775"/>
                    <a:pt x="2303775" y="2968238"/>
                    <a:pt x="1484119" y="2968238"/>
                  </a:cubicBezTo>
                  <a:cubicBezTo>
                    <a:pt x="664463" y="2968238"/>
                    <a:pt x="0" y="2303775"/>
                    <a:pt x="0" y="1484119"/>
                  </a:cubicBezTo>
                  <a:cubicBezTo>
                    <a:pt x="0" y="664463"/>
                    <a:pt x="664463" y="0"/>
                    <a:pt x="1484119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97577DB-E822-4A1F-BFFC-A4EFC505439D}"/>
                </a:ext>
              </a:extLst>
            </p:cNvPr>
            <p:cNvSpPr/>
            <p:nvPr/>
          </p:nvSpPr>
          <p:spPr>
            <a:xfrm>
              <a:off x="1234570" y="2279534"/>
              <a:ext cx="2678023" cy="2676273"/>
            </a:xfrm>
            <a:custGeom>
              <a:avLst/>
              <a:gdLst>
                <a:gd name="connsiteX0" fmla="*/ 1338961 w 2678023"/>
                <a:gd name="connsiteY0" fmla="*/ 855269 h 2676273"/>
                <a:gd name="connsiteX1" fmla="*/ 857849 w 2678023"/>
                <a:gd name="connsiteY1" fmla="*/ 1336381 h 2676273"/>
                <a:gd name="connsiteX2" fmla="*/ 1338961 w 2678023"/>
                <a:gd name="connsiteY2" fmla="*/ 1817493 h 2676273"/>
                <a:gd name="connsiteX3" fmla="*/ 1820073 w 2678023"/>
                <a:gd name="connsiteY3" fmla="*/ 1336381 h 2676273"/>
                <a:gd name="connsiteX4" fmla="*/ 1338961 w 2678023"/>
                <a:gd name="connsiteY4" fmla="*/ 855269 h 2676273"/>
                <a:gd name="connsiteX5" fmla="*/ 1338961 w 2678023"/>
                <a:gd name="connsiteY5" fmla="*/ 545806 h 2676273"/>
                <a:gd name="connsiteX6" fmla="*/ 2129536 w 2678023"/>
                <a:gd name="connsiteY6" fmla="*/ 1336381 h 2676273"/>
                <a:gd name="connsiteX7" fmla="*/ 1338961 w 2678023"/>
                <a:gd name="connsiteY7" fmla="*/ 2126956 h 2676273"/>
                <a:gd name="connsiteX8" fmla="*/ 548386 w 2678023"/>
                <a:gd name="connsiteY8" fmla="*/ 1336381 h 2676273"/>
                <a:gd name="connsiteX9" fmla="*/ 1338961 w 2678023"/>
                <a:gd name="connsiteY9" fmla="*/ 545806 h 2676273"/>
                <a:gd name="connsiteX10" fmla="*/ 1340068 w 2678023"/>
                <a:gd name="connsiteY10" fmla="*/ 359376 h 2676273"/>
                <a:gd name="connsiteX11" fmla="*/ 361775 w 2678023"/>
                <a:gd name="connsiteY11" fmla="*/ 1331995 h 2676273"/>
                <a:gd name="connsiteX12" fmla="*/ 1338521 w 2678023"/>
                <a:gd name="connsiteY12" fmla="*/ 2312868 h 2676273"/>
                <a:gd name="connsiteX13" fmla="*/ 2316814 w 2678023"/>
                <a:gd name="connsiteY13" fmla="*/ 1335606 h 2676273"/>
                <a:gd name="connsiteX14" fmla="*/ 1340068 w 2678023"/>
                <a:gd name="connsiteY14" fmla="*/ 359376 h 2676273"/>
                <a:gd name="connsiteX15" fmla="*/ 1190637 w 2678023"/>
                <a:gd name="connsiteY15" fmla="*/ 143 h 2676273"/>
                <a:gd name="connsiteX16" fmla="*/ 1235841 w 2678023"/>
                <a:gd name="connsiteY16" fmla="*/ 48758 h 2676273"/>
                <a:gd name="connsiteX17" fmla="*/ 1269895 w 2678023"/>
                <a:gd name="connsiteY17" fmla="*/ 162273 h 2676273"/>
                <a:gd name="connsiteX18" fmla="*/ 1303434 w 2678023"/>
                <a:gd name="connsiteY18" fmla="*/ 192716 h 2676273"/>
                <a:gd name="connsiteX19" fmla="*/ 1376702 w 2678023"/>
                <a:gd name="connsiteY19" fmla="*/ 192716 h 2676273"/>
                <a:gd name="connsiteX20" fmla="*/ 1409209 w 2678023"/>
                <a:gd name="connsiteY20" fmla="*/ 163305 h 2676273"/>
                <a:gd name="connsiteX21" fmla="*/ 1447392 w 2678023"/>
                <a:gd name="connsiteY21" fmla="*/ 37922 h 2676273"/>
                <a:gd name="connsiteX22" fmla="*/ 1499505 w 2678023"/>
                <a:gd name="connsiteY22" fmla="*/ 256 h 2676273"/>
                <a:gd name="connsiteX23" fmla="*/ 1513436 w 2678023"/>
                <a:gd name="connsiteY23" fmla="*/ 772 h 2676273"/>
                <a:gd name="connsiteX24" fmla="*/ 1573290 w 2678023"/>
                <a:gd name="connsiteY24" fmla="*/ 65269 h 2676273"/>
                <a:gd name="connsiteX25" fmla="*/ 1576902 w 2678023"/>
                <a:gd name="connsiteY25" fmla="*/ 185492 h 2676273"/>
                <a:gd name="connsiteX26" fmla="*/ 1598057 w 2678023"/>
                <a:gd name="connsiteY26" fmla="*/ 220578 h 2676273"/>
                <a:gd name="connsiteX27" fmla="*/ 1674422 w 2678023"/>
                <a:gd name="connsiteY27" fmla="*/ 240702 h 2676273"/>
                <a:gd name="connsiteX28" fmla="*/ 1710540 w 2678023"/>
                <a:gd name="connsiteY28" fmla="*/ 221610 h 2676273"/>
                <a:gd name="connsiteX29" fmla="*/ 1779165 w 2678023"/>
                <a:gd name="connsiteY29" fmla="*/ 111707 h 2676273"/>
                <a:gd name="connsiteX30" fmla="*/ 1845726 w 2678023"/>
                <a:gd name="connsiteY30" fmla="*/ 88488 h 2676273"/>
                <a:gd name="connsiteX31" fmla="*/ 1857594 w 2678023"/>
                <a:gd name="connsiteY31" fmla="*/ 92616 h 2676273"/>
                <a:gd name="connsiteX32" fmla="*/ 1895260 w 2678023"/>
                <a:gd name="connsiteY32" fmla="*/ 166401 h 2676273"/>
                <a:gd name="connsiteX33" fmla="*/ 1868429 w 2678023"/>
                <a:gd name="connsiteY33" fmla="*/ 281980 h 2676273"/>
                <a:gd name="connsiteX34" fmla="*/ 1887004 w 2678023"/>
                <a:gd name="connsiteY34" fmla="*/ 332030 h 2676273"/>
                <a:gd name="connsiteX35" fmla="*/ 1946857 w 2678023"/>
                <a:gd name="connsiteY35" fmla="*/ 365052 h 2676273"/>
                <a:gd name="connsiteX36" fmla="*/ 1986588 w 2678023"/>
                <a:gd name="connsiteY36" fmla="*/ 355765 h 2676273"/>
                <a:gd name="connsiteX37" fmla="*/ 2081528 w 2678023"/>
                <a:gd name="connsiteY37" fmla="*/ 267532 h 2676273"/>
                <a:gd name="connsiteX38" fmla="*/ 2151701 w 2678023"/>
                <a:gd name="connsiteY38" fmla="*/ 261857 h 2676273"/>
                <a:gd name="connsiteX39" fmla="*/ 2155312 w 2678023"/>
                <a:gd name="connsiteY39" fmla="*/ 264437 h 2676273"/>
                <a:gd name="connsiteX40" fmla="*/ 2177500 w 2678023"/>
                <a:gd name="connsiteY40" fmla="*/ 353701 h 2676273"/>
                <a:gd name="connsiteX41" fmla="*/ 2122290 w 2678023"/>
                <a:gd name="connsiteY41" fmla="*/ 456896 h 2676273"/>
                <a:gd name="connsiteX42" fmla="*/ 2126934 w 2678023"/>
                <a:gd name="connsiteY42" fmla="*/ 505914 h 2676273"/>
                <a:gd name="connsiteX43" fmla="*/ 2173372 w 2678023"/>
                <a:gd name="connsiteY43" fmla="*/ 551836 h 2676273"/>
                <a:gd name="connsiteX44" fmla="*/ 2219810 w 2678023"/>
                <a:gd name="connsiteY44" fmla="*/ 555964 h 2676273"/>
                <a:gd name="connsiteX45" fmla="*/ 2336937 w 2678023"/>
                <a:gd name="connsiteY45" fmla="*/ 494046 h 2676273"/>
                <a:gd name="connsiteX46" fmla="*/ 2400917 w 2678023"/>
                <a:gd name="connsiteY46" fmla="*/ 507462 h 2676273"/>
                <a:gd name="connsiteX47" fmla="*/ 2420525 w 2678023"/>
                <a:gd name="connsiteY47" fmla="*/ 533777 h 2676273"/>
                <a:gd name="connsiteX48" fmla="*/ 2415365 w 2678023"/>
                <a:gd name="connsiteY48" fmla="*/ 591566 h 2676273"/>
                <a:gd name="connsiteX49" fmla="*/ 2321973 w 2678023"/>
                <a:gd name="connsiteY49" fmla="*/ 692182 h 2676273"/>
                <a:gd name="connsiteX50" fmla="*/ 2313718 w 2678023"/>
                <a:gd name="connsiteY50" fmla="*/ 733460 h 2676273"/>
                <a:gd name="connsiteX51" fmla="*/ 2349320 w 2678023"/>
                <a:gd name="connsiteY51" fmla="*/ 795377 h 2676273"/>
                <a:gd name="connsiteX52" fmla="*/ 2394726 w 2678023"/>
                <a:gd name="connsiteY52" fmla="*/ 810341 h 2676273"/>
                <a:gd name="connsiteX53" fmla="*/ 2526816 w 2678023"/>
                <a:gd name="connsiteY53" fmla="*/ 780414 h 2676273"/>
                <a:gd name="connsiteX54" fmla="*/ 2575834 w 2678023"/>
                <a:gd name="connsiteY54" fmla="*/ 803117 h 2676273"/>
                <a:gd name="connsiteX55" fmla="*/ 2591313 w 2678023"/>
                <a:gd name="connsiteY55" fmla="*/ 838719 h 2676273"/>
                <a:gd name="connsiteX56" fmla="*/ 2570158 w 2678023"/>
                <a:gd name="connsiteY56" fmla="*/ 896509 h 2676273"/>
                <a:gd name="connsiteX57" fmla="*/ 2461287 w 2678023"/>
                <a:gd name="connsiteY57" fmla="*/ 964103 h 2676273"/>
                <a:gd name="connsiteX58" fmla="*/ 2438068 w 2678023"/>
                <a:gd name="connsiteY58" fmla="*/ 1014669 h 2676273"/>
                <a:gd name="connsiteX59" fmla="*/ 2454063 w 2678023"/>
                <a:gd name="connsiteY59" fmla="*/ 1073490 h 2676273"/>
                <a:gd name="connsiteX60" fmla="*/ 2492762 w 2678023"/>
                <a:gd name="connsiteY60" fmla="*/ 1100837 h 2676273"/>
                <a:gd name="connsiteX61" fmla="*/ 2628464 w 2678023"/>
                <a:gd name="connsiteY61" fmla="*/ 1105997 h 2676273"/>
                <a:gd name="connsiteX62" fmla="*/ 2672322 w 2678023"/>
                <a:gd name="connsiteY62" fmla="*/ 1140567 h 2676273"/>
                <a:gd name="connsiteX63" fmla="*/ 2677998 w 2678023"/>
                <a:gd name="connsiteY63" fmla="*/ 1182361 h 2676273"/>
                <a:gd name="connsiteX64" fmla="*/ 2644459 w 2678023"/>
                <a:gd name="connsiteY64" fmla="*/ 1229831 h 2676273"/>
                <a:gd name="connsiteX65" fmla="*/ 2522172 w 2678023"/>
                <a:gd name="connsiteY65" fmla="*/ 1267498 h 2676273"/>
                <a:gd name="connsiteX66" fmla="*/ 2483990 w 2678023"/>
                <a:gd name="connsiteY66" fmla="*/ 1315999 h 2676273"/>
                <a:gd name="connsiteX67" fmla="*/ 2486570 w 2678023"/>
                <a:gd name="connsiteY67" fmla="*/ 1379981 h 2676273"/>
                <a:gd name="connsiteX68" fmla="*/ 2512885 w 2678023"/>
                <a:gd name="connsiteY68" fmla="*/ 1407843 h 2676273"/>
                <a:gd name="connsiteX69" fmla="*/ 2641363 w 2678023"/>
                <a:gd name="connsiteY69" fmla="*/ 1447058 h 2676273"/>
                <a:gd name="connsiteX70" fmla="*/ 2677998 w 2678023"/>
                <a:gd name="connsiteY70" fmla="*/ 1498139 h 2676273"/>
                <a:gd name="connsiteX71" fmla="*/ 2677998 w 2678023"/>
                <a:gd name="connsiteY71" fmla="*/ 1507427 h 2676273"/>
                <a:gd name="connsiteX72" fmla="*/ 2611952 w 2678023"/>
                <a:gd name="connsiteY72" fmla="*/ 1572956 h 2676273"/>
                <a:gd name="connsiteX73" fmla="*/ 2490182 w 2678023"/>
                <a:gd name="connsiteY73" fmla="*/ 1576568 h 2676273"/>
                <a:gd name="connsiteX74" fmla="*/ 2457675 w 2678023"/>
                <a:gd name="connsiteY74" fmla="*/ 1596691 h 2676273"/>
                <a:gd name="connsiteX75" fmla="*/ 2437036 w 2678023"/>
                <a:gd name="connsiteY75" fmla="*/ 1673056 h 2676273"/>
                <a:gd name="connsiteX76" fmla="*/ 2457159 w 2678023"/>
                <a:gd name="connsiteY76" fmla="*/ 1710206 h 2676273"/>
                <a:gd name="connsiteX77" fmla="*/ 2564483 w 2678023"/>
                <a:gd name="connsiteY77" fmla="*/ 1777283 h 2676273"/>
                <a:gd name="connsiteX78" fmla="*/ 2588733 w 2678023"/>
                <a:gd name="connsiteY78" fmla="*/ 1845908 h 2676273"/>
                <a:gd name="connsiteX79" fmla="*/ 2571706 w 2678023"/>
                <a:gd name="connsiteY79" fmla="*/ 1880995 h 2676273"/>
                <a:gd name="connsiteX80" fmla="*/ 2538684 w 2678023"/>
                <a:gd name="connsiteY80" fmla="*/ 1897506 h 2676273"/>
                <a:gd name="connsiteX81" fmla="*/ 2456643 w 2678023"/>
                <a:gd name="connsiteY81" fmla="*/ 1879447 h 2676273"/>
                <a:gd name="connsiteX82" fmla="*/ 2389566 w 2678023"/>
                <a:gd name="connsiteY82" fmla="*/ 1863967 h 2676273"/>
                <a:gd name="connsiteX83" fmla="*/ 2354479 w 2678023"/>
                <a:gd name="connsiteY83" fmla="*/ 1874803 h 2676273"/>
                <a:gd name="connsiteX84" fmla="*/ 2312170 w 2678023"/>
                <a:gd name="connsiteY84" fmla="*/ 1950652 h 2676273"/>
                <a:gd name="connsiteX85" fmla="*/ 2322489 w 2678023"/>
                <a:gd name="connsiteY85" fmla="*/ 1983158 h 2676273"/>
                <a:gd name="connsiteX86" fmla="*/ 2412785 w 2678023"/>
                <a:gd name="connsiteY86" fmla="*/ 2080162 h 2676273"/>
                <a:gd name="connsiteX87" fmla="*/ 2418461 w 2678023"/>
                <a:gd name="connsiteY87" fmla="*/ 2146723 h 2676273"/>
                <a:gd name="connsiteX88" fmla="*/ 2414849 w 2678023"/>
                <a:gd name="connsiteY88" fmla="*/ 2151883 h 2676273"/>
                <a:gd name="connsiteX89" fmla="*/ 2324037 w 2678023"/>
                <a:gd name="connsiteY89" fmla="*/ 2174586 h 2676273"/>
                <a:gd name="connsiteX90" fmla="*/ 2219294 w 2678023"/>
                <a:gd name="connsiteY90" fmla="*/ 2118860 h 2676273"/>
                <a:gd name="connsiteX91" fmla="*/ 2178531 w 2678023"/>
                <a:gd name="connsiteY91" fmla="*/ 2120408 h 2676273"/>
                <a:gd name="connsiteX92" fmla="*/ 2125386 w 2678023"/>
                <a:gd name="connsiteY92" fmla="*/ 2172522 h 2676273"/>
                <a:gd name="connsiteX93" fmla="*/ 2122806 w 2678023"/>
                <a:gd name="connsiteY93" fmla="*/ 2217412 h 2676273"/>
                <a:gd name="connsiteX94" fmla="*/ 2184723 w 2678023"/>
                <a:gd name="connsiteY94" fmla="*/ 2334539 h 2676273"/>
                <a:gd name="connsiteX95" fmla="*/ 2174404 w 2678023"/>
                <a:gd name="connsiteY95" fmla="*/ 2395424 h 2676273"/>
                <a:gd name="connsiteX96" fmla="*/ 2164084 w 2678023"/>
                <a:gd name="connsiteY96" fmla="*/ 2404712 h 2676273"/>
                <a:gd name="connsiteX97" fmla="*/ 2075336 w 2678023"/>
                <a:gd name="connsiteY97" fmla="*/ 2401616 h 2676273"/>
                <a:gd name="connsiteX98" fmla="*/ 1988652 w 2678023"/>
                <a:gd name="connsiteY98" fmla="*/ 2320607 h 2676273"/>
                <a:gd name="connsiteX99" fmla="*/ 1944277 w 2678023"/>
                <a:gd name="connsiteY99" fmla="*/ 2311836 h 2676273"/>
                <a:gd name="connsiteX100" fmla="*/ 1883392 w 2678023"/>
                <a:gd name="connsiteY100" fmla="*/ 2346406 h 2676273"/>
                <a:gd name="connsiteX101" fmla="*/ 1868429 w 2678023"/>
                <a:gd name="connsiteY101" fmla="*/ 2391812 h 2676273"/>
                <a:gd name="connsiteX102" fmla="*/ 1899388 w 2678023"/>
                <a:gd name="connsiteY102" fmla="*/ 2526998 h 2676273"/>
                <a:gd name="connsiteX103" fmla="*/ 1879264 w 2678023"/>
                <a:gd name="connsiteY103" fmla="*/ 2571888 h 2676273"/>
                <a:gd name="connsiteX104" fmla="*/ 1841082 w 2678023"/>
                <a:gd name="connsiteY104" fmla="*/ 2588916 h 2676273"/>
                <a:gd name="connsiteX105" fmla="*/ 1782777 w 2678023"/>
                <a:gd name="connsiteY105" fmla="*/ 2568277 h 2676273"/>
                <a:gd name="connsiteX106" fmla="*/ 1715184 w 2678023"/>
                <a:gd name="connsiteY106" fmla="*/ 2459405 h 2676273"/>
                <a:gd name="connsiteX107" fmla="*/ 1664618 w 2678023"/>
                <a:gd name="connsiteY107" fmla="*/ 2435670 h 2676273"/>
                <a:gd name="connsiteX108" fmla="*/ 1610440 w 2678023"/>
                <a:gd name="connsiteY108" fmla="*/ 2450118 h 2676273"/>
                <a:gd name="connsiteX109" fmla="*/ 1577418 w 2678023"/>
                <a:gd name="connsiteY109" fmla="*/ 2495008 h 2676273"/>
                <a:gd name="connsiteX110" fmla="*/ 1573806 w 2678023"/>
                <a:gd name="connsiteY110" fmla="*/ 2616778 h 2676273"/>
                <a:gd name="connsiteX111" fmla="*/ 1526852 w 2678023"/>
                <a:gd name="connsiteY111" fmla="*/ 2672504 h 2676273"/>
                <a:gd name="connsiteX112" fmla="*/ 1497441 w 2678023"/>
                <a:gd name="connsiteY112" fmla="*/ 2676116 h 2676273"/>
                <a:gd name="connsiteX113" fmla="*/ 1449972 w 2678023"/>
                <a:gd name="connsiteY113" fmla="*/ 2644125 h 2676273"/>
                <a:gd name="connsiteX114" fmla="*/ 1410241 w 2678023"/>
                <a:gd name="connsiteY114" fmla="*/ 2514615 h 2676273"/>
                <a:gd name="connsiteX115" fmla="*/ 1373091 w 2678023"/>
                <a:gd name="connsiteY115" fmla="*/ 2482624 h 2676273"/>
                <a:gd name="connsiteX116" fmla="*/ 1304982 w 2678023"/>
                <a:gd name="connsiteY116" fmla="*/ 2483140 h 2676273"/>
                <a:gd name="connsiteX117" fmla="*/ 1271959 w 2678023"/>
                <a:gd name="connsiteY117" fmla="*/ 2511519 h 2676273"/>
                <a:gd name="connsiteX118" fmla="*/ 1234293 w 2678023"/>
                <a:gd name="connsiteY118" fmla="*/ 2633806 h 2676273"/>
                <a:gd name="connsiteX119" fmla="*/ 1170828 w 2678023"/>
                <a:gd name="connsiteY119" fmla="*/ 2674568 h 2676273"/>
                <a:gd name="connsiteX120" fmla="*/ 1106847 w 2678023"/>
                <a:gd name="connsiteY120" fmla="*/ 2602331 h 2676273"/>
                <a:gd name="connsiteX121" fmla="*/ 1103751 w 2678023"/>
                <a:gd name="connsiteY121" fmla="*/ 2491396 h 2676273"/>
                <a:gd name="connsiteX122" fmla="*/ 1080532 w 2678023"/>
                <a:gd name="connsiteY122" fmla="*/ 2454245 h 2676273"/>
                <a:gd name="connsiteX123" fmla="*/ 1005199 w 2678023"/>
                <a:gd name="connsiteY123" fmla="*/ 2435154 h 2676273"/>
                <a:gd name="connsiteX124" fmla="*/ 969080 w 2678023"/>
                <a:gd name="connsiteY124" fmla="*/ 2454245 h 2676273"/>
                <a:gd name="connsiteX125" fmla="*/ 900456 w 2678023"/>
                <a:gd name="connsiteY125" fmla="*/ 2564149 h 2676273"/>
                <a:gd name="connsiteX126" fmla="*/ 836474 w 2678023"/>
                <a:gd name="connsiteY126" fmla="*/ 2587368 h 2676273"/>
                <a:gd name="connsiteX127" fmla="*/ 831830 w 2678023"/>
                <a:gd name="connsiteY127" fmla="*/ 2585820 h 2676273"/>
                <a:gd name="connsiteX128" fmla="*/ 785392 w 2678023"/>
                <a:gd name="connsiteY128" fmla="*/ 2504811 h 2676273"/>
                <a:gd name="connsiteX129" fmla="*/ 811707 w 2678023"/>
                <a:gd name="connsiteY129" fmla="*/ 2390780 h 2676273"/>
                <a:gd name="connsiteX130" fmla="*/ 794680 w 2678023"/>
                <a:gd name="connsiteY130" fmla="*/ 2344342 h 2676273"/>
                <a:gd name="connsiteX131" fmla="*/ 739470 w 2678023"/>
                <a:gd name="connsiteY131" fmla="*/ 2312352 h 2676273"/>
                <a:gd name="connsiteX132" fmla="*/ 689421 w 2678023"/>
                <a:gd name="connsiteY132" fmla="*/ 2321639 h 2676273"/>
                <a:gd name="connsiteX133" fmla="*/ 596029 w 2678023"/>
                <a:gd name="connsiteY133" fmla="*/ 2408839 h 2676273"/>
                <a:gd name="connsiteX134" fmla="*/ 530500 w 2678023"/>
                <a:gd name="connsiteY134" fmla="*/ 2415031 h 2676273"/>
                <a:gd name="connsiteX135" fmla="*/ 521212 w 2678023"/>
                <a:gd name="connsiteY135" fmla="*/ 2408839 h 2676273"/>
                <a:gd name="connsiteX136" fmla="*/ 500573 w 2678023"/>
                <a:gd name="connsiteY136" fmla="*/ 2322671 h 2676273"/>
                <a:gd name="connsiteX137" fmla="*/ 556298 w 2678023"/>
                <a:gd name="connsiteY137" fmla="*/ 2217928 h 2676273"/>
                <a:gd name="connsiteX138" fmla="*/ 552171 w 2678023"/>
                <a:gd name="connsiteY138" fmla="*/ 2168910 h 2676273"/>
                <a:gd name="connsiteX139" fmla="*/ 505733 w 2678023"/>
                <a:gd name="connsiteY139" fmla="*/ 2122988 h 2676273"/>
                <a:gd name="connsiteX140" fmla="*/ 457747 w 2678023"/>
                <a:gd name="connsiteY140" fmla="*/ 2119376 h 2676273"/>
                <a:gd name="connsiteX141" fmla="*/ 341652 w 2678023"/>
                <a:gd name="connsiteY141" fmla="*/ 2180778 h 2676273"/>
                <a:gd name="connsiteX142" fmla="*/ 278187 w 2678023"/>
                <a:gd name="connsiteY142" fmla="*/ 2168910 h 2676273"/>
                <a:gd name="connsiteX143" fmla="*/ 274059 w 2678023"/>
                <a:gd name="connsiteY143" fmla="*/ 2164266 h 2676273"/>
                <a:gd name="connsiteX144" fmla="*/ 276639 w 2678023"/>
                <a:gd name="connsiteY144" fmla="*/ 2069326 h 2676273"/>
                <a:gd name="connsiteX145" fmla="*/ 354551 w 2678023"/>
                <a:gd name="connsiteY145" fmla="*/ 1986254 h 2676273"/>
                <a:gd name="connsiteX146" fmla="*/ 363839 w 2678023"/>
                <a:gd name="connsiteY146" fmla="*/ 1940848 h 2676273"/>
                <a:gd name="connsiteX147" fmla="*/ 328237 w 2678023"/>
                <a:gd name="connsiteY147" fmla="*/ 1878931 h 2676273"/>
                <a:gd name="connsiteX148" fmla="*/ 283347 w 2678023"/>
                <a:gd name="connsiteY148" fmla="*/ 1866031 h 2676273"/>
                <a:gd name="connsiteX149" fmla="*/ 170864 w 2678023"/>
                <a:gd name="connsiteY149" fmla="*/ 1891830 h 2676273"/>
                <a:gd name="connsiteX150" fmla="*/ 155900 w 2678023"/>
                <a:gd name="connsiteY150" fmla="*/ 1895442 h 2676273"/>
                <a:gd name="connsiteX151" fmla="*/ 100175 w 2678023"/>
                <a:gd name="connsiteY151" fmla="*/ 1868095 h 2676273"/>
                <a:gd name="connsiteX152" fmla="*/ 87275 w 2678023"/>
                <a:gd name="connsiteY152" fmla="*/ 1838169 h 2676273"/>
                <a:gd name="connsiteX153" fmla="*/ 107915 w 2678023"/>
                <a:gd name="connsiteY153" fmla="*/ 1779863 h 2676273"/>
                <a:gd name="connsiteX154" fmla="*/ 213690 w 2678023"/>
                <a:gd name="connsiteY154" fmla="*/ 1713818 h 2676273"/>
                <a:gd name="connsiteX155" fmla="*/ 238972 w 2678023"/>
                <a:gd name="connsiteY155" fmla="*/ 1654481 h 2676273"/>
                <a:gd name="connsiteX156" fmla="*/ 222977 w 2678023"/>
                <a:gd name="connsiteY156" fmla="*/ 1600819 h 2676273"/>
                <a:gd name="connsiteX157" fmla="*/ 184279 w 2678023"/>
                <a:gd name="connsiteY157" fmla="*/ 1575020 h 2676273"/>
                <a:gd name="connsiteX158" fmla="*/ 59413 w 2678023"/>
                <a:gd name="connsiteY158" fmla="*/ 1571408 h 2676273"/>
                <a:gd name="connsiteX159" fmla="*/ 3687 w 2678023"/>
                <a:gd name="connsiteY159" fmla="*/ 1524454 h 2676273"/>
                <a:gd name="connsiteX160" fmla="*/ 1623 w 2678023"/>
                <a:gd name="connsiteY160" fmla="*/ 1513619 h 2676273"/>
                <a:gd name="connsiteX161" fmla="*/ 48577 w 2678023"/>
                <a:gd name="connsiteY161" fmla="*/ 1442414 h 2676273"/>
                <a:gd name="connsiteX162" fmla="*/ 160544 w 2678023"/>
                <a:gd name="connsiteY162" fmla="*/ 1408359 h 2676273"/>
                <a:gd name="connsiteX163" fmla="*/ 194083 w 2678023"/>
                <a:gd name="connsiteY163" fmla="*/ 1370693 h 2676273"/>
                <a:gd name="connsiteX164" fmla="*/ 192534 w 2678023"/>
                <a:gd name="connsiteY164" fmla="*/ 1298972 h 2676273"/>
                <a:gd name="connsiteX165" fmla="*/ 166220 w 2678023"/>
                <a:gd name="connsiteY165" fmla="*/ 1269561 h 2676273"/>
                <a:gd name="connsiteX166" fmla="*/ 47029 w 2678023"/>
                <a:gd name="connsiteY166" fmla="*/ 1232927 h 2676273"/>
                <a:gd name="connsiteX167" fmla="*/ 1623 w 2678023"/>
                <a:gd name="connsiteY167" fmla="*/ 1166882 h 2676273"/>
                <a:gd name="connsiteX168" fmla="*/ 6267 w 2678023"/>
                <a:gd name="connsiteY168" fmla="*/ 1139535 h 2676273"/>
                <a:gd name="connsiteX169" fmla="*/ 49093 w 2678023"/>
                <a:gd name="connsiteY169" fmla="*/ 1105481 h 2676273"/>
                <a:gd name="connsiteX170" fmla="*/ 164672 w 2678023"/>
                <a:gd name="connsiteY170" fmla="*/ 1101869 h 2676273"/>
                <a:gd name="connsiteX171" fmla="*/ 181699 w 2678023"/>
                <a:gd name="connsiteY171" fmla="*/ 1101353 h 2676273"/>
                <a:gd name="connsiteX172" fmla="*/ 227621 w 2678023"/>
                <a:gd name="connsiteY172" fmla="*/ 1065234 h 2676273"/>
                <a:gd name="connsiteX173" fmla="*/ 241036 w 2678023"/>
                <a:gd name="connsiteY173" fmla="*/ 1014153 h 2676273"/>
                <a:gd name="connsiteX174" fmla="*/ 219366 w 2678023"/>
                <a:gd name="connsiteY174" fmla="*/ 965651 h 2676273"/>
                <a:gd name="connsiteX175" fmla="*/ 113590 w 2678023"/>
                <a:gd name="connsiteY175" fmla="*/ 899605 h 2676273"/>
                <a:gd name="connsiteX176" fmla="*/ 89855 w 2678023"/>
                <a:gd name="connsiteY176" fmla="*/ 832012 h 2676273"/>
                <a:gd name="connsiteX177" fmla="*/ 104818 w 2678023"/>
                <a:gd name="connsiteY177" fmla="*/ 799505 h 2676273"/>
                <a:gd name="connsiteX178" fmla="*/ 151256 w 2678023"/>
                <a:gd name="connsiteY178" fmla="*/ 779898 h 2676273"/>
                <a:gd name="connsiteX179" fmla="*/ 283347 w 2678023"/>
                <a:gd name="connsiteY179" fmla="*/ 810341 h 2676273"/>
                <a:gd name="connsiteX180" fmla="*/ 331332 w 2678023"/>
                <a:gd name="connsiteY180" fmla="*/ 794345 h 2676273"/>
                <a:gd name="connsiteX181" fmla="*/ 363839 w 2678023"/>
                <a:gd name="connsiteY181" fmla="*/ 737588 h 2676273"/>
                <a:gd name="connsiteX182" fmla="*/ 354551 w 2678023"/>
                <a:gd name="connsiteY182" fmla="*/ 689086 h 2676273"/>
                <a:gd name="connsiteX183" fmla="*/ 266835 w 2678023"/>
                <a:gd name="connsiteY183" fmla="*/ 595694 h 2676273"/>
                <a:gd name="connsiteX184" fmla="*/ 261675 w 2678023"/>
                <a:gd name="connsiteY184" fmla="*/ 529133 h 2676273"/>
                <a:gd name="connsiteX185" fmla="*/ 270447 w 2678023"/>
                <a:gd name="connsiteY185" fmla="*/ 516233 h 2676273"/>
                <a:gd name="connsiteX186" fmla="*/ 349907 w 2678023"/>
                <a:gd name="connsiteY186" fmla="*/ 498690 h 2676273"/>
                <a:gd name="connsiteX187" fmla="*/ 457231 w 2678023"/>
                <a:gd name="connsiteY187" fmla="*/ 555964 h 2676273"/>
                <a:gd name="connsiteX188" fmla="*/ 507797 w 2678023"/>
                <a:gd name="connsiteY188" fmla="*/ 551320 h 2676273"/>
                <a:gd name="connsiteX189" fmla="*/ 551139 w 2678023"/>
                <a:gd name="connsiteY189" fmla="*/ 508494 h 2676273"/>
                <a:gd name="connsiteX190" fmla="*/ 556815 w 2678023"/>
                <a:gd name="connsiteY190" fmla="*/ 456896 h 2676273"/>
                <a:gd name="connsiteX191" fmla="*/ 494381 w 2678023"/>
                <a:gd name="connsiteY191" fmla="*/ 339769 h 2676273"/>
                <a:gd name="connsiteX192" fmla="*/ 505217 w 2678023"/>
                <a:gd name="connsiteY192" fmla="*/ 280432 h 2676273"/>
                <a:gd name="connsiteX193" fmla="*/ 537723 w 2678023"/>
                <a:gd name="connsiteY193" fmla="*/ 256181 h 2676273"/>
                <a:gd name="connsiteX194" fmla="*/ 590353 w 2678023"/>
                <a:gd name="connsiteY194" fmla="*/ 261857 h 2676273"/>
                <a:gd name="connsiteX195" fmla="*/ 679617 w 2678023"/>
                <a:gd name="connsiteY195" fmla="*/ 344929 h 2676273"/>
                <a:gd name="connsiteX196" fmla="*/ 754950 w 2678023"/>
                <a:gd name="connsiteY196" fmla="*/ 355765 h 2676273"/>
                <a:gd name="connsiteX197" fmla="*/ 797260 w 2678023"/>
                <a:gd name="connsiteY197" fmla="*/ 329450 h 2676273"/>
                <a:gd name="connsiteX198" fmla="*/ 811707 w 2678023"/>
                <a:gd name="connsiteY198" fmla="*/ 285076 h 2676273"/>
                <a:gd name="connsiteX199" fmla="*/ 781781 w 2678023"/>
                <a:gd name="connsiteY199" fmla="*/ 156081 h 2676273"/>
                <a:gd name="connsiteX200" fmla="*/ 807064 w 2678023"/>
                <a:gd name="connsiteY200" fmla="*/ 100872 h 2676273"/>
                <a:gd name="connsiteX201" fmla="*/ 841634 w 2678023"/>
                <a:gd name="connsiteY201" fmla="*/ 86424 h 2676273"/>
                <a:gd name="connsiteX202" fmla="*/ 896328 w 2678023"/>
                <a:gd name="connsiteY202" fmla="*/ 106031 h 2676273"/>
                <a:gd name="connsiteX203" fmla="*/ 965469 w 2678023"/>
                <a:gd name="connsiteY203" fmla="*/ 217483 h 2676273"/>
                <a:gd name="connsiteX204" fmla="*/ 1013455 w 2678023"/>
                <a:gd name="connsiteY204" fmla="*/ 240702 h 2676273"/>
                <a:gd name="connsiteX205" fmla="*/ 1077952 w 2678023"/>
                <a:gd name="connsiteY205" fmla="*/ 222642 h 2676273"/>
                <a:gd name="connsiteX206" fmla="*/ 1101687 w 2678023"/>
                <a:gd name="connsiteY206" fmla="*/ 188072 h 2676273"/>
                <a:gd name="connsiteX207" fmla="*/ 1106847 w 2678023"/>
                <a:gd name="connsiteY207" fmla="*/ 53918 h 2676273"/>
                <a:gd name="connsiteX208" fmla="*/ 1145029 w 2678023"/>
                <a:gd name="connsiteY208" fmla="*/ 4900 h 2676273"/>
                <a:gd name="connsiteX209" fmla="*/ 1158960 w 2678023"/>
                <a:gd name="connsiteY209" fmla="*/ 1804 h 2676273"/>
                <a:gd name="connsiteX210" fmla="*/ 1190637 w 2678023"/>
                <a:gd name="connsiteY210" fmla="*/ 143 h 267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78023" h="2676273">
                  <a:moveTo>
                    <a:pt x="1338961" y="855269"/>
                  </a:moveTo>
                  <a:cubicBezTo>
                    <a:pt x="1073250" y="855269"/>
                    <a:pt x="857849" y="1070670"/>
                    <a:pt x="857849" y="1336381"/>
                  </a:cubicBezTo>
                  <a:cubicBezTo>
                    <a:pt x="857849" y="1602092"/>
                    <a:pt x="1073250" y="1817493"/>
                    <a:pt x="1338961" y="1817493"/>
                  </a:cubicBezTo>
                  <a:cubicBezTo>
                    <a:pt x="1604672" y="1817493"/>
                    <a:pt x="1820073" y="1602092"/>
                    <a:pt x="1820073" y="1336381"/>
                  </a:cubicBezTo>
                  <a:cubicBezTo>
                    <a:pt x="1820073" y="1070670"/>
                    <a:pt x="1604672" y="855269"/>
                    <a:pt x="1338961" y="855269"/>
                  </a:cubicBezTo>
                  <a:close/>
                  <a:moveTo>
                    <a:pt x="1338961" y="545806"/>
                  </a:moveTo>
                  <a:cubicBezTo>
                    <a:pt x="1775584" y="545806"/>
                    <a:pt x="2129536" y="899758"/>
                    <a:pt x="2129536" y="1336381"/>
                  </a:cubicBezTo>
                  <a:cubicBezTo>
                    <a:pt x="2129536" y="1773004"/>
                    <a:pt x="1775584" y="2126956"/>
                    <a:pt x="1338961" y="2126956"/>
                  </a:cubicBezTo>
                  <a:cubicBezTo>
                    <a:pt x="902338" y="2126956"/>
                    <a:pt x="548386" y="1773004"/>
                    <a:pt x="548386" y="1336381"/>
                  </a:cubicBezTo>
                  <a:cubicBezTo>
                    <a:pt x="548386" y="899758"/>
                    <a:pt x="902338" y="545806"/>
                    <a:pt x="1338961" y="545806"/>
                  </a:cubicBezTo>
                  <a:close/>
                  <a:moveTo>
                    <a:pt x="1340068" y="359376"/>
                  </a:moveTo>
                  <a:cubicBezTo>
                    <a:pt x="796228" y="358860"/>
                    <a:pt x="363839" y="794861"/>
                    <a:pt x="361775" y="1331995"/>
                  </a:cubicBezTo>
                  <a:cubicBezTo>
                    <a:pt x="359711" y="1882027"/>
                    <a:pt x="806032" y="2314416"/>
                    <a:pt x="1338521" y="2312868"/>
                  </a:cubicBezTo>
                  <a:cubicBezTo>
                    <a:pt x="1869461" y="2314932"/>
                    <a:pt x="2317329" y="1887702"/>
                    <a:pt x="2316814" y="1335606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lose/>
                  <a:moveTo>
                    <a:pt x="1190637" y="143"/>
                  </a:moveTo>
                  <a:cubicBezTo>
                    <a:pt x="1216299" y="1546"/>
                    <a:pt x="1225780" y="13543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3"/>
                    <a:pt x="2498437" y="942948"/>
                    <a:pt x="2461287" y="964103"/>
                  </a:cubicBezTo>
                  <a:cubicBezTo>
                    <a:pt x="2440132" y="976486"/>
                    <a:pt x="2434456" y="992998"/>
                    <a:pt x="2438068" y="1014669"/>
                  </a:cubicBezTo>
                  <a:cubicBezTo>
                    <a:pt x="2441164" y="1034792"/>
                    <a:pt x="2446840" y="1054399"/>
                    <a:pt x="2454063" y="1073490"/>
                  </a:cubicBezTo>
                  <a:cubicBezTo>
                    <a:pt x="2460771" y="1091033"/>
                    <a:pt x="2472638" y="1100321"/>
                    <a:pt x="2492762" y="1100837"/>
                  </a:cubicBezTo>
                  <a:cubicBezTo>
                    <a:pt x="2538168" y="1101353"/>
                    <a:pt x="2583058" y="1104449"/>
                    <a:pt x="2628464" y="1105997"/>
                  </a:cubicBezTo>
                  <a:cubicBezTo>
                    <a:pt x="2653230" y="1107029"/>
                    <a:pt x="2665614" y="1116832"/>
                    <a:pt x="2672322" y="1140567"/>
                  </a:cubicBezTo>
                  <a:cubicBezTo>
                    <a:pt x="2676449" y="1153983"/>
                    <a:pt x="2677998" y="1167914"/>
                    <a:pt x="2677998" y="1182361"/>
                  </a:cubicBezTo>
                  <a:cubicBezTo>
                    <a:pt x="2677998" y="1210224"/>
                    <a:pt x="2670258" y="1221576"/>
                    <a:pt x="2644459" y="1229831"/>
                  </a:cubicBezTo>
                  <a:cubicBezTo>
                    <a:pt x="2603697" y="1242731"/>
                    <a:pt x="2562934" y="1255114"/>
                    <a:pt x="2522172" y="1267498"/>
                  </a:cubicBezTo>
                  <a:cubicBezTo>
                    <a:pt x="2492762" y="1276269"/>
                    <a:pt x="2485022" y="1285557"/>
                    <a:pt x="2483990" y="1315999"/>
                  </a:cubicBezTo>
                  <a:cubicBezTo>
                    <a:pt x="2483474" y="1337154"/>
                    <a:pt x="2481926" y="1358825"/>
                    <a:pt x="2486570" y="1379981"/>
                  </a:cubicBezTo>
                  <a:cubicBezTo>
                    <a:pt x="2489666" y="1394428"/>
                    <a:pt x="2498437" y="1403200"/>
                    <a:pt x="2512885" y="1407843"/>
                  </a:cubicBezTo>
                  <a:cubicBezTo>
                    <a:pt x="2555711" y="1420743"/>
                    <a:pt x="2598537" y="1433642"/>
                    <a:pt x="2641363" y="1447058"/>
                  </a:cubicBezTo>
                  <a:cubicBezTo>
                    <a:pt x="2671290" y="1456345"/>
                    <a:pt x="2678514" y="1466665"/>
                    <a:pt x="2677998" y="1498139"/>
                  </a:cubicBezTo>
                  <a:cubicBezTo>
                    <a:pt x="2677998" y="1501235"/>
                    <a:pt x="2677998" y="1504331"/>
                    <a:pt x="2677998" y="1507427"/>
                  </a:cubicBezTo>
                  <a:cubicBezTo>
                    <a:pt x="2675934" y="1555929"/>
                    <a:pt x="2660454" y="1571408"/>
                    <a:pt x="2611952" y="1572956"/>
                  </a:cubicBezTo>
                  <a:cubicBezTo>
                    <a:pt x="2571190" y="1573988"/>
                    <a:pt x="2530944" y="1576052"/>
                    <a:pt x="2490182" y="1576568"/>
                  </a:cubicBezTo>
                  <a:cubicBezTo>
                    <a:pt x="2474702" y="1577084"/>
                    <a:pt x="2463867" y="1583792"/>
                    <a:pt x="2457675" y="1596691"/>
                  </a:cubicBezTo>
                  <a:cubicBezTo>
                    <a:pt x="2446324" y="1620942"/>
                    <a:pt x="2439100" y="1646225"/>
                    <a:pt x="2437036" y="1673056"/>
                  </a:cubicBezTo>
                  <a:cubicBezTo>
                    <a:pt x="2435488" y="1690083"/>
                    <a:pt x="2442712" y="1701435"/>
                    <a:pt x="2457159" y="1710206"/>
                  </a:cubicBezTo>
                  <a:cubicBezTo>
                    <a:pt x="2493278" y="1732393"/>
                    <a:pt x="2528880" y="1754580"/>
                    <a:pt x="2564483" y="1777283"/>
                  </a:cubicBezTo>
                  <a:cubicBezTo>
                    <a:pt x="2596989" y="1797406"/>
                    <a:pt x="2601117" y="1809790"/>
                    <a:pt x="2588733" y="1845908"/>
                  </a:cubicBezTo>
                  <a:cubicBezTo>
                    <a:pt x="2584606" y="1858292"/>
                    <a:pt x="2578930" y="1870159"/>
                    <a:pt x="2571706" y="1880995"/>
                  </a:cubicBezTo>
                  <a:cubicBezTo>
                    <a:pt x="2564998" y="1890798"/>
                    <a:pt x="2554163" y="1897506"/>
                    <a:pt x="2538684" y="1897506"/>
                  </a:cubicBezTo>
                  <a:cubicBezTo>
                    <a:pt x="2511337" y="1891314"/>
                    <a:pt x="2483990" y="1885122"/>
                    <a:pt x="2456643" y="1879447"/>
                  </a:cubicBezTo>
                  <a:cubicBezTo>
                    <a:pt x="2434456" y="1874287"/>
                    <a:pt x="2411753" y="1869643"/>
                    <a:pt x="2389566" y="1863967"/>
                  </a:cubicBezTo>
                  <a:cubicBezTo>
                    <a:pt x="2375119" y="1860355"/>
                    <a:pt x="2363767" y="1864483"/>
                    <a:pt x="2354479" y="1874803"/>
                  </a:cubicBezTo>
                  <a:cubicBezTo>
                    <a:pt x="2335389" y="1896990"/>
                    <a:pt x="2320425" y="1922273"/>
                    <a:pt x="2312170" y="1950652"/>
                  </a:cubicBezTo>
                  <a:cubicBezTo>
                    <a:pt x="2308042" y="1964067"/>
                    <a:pt x="2314234" y="1973870"/>
                    <a:pt x="2322489" y="1983158"/>
                  </a:cubicBezTo>
                  <a:cubicBezTo>
                    <a:pt x="2352416" y="2015665"/>
                    <a:pt x="2382858" y="2048171"/>
                    <a:pt x="2412785" y="2080162"/>
                  </a:cubicBezTo>
                  <a:cubicBezTo>
                    <a:pt x="2435488" y="2104413"/>
                    <a:pt x="2436520" y="2118860"/>
                    <a:pt x="2418461" y="2146723"/>
                  </a:cubicBezTo>
                  <a:cubicBezTo>
                    <a:pt x="2417429" y="2148271"/>
                    <a:pt x="2416397" y="2150335"/>
                    <a:pt x="2414849" y="2151883"/>
                  </a:cubicBezTo>
                  <a:cubicBezTo>
                    <a:pt x="2380795" y="2197805"/>
                    <a:pt x="2365831" y="2198321"/>
                    <a:pt x="2324037" y="2174586"/>
                  </a:cubicBezTo>
                  <a:cubicBezTo>
                    <a:pt x="2289982" y="2154979"/>
                    <a:pt x="2253864" y="2137435"/>
                    <a:pt x="2219294" y="2118860"/>
                  </a:cubicBezTo>
                  <a:cubicBezTo>
                    <a:pt x="2204846" y="2111121"/>
                    <a:pt x="2191431" y="2111121"/>
                    <a:pt x="2178531" y="2120408"/>
                  </a:cubicBezTo>
                  <a:cubicBezTo>
                    <a:pt x="2157892" y="2134856"/>
                    <a:pt x="2140349" y="2152399"/>
                    <a:pt x="2125386" y="2172522"/>
                  </a:cubicBezTo>
                  <a:cubicBezTo>
                    <a:pt x="2114550" y="2186969"/>
                    <a:pt x="2114034" y="2201417"/>
                    <a:pt x="2122806" y="2217412"/>
                  </a:cubicBezTo>
                  <a:cubicBezTo>
                    <a:pt x="2143961" y="2256110"/>
                    <a:pt x="2164600" y="2295324"/>
                    <a:pt x="2184723" y="2334539"/>
                  </a:cubicBezTo>
                  <a:cubicBezTo>
                    <a:pt x="2198655" y="2361886"/>
                    <a:pt x="2196591" y="2374269"/>
                    <a:pt x="2174404" y="2395424"/>
                  </a:cubicBezTo>
                  <a:cubicBezTo>
                    <a:pt x="2170792" y="2398520"/>
                    <a:pt x="2167696" y="2402132"/>
                    <a:pt x="2164084" y="2404712"/>
                  </a:cubicBezTo>
                  <a:cubicBezTo>
                    <a:pt x="2131062" y="2428963"/>
                    <a:pt x="2114034" y="2440830"/>
                    <a:pt x="2075336" y="2401616"/>
                  </a:cubicBezTo>
                  <a:cubicBezTo>
                    <a:pt x="2047473" y="2373237"/>
                    <a:pt x="2017547" y="2347954"/>
                    <a:pt x="1988652" y="2320607"/>
                  </a:cubicBezTo>
                  <a:cubicBezTo>
                    <a:pt x="1975236" y="2307708"/>
                    <a:pt x="1960789" y="2305128"/>
                    <a:pt x="1944277" y="2311836"/>
                  </a:cubicBezTo>
                  <a:cubicBezTo>
                    <a:pt x="1922607" y="2320607"/>
                    <a:pt x="1901968" y="2331959"/>
                    <a:pt x="1883392" y="2346406"/>
                  </a:cubicBezTo>
                  <a:cubicBezTo>
                    <a:pt x="1867913" y="2358274"/>
                    <a:pt x="1863785" y="2373237"/>
                    <a:pt x="1868429" y="2391812"/>
                  </a:cubicBezTo>
                  <a:cubicBezTo>
                    <a:pt x="1879264" y="2436702"/>
                    <a:pt x="1889584" y="2482108"/>
                    <a:pt x="1899388" y="2526998"/>
                  </a:cubicBezTo>
                  <a:cubicBezTo>
                    <a:pt x="1903516" y="2546605"/>
                    <a:pt x="1896808" y="2561569"/>
                    <a:pt x="1879264" y="2571888"/>
                  </a:cubicBezTo>
                  <a:cubicBezTo>
                    <a:pt x="1867397" y="2579112"/>
                    <a:pt x="1854498" y="2584788"/>
                    <a:pt x="1841082" y="2588916"/>
                  </a:cubicBezTo>
                  <a:cubicBezTo>
                    <a:pt x="1813736" y="2597687"/>
                    <a:pt x="1798256" y="2592527"/>
                    <a:pt x="1782777" y="2568277"/>
                  </a:cubicBezTo>
                  <a:cubicBezTo>
                    <a:pt x="1760074" y="2532158"/>
                    <a:pt x="1736855" y="2496556"/>
                    <a:pt x="1715184" y="2459405"/>
                  </a:cubicBezTo>
                  <a:cubicBezTo>
                    <a:pt x="1703316" y="2439282"/>
                    <a:pt x="1687837" y="2431543"/>
                    <a:pt x="1664618" y="2435670"/>
                  </a:cubicBezTo>
                  <a:cubicBezTo>
                    <a:pt x="1646043" y="2439282"/>
                    <a:pt x="1627984" y="2443926"/>
                    <a:pt x="1610440" y="2450118"/>
                  </a:cubicBezTo>
                  <a:cubicBezTo>
                    <a:pt x="1586190" y="2458889"/>
                    <a:pt x="1578450" y="2469209"/>
                    <a:pt x="1577418" y="2495008"/>
                  </a:cubicBezTo>
                  <a:cubicBezTo>
                    <a:pt x="1575870" y="2535770"/>
                    <a:pt x="1574838" y="2576016"/>
                    <a:pt x="1573806" y="2616778"/>
                  </a:cubicBezTo>
                  <a:cubicBezTo>
                    <a:pt x="1572774" y="2653929"/>
                    <a:pt x="1563487" y="2665796"/>
                    <a:pt x="1526852" y="2672504"/>
                  </a:cubicBezTo>
                  <a:cubicBezTo>
                    <a:pt x="1517049" y="2674568"/>
                    <a:pt x="1507245" y="2675600"/>
                    <a:pt x="1497441" y="2676116"/>
                  </a:cubicBezTo>
                  <a:cubicBezTo>
                    <a:pt x="1473191" y="2677664"/>
                    <a:pt x="1457711" y="2667860"/>
                    <a:pt x="1449972" y="2644125"/>
                  </a:cubicBezTo>
                  <a:cubicBezTo>
                    <a:pt x="1436040" y="2600783"/>
                    <a:pt x="1422624" y="2557957"/>
                    <a:pt x="1410241" y="2514615"/>
                  </a:cubicBezTo>
                  <a:cubicBezTo>
                    <a:pt x="1404565" y="2495008"/>
                    <a:pt x="1392698" y="2485720"/>
                    <a:pt x="1373091" y="2482624"/>
                  </a:cubicBezTo>
                  <a:cubicBezTo>
                    <a:pt x="1350388" y="2479528"/>
                    <a:pt x="1327685" y="2479528"/>
                    <a:pt x="1304982" y="2483140"/>
                  </a:cubicBezTo>
                  <a:cubicBezTo>
                    <a:pt x="1287955" y="2485720"/>
                    <a:pt x="1277119" y="2494492"/>
                    <a:pt x="1271959" y="2511519"/>
                  </a:cubicBezTo>
                  <a:cubicBezTo>
                    <a:pt x="1260092" y="2552281"/>
                    <a:pt x="1247192" y="2593043"/>
                    <a:pt x="1234293" y="2633806"/>
                  </a:cubicBezTo>
                  <a:cubicBezTo>
                    <a:pt x="1222941" y="2670440"/>
                    <a:pt x="1208494" y="2679728"/>
                    <a:pt x="1170828" y="2674568"/>
                  </a:cubicBezTo>
                  <a:cubicBezTo>
                    <a:pt x="1114070" y="2666828"/>
                    <a:pt x="1107362" y="2659088"/>
                    <a:pt x="1106847" y="2602331"/>
                  </a:cubicBezTo>
                  <a:cubicBezTo>
                    <a:pt x="1106331" y="2565181"/>
                    <a:pt x="1104783" y="2528546"/>
                    <a:pt x="1103751" y="2491396"/>
                  </a:cubicBezTo>
                  <a:cubicBezTo>
                    <a:pt x="1103234" y="2474369"/>
                    <a:pt x="1096527" y="2460953"/>
                    <a:pt x="1080532" y="2454245"/>
                  </a:cubicBezTo>
                  <a:cubicBezTo>
                    <a:pt x="1056281" y="2443926"/>
                    <a:pt x="1031514" y="2436702"/>
                    <a:pt x="1005199" y="2435154"/>
                  </a:cubicBezTo>
                  <a:cubicBezTo>
                    <a:pt x="989203" y="2434122"/>
                    <a:pt x="977852" y="2440314"/>
                    <a:pt x="969080" y="2454245"/>
                  </a:cubicBezTo>
                  <a:cubicBezTo>
                    <a:pt x="946894" y="2491396"/>
                    <a:pt x="923159" y="2527514"/>
                    <a:pt x="900456" y="2564149"/>
                  </a:cubicBezTo>
                  <a:cubicBezTo>
                    <a:pt x="882396" y="2593043"/>
                    <a:pt x="868465" y="2598203"/>
                    <a:pt x="836474" y="2587368"/>
                  </a:cubicBezTo>
                  <a:cubicBezTo>
                    <a:pt x="834926" y="2586852"/>
                    <a:pt x="833379" y="2586336"/>
                    <a:pt x="831830" y="2585820"/>
                  </a:cubicBezTo>
                  <a:cubicBezTo>
                    <a:pt x="782297" y="2565697"/>
                    <a:pt x="772493" y="2554345"/>
                    <a:pt x="785392" y="2504811"/>
                  </a:cubicBezTo>
                  <a:cubicBezTo>
                    <a:pt x="795196" y="2467145"/>
                    <a:pt x="802420" y="2428963"/>
                    <a:pt x="811707" y="2390780"/>
                  </a:cubicBezTo>
                  <a:cubicBezTo>
                    <a:pt x="816351" y="2371173"/>
                    <a:pt x="811191" y="2356210"/>
                    <a:pt x="794680" y="2344342"/>
                  </a:cubicBezTo>
                  <a:cubicBezTo>
                    <a:pt x="777137" y="2331959"/>
                    <a:pt x="759078" y="2321123"/>
                    <a:pt x="739470" y="2312352"/>
                  </a:cubicBezTo>
                  <a:cubicBezTo>
                    <a:pt x="720895" y="2304096"/>
                    <a:pt x="704900" y="2307192"/>
                    <a:pt x="689421" y="2321639"/>
                  </a:cubicBezTo>
                  <a:cubicBezTo>
                    <a:pt x="658462" y="2351050"/>
                    <a:pt x="626988" y="2379945"/>
                    <a:pt x="596029" y="2408839"/>
                  </a:cubicBezTo>
                  <a:cubicBezTo>
                    <a:pt x="572810" y="2431027"/>
                    <a:pt x="557847" y="2432058"/>
                    <a:pt x="530500" y="2415031"/>
                  </a:cubicBezTo>
                  <a:cubicBezTo>
                    <a:pt x="527404" y="2412967"/>
                    <a:pt x="524308" y="2410903"/>
                    <a:pt x="521212" y="2408839"/>
                  </a:cubicBezTo>
                  <a:cubicBezTo>
                    <a:pt x="481482" y="2380461"/>
                    <a:pt x="477870" y="2365497"/>
                    <a:pt x="500573" y="2322671"/>
                  </a:cubicBezTo>
                  <a:cubicBezTo>
                    <a:pt x="519148" y="2287585"/>
                    <a:pt x="537207" y="2252498"/>
                    <a:pt x="556298" y="2217928"/>
                  </a:cubicBezTo>
                  <a:cubicBezTo>
                    <a:pt x="566102" y="2199869"/>
                    <a:pt x="564555" y="2184389"/>
                    <a:pt x="552171" y="2168910"/>
                  </a:cubicBezTo>
                  <a:cubicBezTo>
                    <a:pt x="538756" y="2151883"/>
                    <a:pt x="523276" y="2136403"/>
                    <a:pt x="505733" y="2122988"/>
                  </a:cubicBezTo>
                  <a:cubicBezTo>
                    <a:pt x="490254" y="2111121"/>
                    <a:pt x="474774" y="2110089"/>
                    <a:pt x="457747" y="2119376"/>
                  </a:cubicBezTo>
                  <a:cubicBezTo>
                    <a:pt x="419564" y="2140015"/>
                    <a:pt x="380866" y="2160654"/>
                    <a:pt x="341652" y="2180778"/>
                  </a:cubicBezTo>
                  <a:cubicBezTo>
                    <a:pt x="314305" y="2195225"/>
                    <a:pt x="298310" y="2191613"/>
                    <a:pt x="278187" y="2168910"/>
                  </a:cubicBezTo>
                  <a:cubicBezTo>
                    <a:pt x="276639" y="2167362"/>
                    <a:pt x="275607" y="2165814"/>
                    <a:pt x="274059" y="2164266"/>
                  </a:cubicBezTo>
                  <a:cubicBezTo>
                    <a:pt x="238456" y="2122988"/>
                    <a:pt x="238972" y="2108541"/>
                    <a:pt x="276639" y="2069326"/>
                  </a:cubicBezTo>
                  <a:cubicBezTo>
                    <a:pt x="302954" y="2041464"/>
                    <a:pt x="327721" y="2013085"/>
                    <a:pt x="354551" y="1986254"/>
                  </a:cubicBezTo>
                  <a:cubicBezTo>
                    <a:pt x="367967" y="1972323"/>
                    <a:pt x="370547" y="1957875"/>
                    <a:pt x="363839" y="1940848"/>
                  </a:cubicBezTo>
                  <a:cubicBezTo>
                    <a:pt x="355067" y="1918661"/>
                    <a:pt x="342684" y="1898022"/>
                    <a:pt x="328237" y="1878931"/>
                  </a:cubicBezTo>
                  <a:cubicBezTo>
                    <a:pt x="316369" y="1863451"/>
                    <a:pt x="300374" y="1861903"/>
                    <a:pt x="283347" y="1866031"/>
                  </a:cubicBezTo>
                  <a:cubicBezTo>
                    <a:pt x="245680" y="1874803"/>
                    <a:pt x="208530" y="1883574"/>
                    <a:pt x="170864" y="1891830"/>
                  </a:cubicBezTo>
                  <a:cubicBezTo>
                    <a:pt x="165704" y="1892862"/>
                    <a:pt x="160544" y="1894410"/>
                    <a:pt x="155900" y="1895442"/>
                  </a:cubicBezTo>
                  <a:cubicBezTo>
                    <a:pt x="127521" y="1900602"/>
                    <a:pt x="113074" y="1893894"/>
                    <a:pt x="100175" y="1868095"/>
                  </a:cubicBezTo>
                  <a:cubicBezTo>
                    <a:pt x="95531" y="1858292"/>
                    <a:pt x="90887" y="1848488"/>
                    <a:pt x="87275" y="1838169"/>
                  </a:cubicBezTo>
                  <a:cubicBezTo>
                    <a:pt x="77988" y="1810822"/>
                    <a:pt x="83147" y="1795342"/>
                    <a:pt x="107915" y="1779863"/>
                  </a:cubicBezTo>
                  <a:cubicBezTo>
                    <a:pt x="143001" y="1757676"/>
                    <a:pt x="178603" y="1735489"/>
                    <a:pt x="213690" y="1713818"/>
                  </a:cubicBezTo>
                  <a:cubicBezTo>
                    <a:pt x="241552" y="1696275"/>
                    <a:pt x="245680" y="1686471"/>
                    <a:pt x="238972" y="1654481"/>
                  </a:cubicBezTo>
                  <a:cubicBezTo>
                    <a:pt x="234845" y="1636421"/>
                    <a:pt x="230201" y="1617846"/>
                    <a:pt x="222977" y="1600819"/>
                  </a:cubicBezTo>
                  <a:cubicBezTo>
                    <a:pt x="215753" y="1583792"/>
                    <a:pt x="203370" y="1575536"/>
                    <a:pt x="184279" y="1575020"/>
                  </a:cubicBezTo>
                  <a:cubicBezTo>
                    <a:pt x="142485" y="1574504"/>
                    <a:pt x="101207" y="1572956"/>
                    <a:pt x="59413" y="1571408"/>
                  </a:cubicBezTo>
                  <a:cubicBezTo>
                    <a:pt x="21746" y="1570376"/>
                    <a:pt x="10395" y="1560573"/>
                    <a:pt x="3687" y="1524454"/>
                  </a:cubicBezTo>
                  <a:cubicBezTo>
                    <a:pt x="3171" y="1520842"/>
                    <a:pt x="2139" y="1517231"/>
                    <a:pt x="1623" y="1513619"/>
                  </a:cubicBezTo>
                  <a:cubicBezTo>
                    <a:pt x="-4053" y="1467697"/>
                    <a:pt x="3687" y="1455829"/>
                    <a:pt x="48577" y="1442414"/>
                  </a:cubicBezTo>
                  <a:cubicBezTo>
                    <a:pt x="85727" y="1431062"/>
                    <a:pt x="122877" y="1418679"/>
                    <a:pt x="160544" y="1408359"/>
                  </a:cubicBezTo>
                  <a:cubicBezTo>
                    <a:pt x="181183" y="1402684"/>
                    <a:pt x="192018" y="1390816"/>
                    <a:pt x="194083" y="1370693"/>
                  </a:cubicBezTo>
                  <a:cubicBezTo>
                    <a:pt x="196147" y="1346958"/>
                    <a:pt x="197178" y="1322707"/>
                    <a:pt x="192534" y="1298972"/>
                  </a:cubicBezTo>
                  <a:cubicBezTo>
                    <a:pt x="189954" y="1283493"/>
                    <a:pt x="181183" y="1274205"/>
                    <a:pt x="166220" y="1269561"/>
                  </a:cubicBezTo>
                  <a:cubicBezTo>
                    <a:pt x="126490" y="1257694"/>
                    <a:pt x="86759" y="1245311"/>
                    <a:pt x="47029" y="1232927"/>
                  </a:cubicBezTo>
                  <a:cubicBezTo>
                    <a:pt x="3687" y="1219512"/>
                    <a:pt x="-957" y="1212288"/>
                    <a:pt x="1623" y="1166882"/>
                  </a:cubicBezTo>
                  <a:cubicBezTo>
                    <a:pt x="2139" y="1157594"/>
                    <a:pt x="4203" y="1148307"/>
                    <a:pt x="6267" y="1139535"/>
                  </a:cubicBezTo>
                  <a:cubicBezTo>
                    <a:pt x="12459" y="1116832"/>
                    <a:pt x="25358" y="1106513"/>
                    <a:pt x="49093" y="1105481"/>
                  </a:cubicBezTo>
                  <a:cubicBezTo>
                    <a:pt x="87791" y="1103933"/>
                    <a:pt x="125974" y="1102901"/>
                    <a:pt x="164672" y="1101869"/>
                  </a:cubicBezTo>
                  <a:cubicBezTo>
                    <a:pt x="170348" y="1101869"/>
                    <a:pt x="176023" y="1101353"/>
                    <a:pt x="181699" y="1101353"/>
                  </a:cubicBezTo>
                  <a:cubicBezTo>
                    <a:pt x="207498" y="1102385"/>
                    <a:pt x="220913" y="1087937"/>
                    <a:pt x="227621" y="1065234"/>
                  </a:cubicBezTo>
                  <a:cubicBezTo>
                    <a:pt x="232781" y="1048207"/>
                    <a:pt x="237425" y="1031180"/>
                    <a:pt x="241036" y="1014153"/>
                  </a:cubicBezTo>
                  <a:cubicBezTo>
                    <a:pt x="245680" y="990418"/>
                    <a:pt x="240005" y="979066"/>
                    <a:pt x="219366" y="965651"/>
                  </a:cubicBezTo>
                  <a:cubicBezTo>
                    <a:pt x="184279" y="943464"/>
                    <a:pt x="148676" y="921277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171731" y="385"/>
                    <a:pt x="1182083" y="-325"/>
                    <a:pt x="1190637" y="143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E8B2EC-ABB6-4E39-A97A-DB1C9BE18B3C}"/>
              </a:ext>
            </a:extLst>
          </p:cNvPr>
          <p:cNvGrpSpPr/>
          <p:nvPr/>
        </p:nvGrpSpPr>
        <p:grpSpPr>
          <a:xfrm>
            <a:off x="992048" y="4653587"/>
            <a:ext cx="1298170" cy="1298170"/>
            <a:chOff x="1089413" y="2131797"/>
            <a:chExt cx="2968238" cy="296823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4D426F1-D942-42C7-A1F1-A731EEEC0994}"/>
                </a:ext>
              </a:extLst>
            </p:cNvPr>
            <p:cNvSpPr/>
            <p:nvPr/>
          </p:nvSpPr>
          <p:spPr>
            <a:xfrm>
              <a:off x="1089413" y="2131797"/>
              <a:ext cx="2968238" cy="2968238"/>
            </a:xfrm>
            <a:custGeom>
              <a:avLst/>
              <a:gdLst>
                <a:gd name="connsiteX0" fmla="*/ 1484119 w 2968238"/>
                <a:gd name="connsiteY0" fmla="*/ 1312669 h 2968238"/>
                <a:gd name="connsiteX1" fmla="*/ 1312669 w 2968238"/>
                <a:gd name="connsiteY1" fmla="*/ 1484119 h 2968238"/>
                <a:gd name="connsiteX2" fmla="*/ 1484119 w 2968238"/>
                <a:gd name="connsiteY2" fmla="*/ 1655569 h 2968238"/>
                <a:gd name="connsiteX3" fmla="*/ 1655569 w 2968238"/>
                <a:gd name="connsiteY3" fmla="*/ 1484119 h 2968238"/>
                <a:gd name="connsiteX4" fmla="*/ 1484119 w 2968238"/>
                <a:gd name="connsiteY4" fmla="*/ 1312669 h 2968238"/>
                <a:gd name="connsiteX5" fmla="*/ 1484119 w 2968238"/>
                <a:gd name="connsiteY5" fmla="*/ 0 h 2968238"/>
                <a:gd name="connsiteX6" fmla="*/ 2968238 w 2968238"/>
                <a:gd name="connsiteY6" fmla="*/ 1484119 h 2968238"/>
                <a:gd name="connsiteX7" fmla="*/ 1484119 w 2968238"/>
                <a:gd name="connsiteY7" fmla="*/ 2968238 h 2968238"/>
                <a:gd name="connsiteX8" fmla="*/ 0 w 2968238"/>
                <a:gd name="connsiteY8" fmla="*/ 1484119 h 2968238"/>
                <a:gd name="connsiteX9" fmla="*/ 1484119 w 2968238"/>
                <a:gd name="connsiteY9" fmla="*/ 0 h 296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68238" h="2968238">
                  <a:moveTo>
                    <a:pt x="1484119" y="1312669"/>
                  </a:moveTo>
                  <a:cubicBezTo>
                    <a:pt x="1389430" y="1312669"/>
                    <a:pt x="1312669" y="1389430"/>
                    <a:pt x="1312669" y="1484119"/>
                  </a:cubicBezTo>
                  <a:cubicBezTo>
                    <a:pt x="1312669" y="1578808"/>
                    <a:pt x="1389430" y="1655569"/>
                    <a:pt x="1484119" y="1655569"/>
                  </a:cubicBezTo>
                  <a:cubicBezTo>
                    <a:pt x="1578808" y="1655569"/>
                    <a:pt x="1655569" y="1578808"/>
                    <a:pt x="1655569" y="1484119"/>
                  </a:cubicBezTo>
                  <a:cubicBezTo>
                    <a:pt x="1655569" y="1389430"/>
                    <a:pt x="1578808" y="1312669"/>
                    <a:pt x="1484119" y="1312669"/>
                  </a:cubicBezTo>
                  <a:close/>
                  <a:moveTo>
                    <a:pt x="1484119" y="0"/>
                  </a:moveTo>
                  <a:cubicBezTo>
                    <a:pt x="2303775" y="0"/>
                    <a:pt x="2968238" y="664463"/>
                    <a:pt x="2968238" y="1484119"/>
                  </a:cubicBezTo>
                  <a:cubicBezTo>
                    <a:pt x="2968238" y="2303775"/>
                    <a:pt x="2303775" y="2968238"/>
                    <a:pt x="1484119" y="2968238"/>
                  </a:cubicBezTo>
                  <a:cubicBezTo>
                    <a:pt x="664463" y="2968238"/>
                    <a:pt x="0" y="2303775"/>
                    <a:pt x="0" y="1484119"/>
                  </a:cubicBezTo>
                  <a:cubicBezTo>
                    <a:pt x="0" y="664463"/>
                    <a:pt x="664463" y="0"/>
                    <a:pt x="1484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0F6E5CC-A1DC-46A1-BEC9-DA240DCBE84D}"/>
                </a:ext>
              </a:extLst>
            </p:cNvPr>
            <p:cNvSpPr/>
            <p:nvPr/>
          </p:nvSpPr>
          <p:spPr>
            <a:xfrm>
              <a:off x="1234570" y="2279534"/>
              <a:ext cx="2678023" cy="2676273"/>
            </a:xfrm>
            <a:custGeom>
              <a:avLst/>
              <a:gdLst>
                <a:gd name="connsiteX0" fmla="*/ 1338961 w 2678023"/>
                <a:gd name="connsiteY0" fmla="*/ 855269 h 2676273"/>
                <a:gd name="connsiteX1" fmla="*/ 857849 w 2678023"/>
                <a:gd name="connsiteY1" fmla="*/ 1336381 h 2676273"/>
                <a:gd name="connsiteX2" fmla="*/ 1338961 w 2678023"/>
                <a:gd name="connsiteY2" fmla="*/ 1817493 h 2676273"/>
                <a:gd name="connsiteX3" fmla="*/ 1820073 w 2678023"/>
                <a:gd name="connsiteY3" fmla="*/ 1336381 h 2676273"/>
                <a:gd name="connsiteX4" fmla="*/ 1338961 w 2678023"/>
                <a:gd name="connsiteY4" fmla="*/ 855269 h 2676273"/>
                <a:gd name="connsiteX5" fmla="*/ 1338961 w 2678023"/>
                <a:gd name="connsiteY5" fmla="*/ 545806 h 2676273"/>
                <a:gd name="connsiteX6" fmla="*/ 2129536 w 2678023"/>
                <a:gd name="connsiteY6" fmla="*/ 1336381 h 2676273"/>
                <a:gd name="connsiteX7" fmla="*/ 1338961 w 2678023"/>
                <a:gd name="connsiteY7" fmla="*/ 2126956 h 2676273"/>
                <a:gd name="connsiteX8" fmla="*/ 548386 w 2678023"/>
                <a:gd name="connsiteY8" fmla="*/ 1336381 h 2676273"/>
                <a:gd name="connsiteX9" fmla="*/ 1338961 w 2678023"/>
                <a:gd name="connsiteY9" fmla="*/ 545806 h 2676273"/>
                <a:gd name="connsiteX10" fmla="*/ 1340068 w 2678023"/>
                <a:gd name="connsiteY10" fmla="*/ 359376 h 2676273"/>
                <a:gd name="connsiteX11" fmla="*/ 361775 w 2678023"/>
                <a:gd name="connsiteY11" fmla="*/ 1331995 h 2676273"/>
                <a:gd name="connsiteX12" fmla="*/ 1338521 w 2678023"/>
                <a:gd name="connsiteY12" fmla="*/ 2312868 h 2676273"/>
                <a:gd name="connsiteX13" fmla="*/ 2316814 w 2678023"/>
                <a:gd name="connsiteY13" fmla="*/ 1335606 h 2676273"/>
                <a:gd name="connsiteX14" fmla="*/ 1340068 w 2678023"/>
                <a:gd name="connsiteY14" fmla="*/ 359376 h 2676273"/>
                <a:gd name="connsiteX15" fmla="*/ 1190637 w 2678023"/>
                <a:gd name="connsiteY15" fmla="*/ 143 h 2676273"/>
                <a:gd name="connsiteX16" fmla="*/ 1235841 w 2678023"/>
                <a:gd name="connsiteY16" fmla="*/ 48758 h 2676273"/>
                <a:gd name="connsiteX17" fmla="*/ 1269895 w 2678023"/>
                <a:gd name="connsiteY17" fmla="*/ 162273 h 2676273"/>
                <a:gd name="connsiteX18" fmla="*/ 1303434 w 2678023"/>
                <a:gd name="connsiteY18" fmla="*/ 192716 h 2676273"/>
                <a:gd name="connsiteX19" fmla="*/ 1376702 w 2678023"/>
                <a:gd name="connsiteY19" fmla="*/ 192716 h 2676273"/>
                <a:gd name="connsiteX20" fmla="*/ 1409209 w 2678023"/>
                <a:gd name="connsiteY20" fmla="*/ 163305 h 2676273"/>
                <a:gd name="connsiteX21" fmla="*/ 1447392 w 2678023"/>
                <a:gd name="connsiteY21" fmla="*/ 37922 h 2676273"/>
                <a:gd name="connsiteX22" fmla="*/ 1499505 w 2678023"/>
                <a:gd name="connsiteY22" fmla="*/ 256 h 2676273"/>
                <a:gd name="connsiteX23" fmla="*/ 1513436 w 2678023"/>
                <a:gd name="connsiteY23" fmla="*/ 772 h 2676273"/>
                <a:gd name="connsiteX24" fmla="*/ 1573290 w 2678023"/>
                <a:gd name="connsiteY24" fmla="*/ 65269 h 2676273"/>
                <a:gd name="connsiteX25" fmla="*/ 1576902 w 2678023"/>
                <a:gd name="connsiteY25" fmla="*/ 185492 h 2676273"/>
                <a:gd name="connsiteX26" fmla="*/ 1598057 w 2678023"/>
                <a:gd name="connsiteY26" fmla="*/ 220578 h 2676273"/>
                <a:gd name="connsiteX27" fmla="*/ 1674422 w 2678023"/>
                <a:gd name="connsiteY27" fmla="*/ 240702 h 2676273"/>
                <a:gd name="connsiteX28" fmla="*/ 1710540 w 2678023"/>
                <a:gd name="connsiteY28" fmla="*/ 221610 h 2676273"/>
                <a:gd name="connsiteX29" fmla="*/ 1779165 w 2678023"/>
                <a:gd name="connsiteY29" fmla="*/ 111707 h 2676273"/>
                <a:gd name="connsiteX30" fmla="*/ 1845726 w 2678023"/>
                <a:gd name="connsiteY30" fmla="*/ 88488 h 2676273"/>
                <a:gd name="connsiteX31" fmla="*/ 1857594 w 2678023"/>
                <a:gd name="connsiteY31" fmla="*/ 92616 h 2676273"/>
                <a:gd name="connsiteX32" fmla="*/ 1895260 w 2678023"/>
                <a:gd name="connsiteY32" fmla="*/ 166401 h 2676273"/>
                <a:gd name="connsiteX33" fmla="*/ 1868429 w 2678023"/>
                <a:gd name="connsiteY33" fmla="*/ 281980 h 2676273"/>
                <a:gd name="connsiteX34" fmla="*/ 1887004 w 2678023"/>
                <a:gd name="connsiteY34" fmla="*/ 332030 h 2676273"/>
                <a:gd name="connsiteX35" fmla="*/ 1946857 w 2678023"/>
                <a:gd name="connsiteY35" fmla="*/ 365052 h 2676273"/>
                <a:gd name="connsiteX36" fmla="*/ 1986588 w 2678023"/>
                <a:gd name="connsiteY36" fmla="*/ 355765 h 2676273"/>
                <a:gd name="connsiteX37" fmla="*/ 2081528 w 2678023"/>
                <a:gd name="connsiteY37" fmla="*/ 267532 h 2676273"/>
                <a:gd name="connsiteX38" fmla="*/ 2151701 w 2678023"/>
                <a:gd name="connsiteY38" fmla="*/ 261857 h 2676273"/>
                <a:gd name="connsiteX39" fmla="*/ 2155312 w 2678023"/>
                <a:gd name="connsiteY39" fmla="*/ 264437 h 2676273"/>
                <a:gd name="connsiteX40" fmla="*/ 2177500 w 2678023"/>
                <a:gd name="connsiteY40" fmla="*/ 353701 h 2676273"/>
                <a:gd name="connsiteX41" fmla="*/ 2122290 w 2678023"/>
                <a:gd name="connsiteY41" fmla="*/ 456896 h 2676273"/>
                <a:gd name="connsiteX42" fmla="*/ 2126934 w 2678023"/>
                <a:gd name="connsiteY42" fmla="*/ 505914 h 2676273"/>
                <a:gd name="connsiteX43" fmla="*/ 2173372 w 2678023"/>
                <a:gd name="connsiteY43" fmla="*/ 551836 h 2676273"/>
                <a:gd name="connsiteX44" fmla="*/ 2219810 w 2678023"/>
                <a:gd name="connsiteY44" fmla="*/ 555964 h 2676273"/>
                <a:gd name="connsiteX45" fmla="*/ 2336937 w 2678023"/>
                <a:gd name="connsiteY45" fmla="*/ 494046 h 2676273"/>
                <a:gd name="connsiteX46" fmla="*/ 2400917 w 2678023"/>
                <a:gd name="connsiteY46" fmla="*/ 507462 h 2676273"/>
                <a:gd name="connsiteX47" fmla="*/ 2420525 w 2678023"/>
                <a:gd name="connsiteY47" fmla="*/ 533777 h 2676273"/>
                <a:gd name="connsiteX48" fmla="*/ 2415365 w 2678023"/>
                <a:gd name="connsiteY48" fmla="*/ 591566 h 2676273"/>
                <a:gd name="connsiteX49" fmla="*/ 2321973 w 2678023"/>
                <a:gd name="connsiteY49" fmla="*/ 692182 h 2676273"/>
                <a:gd name="connsiteX50" fmla="*/ 2313718 w 2678023"/>
                <a:gd name="connsiteY50" fmla="*/ 733460 h 2676273"/>
                <a:gd name="connsiteX51" fmla="*/ 2349320 w 2678023"/>
                <a:gd name="connsiteY51" fmla="*/ 795377 h 2676273"/>
                <a:gd name="connsiteX52" fmla="*/ 2394726 w 2678023"/>
                <a:gd name="connsiteY52" fmla="*/ 810341 h 2676273"/>
                <a:gd name="connsiteX53" fmla="*/ 2526816 w 2678023"/>
                <a:gd name="connsiteY53" fmla="*/ 780414 h 2676273"/>
                <a:gd name="connsiteX54" fmla="*/ 2575834 w 2678023"/>
                <a:gd name="connsiteY54" fmla="*/ 803117 h 2676273"/>
                <a:gd name="connsiteX55" fmla="*/ 2591313 w 2678023"/>
                <a:gd name="connsiteY55" fmla="*/ 838719 h 2676273"/>
                <a:gd name="connsiteX56" fmla="*/ 2570158 w 2678023"/>
                <a:gd name="connsiteY56" fmla="*/ 896509 h 2676273"/>
                <a:gd name="connsiteX57" fmla="*/ 2461287 w 2678023"/>
                <a:gd name="connsiteY57" fmla="*/ 964103 h 2676273"/>
                <a:gd name="connsiteX58" fmla="*/ 2438068 w 2678023"/>
                <a:gd name="connsiteY58" fmla="*/ 1014669 h 2676273"/>
                <a:gd name="connsiteX59" fmla="*/ 2454063 w 2678023"/>
                <a:gd name="connsiteY59" fmla="*/ 1073490 h 2676273"/>
                <a:gd name="connsiteX60" fmla="*/ 2492762 w 2678023"/>
                <a:gd name="connsiteY60" fmla="*/ 1100837 h 2676273"/>
                <a:gd name="connsiteX61" fmla="*/ 2628464 w 2678023"/>
                <a:gd name="connsiteY61" fmla="*/ 1105997 h 2676273"/>
                <a:gd name="connsiteX62" fmla="*/ 2672322 w 2678023"/>
                <a:gd name="connsiteY62" fmla="*/ 1140567 h 2676273"/>
                <a:gd name="connsiteX63" fmla="*/ 2677998 w 2678023"/>
                <a:gd name="connsiteY63" fmla="*/ 1182361 h 2676273"/>
                <a:gd name="connsiteX64" fmla="*/ 2644459 w 2678023"/>
                <a:gd name="connsiteY64" fmla="*/ 1229831 h 2676273"/>
                <a:gd name="connsiteX65" fmla="*/ 2522172 w 2678023"/>
                <a:gd name="connsiteY65" fmla="*/ 1267498 h 2676273"/>
                <a:gd name="connsiteX66" fmla="*/ 2483990 w 2678023"/>
                <a:gd name="connsiteY66" fmla="*/ 1315999 h 2676273"/>
                <a:gd name="connsiteX67" fmla="*/ 2486570 w 2678023"/>
                <a:gd name="connsiteY67" fmla="*/ 1379981 h 2676273"/>
                <a:gd name="connsiteX68" fmla="*/ 2512885 w 2678023"/>
                <a:gd name="connsiteY68" fmla="*/ 1407843 h 2676273"/>
                <a:gd name="connsiteX69" fmla="*/ 2641363 w 2678023"/>
                <a:gd name="connsiteY69" fmla="*/ 1447058 h 2676273"/>
                <a:gd name="connsiteX70" fmla="*/ 2677998 w 2678023"/>
                <a:gd name="connsiteY70" fmla="*/ 1498139 h 2676273"/>
                <a:gd name="connsiteX71" fmla="*/ 2677998 w 2678023"/>
                <a:gd name="connsiteY71" fmla="*/ 1507427 h 2676273"/>
                <a:gd name="connsiteX72" fmla="*/ 2611952 w 2678023"/>
                <a:gd name="connsiteY72" fmla="*/ 1572956 h 2676273"/>
                <a:gd name="connsiteX73" fmla="*/ 2490182 w 2678023"/>
                <a:gd name="connsiteY73" fmla="*/ 1576568 h 2676273"/>
                <a:gd name="connsiteX74" fmla="*/ 2457675 w 2678023"/>
                <a:gd name="connsiteY74" fmla="*/ 1596691 h 2676273"/>
                <a:gd name="connsiteX75" fmla="*/ 2437036 w 2678023"/>
                <a:gd name="connsiteY75" fmla="*/ 1673056 h 2676273"/>
                <a:gd name="connsiteX76" fmla="*/ 2457159 w 2678023"/>
                <a:gd name="connsiteY76" fmla="*/ 1710206 h 2676273"/>
                <a:gd name="connsiteX77" fmla="*/ 2564483 w 2678023"/>
                <a:gd name="connsiteY77" fmla="*/ 1777283 h 2676273"/>
                <a:gd name="connsiteX78" fmla="*/ 2588733 w 2678023"/>
                <a:gd name="connsiteY78" fmla="*/ 1845908 h 2676273"/>
                <a:gd name="connsiteX79" fmla="*/ 2571706 w 2678023"/>
                <a:gd name="connsiteY79" fmla="*/ 1880995 h 2676273"/>
                <a:gd name="connsiteX80" fmla="*/ 2538684 w 2678023"/>
                <a:gd name="connsiteY80" fmla="*/ 1897506 h 2676273"/>
                <a:gd name="connsiteX81" fmla="*/ 2456643 w 2678023"/>
                <a:gd name="connsiteY81" fmla="*/ 1879447 h 2676273"/>
                <a:gd name="connsiteX82" fmla="*/ 2389566 w 2678023"/>
                <a:gd name="connsiteY82" fmla="*/ 1863967 h 2676273"/>
                <a:gd name="connsiteX83" fmla="*/ 2354479 w 2678023"/>
                <a:gd name="connsiteY83" fmla="*/ 1874803 h 2676273"/>
                <a:gd name="connsiteX84" fmla="*/ 2312170 w 2678023"/>
                <a:gd name="connsiteY84" fmla="*/ 1950652 h 2676273"/>
                <a:gd name="connsiteX85" fmla="*/ 2322489 w 2678023"/>
                <a:gd name="connsiteY85" fmla="*/ 1983158 h 2676273"/>
                <a:gd name="connsiteX86" fmla="*/ 2412785 w 2678023"/>
                <a:gd name="connsiteY86" fmla="*/ 2080162 h 2676273"/>
                <a:gd name="connsiteX87" fmla="*/ 2418461 w 2678023"/>
                <a:gd name="connsiteY87" fmla="*/ 2146723 h 2676273"/>
                <a:gd name="connsiteX88" fmla="*/ 2414849 w 2678023"/>
                <a:gd name="connsiteY88" fmla="*/ 2151883 h 2676273"/>
                <a:gd name="connsiteX89" fmla="*/ 2324037 w 2678023"/>
                <a:gd name="connsiteY89" fmla="*/ 2174586 h 2676273"/>
                <a:gd name="connsiteX90" fmla="*/ 2219294 w 2678023"/>
                <a:gd name="connsiteY90" fmla="*/ 2118860 h 2676273"/>
                <a:gd name="connsiteX91" fmla="*/ 2178531 w 2678023"/>
                <a:gd name="connsiteY91" fmla="*/ 2120408 h 2676273"/>
                <a:gd name="connsiteX92" fmla="*/ 2125386 w 2678023"/>
                <a:gd name="connsiteY92" fmla="*/ 2172522 h 2676273"/>
                <a:gd name="connsiteX93" fmla="*/ 2122806 w 2678023"/>
                <a:gd name="connsiteY93" fmla="*/ 2217412 h 2676273"/>
                <a:gd name="connsiteX94" fmla="*/ 2184723 w 2678023"/>
                <a:gd name="connsiteY94" fmla="*/ 2334539 h 2676273"/>
                <a:gd name="connsiteX95" fmla="*/ 2174404 w 2678023"/>
                <a:gd name="connsiteY95" fmla="*/ 2395424 h 2676273"/>
                <a:gd name="connsiteX96" fmla="*/ 2164084 w 2678023"/>
                <a:gd name="connsiteY96" fmla="*/ 2404712 h 2676273"/>
                <a:gd name="connsiteX97" fmla="*/ 2075336 w 2678023"/>
                <a:gd name="connsiteY97" fmla="*/ 2401616 h 2676273"/>
                <a:gd name="connsiteX98" fmla="*/ 1988652 w 2678023"/>
                <a:gd name="connsiteY98" fmla="*/ 2320607 h 2676273"/>
                <a:gd name="connsiteX99" fmla="*/ 1944277 w 2678023"/>
                <a:gd name="connsiteY99" fmla="*/ 2311836 h 2676273"/>
                <a:gd name="connsiteX100" fmla="*/ 1883392 w 2678023"/>
                <a:gd name="connsiteY100" fmla="*/ 2346406 h 2676273"/>
                <a:gd name="connsiteX101" fmla="*/ 1868429 w 2678023"/>
                <a:gd name="connsiteY101" fmla="*/ 2391812 h 2676273"/>
                <a:gd name="connsiteX102" fmla="*/ 1899388 w 2678023"/>
                <a:gd name="connsiteY102" fmla="*/ 2526998 h 2676273"/>
                <a:gd name="connsiteX103" fmla="*/ 1879264 w 2678023"/>
                <a:gd name="connsiteY103" fmla="*/ 2571888 h 2676273"/>
                <a:gd name="connsiteX104" fmla="*/ 1841082 w 2678023"/>
                <a:gd name="connsiteY104" fmla="*/ 2588916 h 2676273"/>
                <a:gd name="connsiteX105" fmla="*/ 1782777 w 2678023"/>
                <a:gd name="connsiteY105" fmla="*/ 2568277 h 2676273"/>
                <a:gd name="connsiteX106" fmla="*/ 1715184 w 2678023"/>
                <a:gd name="connsiteY106" fmla="*/ 2459405 h 2676273"/>
                <a:gd name="connsiteX107" fmla="*/ 1664618 w 2678023"/>
                <a:gd name="connsiteY107" fmla="*/ 2435670 h 2676273"/>
                <a:gd name="connsiteX108" fmla="*/ 1610440 w 2678023"/>
                <a:gd name="connsiteY108" fmla="*/ 2450118 h 2676273"/>
                <a:gd name="connsiteX109" fmla="*/ 1577418 w 2678023"/>
                <a:gd name="connsiteY109" fmla="*/ 2495008 h 2676273"/>
                <a:gd name="connsiteX110" fmla="*/ 1573806 w 2678023"/>
                <a:gd name="connsiteY110" fmla="*/ 2616778 h 2676273"/>
                <a:gd name="connsiteX111" fmla="*/ 1526852 w 2678023"/>
                <a:gd name="connsiteY111" fmla="*/ 2672504 h 2676273"/>
                <a:gd name="connsiteX112" fmla="*/ 1497441 w 2678023"/>
                <a:gd name="connsiteY112" fmla="*/ 2676116 h 2676273"/>
                <a:gd name="connsiteX113" fmla="*/ 1449972 w 2678023"/>
                <a:gd name="connsiteY113" fmla="*/ 2644125 h 2676273"/>
                <a:gd name="connsiteX114" fmla="*/ 1410241 w 2678023"/>
                <a:gd name="connsiteY114" fmla="*/ 2514615 h 2676273"/>
                <a:gd name="connsiteX115" fmla="*/ 1373091 w 2678023"/>
                <a:gd name="connsiteY115" fmla="*/ 2482624 h 2676273"/>
                <a:gd name="connsiteX116" fmla="*/ 1304982 w 2678023"/>
                <a:gd name="connsiteY116" fmla="*/ 2483140 h 2676273"/>
                <a:gd name="connsiteX117" fmla="*/ 1271959 w 2678023"/>
                <a:gd name="connsiteY117" fmla="*/ 2511519 h 2676273"/>
                <a:gd name="connsiteX118" fmla="*/ 1234293 w 2678023"/>
                <a:gd name="connsiteY118" fmla="*/ 2633806 h 2676273"/>
                <a:gd name="connsiteX119" fmla="*/ 1170828 w 2678023"/>
                <a:gd name="connsiteY119" fmla="*/ 2674568 h 2676273"/>
                <a:gd name="connsiteX120" fmla="*/ 1106847 w 2678023"/>
                <a:gd name="connsiteY120" fmla="*/ 2602331 h 2676273"/>
                <a:gd name="connsiteX121" fmla="*/ 1103751 w 2678023"/>
                <a:gd name="connsiteY121" fmla="*/ 2491396 h 2676273"/>
                <a:gd name="connsiteX122" fmla="*/ 1080532 w 2678023"/>
                <a:gd name="connsiteY122" fmla="*/ 2454245 h 2676273"/>
                <a:gd name="connsiteX123" fmla="*/ 1005199 w 2678023"/>
                <a:gd name="connsiteY123" fmla="*/ 2435154 h 2676273"/>
                <a:gd name="connsiteX124" fmla="*/ 969080 w 2678023"/>
                <a:gd name="connsiteY124" fmla="*/ 2454245 h 2676273"/>
                <a:gd name="connsiteX125" fmla="*/ 900456 w 2678023"/>
                <a:gd name="connsiteY125" fmla="*/ 2564149 h 2676273"/>
                <a:gd name="connsiteX126" fmla="*/ 836474 w 2678023"/>
                <a:gd name="connsiteY126" fmla="*/ 2587368 h 2676273"/>
                <a:gd name="connsiteX127" fmla="*/ 831830 w 2678023"/>
                <a:gd name="connsiteY127" fmla="*/ 2585820 h 2676273"/>
                <a:gd name="connsiteX128" fmla="*/ 785392 w 2678023"/>
                <a:gd name="connsiteY128" fmla="*/ 2504811 h 2676273"/>
                <a:gd name="connsiteX129" fmla="*/ 811707 w 2678023"/>
                <a:gd name="connsiteY129" fmla="*/ 2390780 h 2676273"/>
                <a:gd name="connsiteX130" fmla="*/ 794680 w 2678023"/>
                <a:gd name="connsiteY130" fmla="*/ 2344342 h 2676273"/>
                <a:gd name="connsiteX131" fmla="*/ 739470 w 2678023"/>
                <a:gd name="connsiteY131" fmla="*/ 2312352 h 2676273"/>
                <a:gd name="connsiteX132" fmla="*/ 689421 w 2678023"/>
                <a:gd name="connsiteY132" fmla="*/ 2321639 h 2676273"/>
                <a:gd name="connsiteX133" fmla="*/ 596029 w 2678023"/>
                <a:gd name="connsiteY133" fmla="*/ 2408839 h 2676273"/>
                <a:gd name="connsiteX134" fmla="*/ 530500 w 2678023"/>
                <a:gd name="connsiteY134" fmla="*/ 2415031 h 2676273"/>
                <a:gd name="connsiteX135" fmla="*/ 521212 w 2678023"/>
                <a:gd name="connsiteY135" fmla="*/ 2408839 h 2676273"/>
                <a:gd name="connsiteX136" fmla="*/ 500573 w 2678023"/>
                <a:gd name="connsiteY136" fmla="*/ 2322671 h 2676273"/>
                <a:gd name="connsiteX137" fmla="*/ 556298 w 2678023"/>
                <a:gd name="connsiteY137" fmla="*/ 2217928 h 2676273"/>
                <a:gd name="connsiteX138" fmla="*/ 552171 w 2678023"/>
                <a:gd name="connsiteY138" fmla="*/ 2168910 h 2676273"/>
                <a:gd name="connsiteX139" fmla="*/ 505733 w 2678023"/>
                <a:gd name="connsiteY139" fmla="*/ 2122988 h 2676273"/>
                <a:gd name="connsiteX140" fmla="*/ 457747 w 2678023"/>
                <a:gd name="connsiteY140" fmla="*/ 2119376 h 2676273"/>
                <a:gd name="connsiteX141" fmla="*/ 341652 w 2678023"/>
                <a:gd name="connsiteY141" fmla="*/ 2180778 h 2676273"/>
                <a:gd name="connsiteX142" fmla="*/ 278187 w 2678023"/>
                <a:gd name="connsiteY142" fmla="*/ 2168910 h 2676273"/>
                <a:gd name="connsiteX143" fmla="*/ 274059 w 2678023"/>
                <a:gd name="connsiteY143" fmla="*/ 2164266 h 2676273"/>
                <a:gd name="connsiteX144" fmla="*/ 276639 w 2678023"/>
                <a:gd name="connsiteY144" fmla="*/ 2069326 h 2676273"/>
                <a:gd name="connsiteX145" fmla="*/ 354551 w 2678023"/>
                <a:gd name="connsiteY145" fmla="*/ 1986254 h 2676273"/>
                <a:gd name="connsiteX146" fmla="*/ 363839 w 2678023"/>
                <a:gd name="connsiteY146" fmla="*/ 1940848 h 2676273"/>
                <a:gd name="connsiteX147" fmla="*/ 328237 w 2678023"/>
                <a:gd name="connsiteY147" fmla="*/ 1878931 h 2676273"/>
                <a:gd name="connsiteX148" fmla="*/ 283347 w 2678023"/>
                <a:gd name="connsiteY148" fmla="*/ 1866031 h 2676273"/>
                <a:gd name="connsiteX149" fmla="*/ 170864 w 2678023"/>
                <a:gd name="connsiteY149" fmla="*/ 1891830 h 2676273"/>
                <a:gd name="connsiteX150" fmla="*/ 155900 w 2678023"/>
                <a:gd name="connsiteY150" fmla="*/ 1895442 h 2676273"/>
                <a:gd name="connsiteX151" fmla="*/ 100175 w 2678023"/>
                <a:gd name="connsiteY151" fmla="*/ 1868095 h 2676273"/>
                <a:gd name="connsiteX152" fmla="*/ 87275 w 2678023"/>
                <a:gd name="connsiteY152" fmla="*/ 1838169 h 2676273"/>
                <a:gd name="connsiteX153" fmla="*/ 107915 w 2678023"/>
                <a:gd name="connsiteY153" fmla="*/ 1779863 h 2676273"/>
                <a:gd name="connsiteX154" fmla="*/ 213690 w 2678023"/>
                <a:gd name="connsiteY154" fmla="*/ 1713818 h 2676273"/>
                <a:gd name="connsiteX155" fmla="*/ 238972 w 2678023"/>
                <a:gd name="connsiteY155" fmla="*/ 1654481 h 2676273"/>
                <a:gd name="connsiteX156" fmla="*/ 222977 w 2678023"/>
                <a:gd name="connsiteY156" fmla="*/ 1600819 h 2676273"/>
                <a:gd name="connsiteX157" fmla="*/ 184279 w 2678023"/>
                <a:gd name="connsiteY157" fmla="*/ 1575020 h 2676273"/>
                <a:gd name="connsiteX158" fmla="*/ 59413 w 2678023"/>
                <a:gd name="connsiteY158" fmla="*/ 1571408 h 2676273"/>
                <a:gd name="connsiteX159" fmla="*/ 3687 w 2678023"/>
                <a:gd name="connsiteY159" fmla="*/ 1524454 h 2676273"/>
                <a:gd name="connsiteX160" fmla="*/ 1623 w 2678023"/>
                <a:gd name="connsiteY160" fmla="*/ 1513619 h 2676273"/>
                <a:gd name="connsiteX161" fmla="*/ 48577 w 2678023"/>
                <a:gd name="connsiteY161" fmla="*/ 1442414 h 2676273"/>
                <a:gd name="connsiteX162" fmla="*/ 160544 w 2678023"/>
                <a:gd name="connsiteY162" fmla="*/ 1408359 h 2676273"/>
                <a:gd name="connsiteX163" fmla="*/ 194083 w 2678023"/>
                <a:gd name="connsiteY163" fmla="*/ 1370693 h 2676273"/>
                <a:gd name="connsiteX164" fmla="*/ 192534 w 2678023"/>
                <a:gd name="connsiteY164" fmla="*/ 1298972 h 2676273"/>
                <a:gd name="connsiteX165" fmla="*/ 166220 w 2678023"/>
                <a:gd name="connsiteY165" fmla="*/ 1269561 h 2676273"/>
                <a:gd name="connsiteX166" fmla="*/ 47029 w 2678023"/>
                <a:gd name="connsiteY166" fmla="*/ 1232927 h 2676273"/>
                <a:gd name="connsiteX167" fmla="*/ 1623 w 2678023"/>
                <a:gd name="connsiteY167" fmla="*/ 1166882 h 2676273"/>
                <a:gd name="connsiteX168" fmla="*/ 6267 w 2678023"/>
                <a:gd name="connsiteY168" fmla="*/ 1139535 h 2676273"/>
                <a:gd name="connsiteX169" fmla="*/ 49093 w 2678023"/>
                <a:gd name="connsiteY169" fmla="*/ 1105481 h 2676273"/>
                <a:gd name="connsiteX170" fmla="*/ 164672 w 2678023"/>
                <a:gd name="connsiteY170" fmla="*/ 1101869 h 2676273"/>
                <a:gd name="connsiteX171" fmla="*/ 181699 w 2678023"/>
                <a:gd name="connsiteY171" fmla="*/ 1101353 h 2676273"/>
                <a:gd name="connsiteX172" fmla="*/ 227621 w 2678023"/>
                <a:gd name="connsiteY172" fmla="*/ 1065234 h 2676273"/>
                <a:gd name="connsiteX173" fmla="*/ 241036 w 2678023"/>
                <a:gd name="connsiteY173" fmla="*/ 1014153 h 2676273"/>
                <a:gd name="connsiteX174" fmla="*/ 219366 w 2678023"/>
                <a:gd name="connsiteY174" fmla="*/ 965651 h 2676273"/>
                <a:gd name="connsiteX175" fmla="*/ 113590 w 2678023"/>
                <a:gd name="connsiteY175" fmla="*/ 899605 h 2676273"/>
                <a:gd name="connsiteX176" fmla="*/ 89855 w 2678023"/>
                <a:gd name="connsiteY176" fmla="*/ 832012 h 2676273"/>
                <a:gd name="connsiteX177" fmla="*/ 104818 w 2678023"/>
                <a:gd name="connsiteY177" fmla="*/ 799505 h 2676273"/>
                <a:gd name="connsiteX178" fmla="*/ 151256 w 2678023"/>
                <a:gd name="connsiteY178" fmla="*/ 779898 h 2676273"/>
                <a:gd name="connsiteX179" fmla="*/ 283347 w 2678023"/>
                <a:gd name="connsiteY179" fmla="*/ 810341 h 2676273"/>
                <a:gd name="connsiteX180" fmla="*/ 331332 w 2678023"/>
                <a:gd name="connsiteY180" fmla="*/ 794345 h 2676273"/>
                <a:gd name="connsiteX181" fmla="*/ 363839 w 2678023"/>
                <a:gd name="connsiteY181" fmla="*/ 737588 h 2676273"/>
                <a:gd name="connsiteX182" fmla="*/ 354551 w 2678023"/>
                <a:gd name="connsiteY182" fmla="*/ 689086 h 2676273"/>
                <a:gd name="connsiteX183" fmla="*/ 266835 w 2678023"/>
                <a:gd name="connsiteY183" fmla="*/ 595694 h 2676273"/>
                <a:gd name="connsiteX184" fmla="*/ 261675 w 2678023"/>
                <a:gd name="connsiteY184" fmla="*/ 529133 h 2676273"/>
                <a:gd name="connsiteX185" fmla="*/ 270447 w 2678023"/>
                <a:gd name="connsiteY185" fmla="*/ 516233 h 2676273"/>
                <a:gd name="connsiteX186" fmla="*/ 349907 w 2678023"/>
                <a:gd name="connsiteY186" fmla="*/ 498690 h 2676273"/>
                <a:gd name="connsiteX187" fmla="*/ 457231 w 2678023"/>
                <a:gd name="connsiteY187" fmla="*/ 555964 h 2676273"/>
                <a:gd name="connsiteX188" fmla="*/ 507797 w 2678023"/>
                <a:gd name="connsiteY188" fmla="*/ 551320 h 2676273"/>
                <a:gd name="connsiteX189" fmla="*/ 551139 w 2678023"/>
                <a:gd name="connsiteY189" fmla="*/ 508494 h 2676273"/>
                <a:gd name="connsiteX190" fmla="*/ 556815 w 2678023"/>
                <a:gd name="connsiteY190" fmla="*/ 456896 h 2676273"/>
                <a:gd name="connsiteX191" fmla="*/ 494381 w 2678023"/>
                <a:gd name="connsiteY191" fmla="*/ 339769 h 2676273"/>
                <a:gd name="connsiteX192" fmla="*/ 505217 w 2678023"/>
                <a:gd name="connsiteY192" fmla="*/ 280432 h 2676273"/>
                <a:gd name="connsiteX193" fmla="*/ 537723 w 2678023"/>
                <a:gd name="connsiteY193" fmla="*/ 256181 h 2676273"/>
                <a:gd name="connsiteX194" fmla="*/ 590353 w 2678023"/>
                <a:gd name="connsiteY194" fmla="*/ 261857 h 2676273"/>
                <a:gd name="connsiteX195" fmla="*/ 679617 w 2678023"/>
                <a:gd name="connsiteY195" fmla="*/ 344929 h 2676273"/>
                <a:gd name="connsiteX196" fmla="*/ 754950 w 2678023"/>
                <a:gd name="connsiteY196" fmla="*/ 355765 h 2676273"/>
                <a:gd name="connsiteX197" fmla="*/ 797260 w 2678023"/>
                <a:gd name="connsiteY197" fmla="*/ 329450 h 2676273"/>
                <a:gd name="connsiteX198" fmla="*/ 811707 w 2678023"/>
                <a:gd name="connsiteY198" fmla="*/ 285076 h 2676273"/>
                <a:gd name="connsiteX199" fmla="*/ 781781 w 2678023"/>
                <a:gd name="connsiteY199" fmla="*/ 156081 h 2676273"/>
                <a:gd name="connsiteX200" fmla="*/ 807064 w 2678023"/>
                <a:gd name="connsiteY200" fmla="*/ 100872 h 2676273"/>
                <a:gd name="connsiteX201" fmla="*/ 841634 w 2678023"/>
                <a:gd name="connsiteY201" fmla="*/ 86424 h 2676273"/>
                <a:gd name="connsiteX202" fmla="*/ 896328 w 2678023"/>
                <a:gd name="connsiteY202" fmla="*/ 106031 h 2676273"/>
                <a:gd name="connsiteX203" fmla="*/ 965469 w 2678023"/>
                <a:gd name="connsiteY203" fmla="*/ 217483 h 2676273"/>
                <a:gd name="connsiteX204" fmla="*/ 1013455 w 2678023"/>
                <a:gd name="connsiteY204" fmla="*/ 240702 h 2676273"/>
                <a:gd name="connsiteX205" fmla="*/ 1077952 w 2678023"/>
                <a:gd name="connsiteY205" fmla="*/ 222642 h 2676273"/>
                <a:gd name="connsiteX206" fmla="*/ 1101687 w 2678023"/>
                <a:gd name="connsiteY206" fmla="*/ 188072 h 2676273"/>
                <a:gd name="connsiteX207" fmla="*/ 1106847 w 2678023"/>
                <a:gd name="connsiteY207" fmla="*/ 53918 h 2676273"/>
                <a:gd name="connsiteX208" fmla="*/ 1145029 w 2678023"/>
                <a:gd name="connsiteY208" fmla="*/ 4900 h 2676273"/>
                <a:gd name="connsiteX209" fmla="*/ 1158960 w 2678023"/>
                <a:gd name="connsiteY209" fmla="*/ 1804 h 2676273"/>
                <a:gd name="connsiteX210" fmla="*/ 1190637 w 2678023"/>
                <a:gd name="connsiteY210" fmla="*/ 143 h 267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78023" h="2676273">
                  <a:moveTo>
                    <a:pt x="1338961" y="855269"/>
                  </a:moveTo>
                  <a:cubicBezTo>
                    <a:pt x="1073250" y="855269"/>
                    <a:pt x="857849" y="1070670"/>
                    <a:pt x="857849" y="1336381"/>
                  </a:cubicBezTo>
                  <a:cubicBezTo>
                    <a:pt x="857849" y="1602092"/>
                    <a:pt x="1073250" y="1817493"/>
                    <a:pt x="1338961" y="1817493"/>
                  </a:cubicBezTo>
                  <a:cubicBezTo>
                    <a:pt x="1604672" y="1817493"/>
                    <a:pt x="1820073" y="1602092"/>
                    <a:pt x="1820073" y="1336381"/>
                  </a:cubicBezTo>
                  <a:cubicBezTo>
                    <a:pt x="1820073" y="1070670"/>
                    <a:pt x="1604672" y="855269"/>
                    <a:pt x="1338961" y="855269"/>
                  </a:cubicBezTo>
                  <a:close/>
                  <a:moveTo>
                    <a:pt x="1338961" y="545806"/>
                  </a:moveTo>
                  <a:cubicBezTo>
                    <a:pt x="1775584" y="545806"/>
                    <a:pt x="2129536" y="899758"/>
                    <a:pt x="2129536" y="1336381"/>
                  </a:cubicBezTo>
                  <a:cubicBezTo>
                    <a:pt x="2129536" y="1773004"/>
                    <a:pt x="1775584" y="2126956"/>
                    <a:pt x="1338961" y="2126956"/>
                  </a:cubicBezTo>
                  <a:cubicBezTo>
                    <a:pt x="902338" y="2126956"/>
                    <a:pt x="548386" y="1773004"/>
                    <a:pt x="548386" y="1336381"/>
                  </a:cubicBezTo>
                  <a:cubicBezTo>
                    <a:pt x="548386" y="899758"/>
                    <a:pt x="902338" y="545806"/>
                    <a:pt x="1338961" y="545806"/>
                  </a:cubicBezTo>
                  <a:close/>
                  <a:moveTo>
                    <a:pt x="1340068" y="359376"/>
                  </a:moveTo>
                  <a:cubicBezTo>
                    <a:pt x="796228" y="358860"/>
                    <a:pt x="363839" y="794861"/>
                    <a:pt x="361775" y="1331995"/>
                  </a:cubicBezTo>
                  <a:cubicBezTo>
                    <a:pt x="359711" y="1882027"/>
                    <a:pt x="806032" y="2314416"/>
                    <a:pt x="1338521" y="2312868"/>
                  </a:cubicBezTo>
                  <a:cubicBezTo>
                    <a:pt x="1869461" y="2314932"/>
                    <a:pt x="2317329" y="1887702"/>
                    <a:pt x="2316814" y="1335606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lose/>
                  <a:moveTo>
                    <a:pt x="1190637" y="143"/>
                  </a:moveTo>
                  <a:cubicBezTo>
                    <a:pt x="1216299" y="1546"/>
                    <a:pt x="1225780" y="13543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3"/>
                    <a:pt x="2498437" y="942948"/>
                    <a:pt x="2461287" y="964103"/>
                  </a:cubicBezTo>
                  <a:cubicBezTo>
                    <a:pt x="2440132" y="976486"/>
                    <a:pt x="2434456" y="992998"/>
                    <a:pt x="2438068" y="1014669"/>
                  </a:cubicBezTo>
                  <a:cubicBezTo>
                    <a:pt x="2441164" y="1034792"/>
                    <a:pt x="2446840" y="1054399"/>
                    <a:pt x="2454063" y="1073490"/>
                  </a:cubicBezTo>
                  <a:cubicBezTo>
                    <a:pt x="2460771" y="1091033"/>
                    <a:pt x="2472638" y="1100321"/>
                    <a:pt x="2492762" y="1100837"/>
                  </a:cubicBezTo>
                  <a:cubicBezTo>
                    <a:pt x="2538168" y="1101353"/>
                    <a:pt x="2583058" y="1104449"/>
                    <a:pt x="2628464" y="1105997"/>
                  </a:cubicBezTo>
                  <a:cubicBezTo>
                    <a:pt x="2653230" y="1107029"/>
                    <a:pt x="2665614" y="1116832"/>
                    <a:pt x="2672322" y="1140567"/>
                  </a:cubicBezTo>
                  <a:cubicBezTo>
                    <a:pt x="2676449" y="1153983"/>
                    <a:pt x="2677998" y="1167914"/>
                    <a:pt x="2677998" y="1182361"/>
                  </a:cubicBezTo>
                  <a:cubicBezTo>
                    <a:pt x="2677998" y="1210224"/>
                    <a:pt x="2670258" y="1221576"/>
                    <a:pt x="2644459" y="1229831"/>
                  </a:cubicBezTo>
                  <a:cubicBezTo>
                    <a:pt x="2603697" y="1242731"/>
                    <a:pt x="2562934" y="1255114"/>
                    <a:pt x="2522172" y="1267498"/>
                  </a:cubicBezTo>
                  <a:cubicBezTo>
                    <a:pt x="2492762" y="1276269"/>
                    <a:pt x="2485022" y="1285557"/>
                    <a:pt x="2483990" y="1315999"/>
                  </a:cubicBezTo>
                  <a:cubicBezTo>
                    <a:pt x="2483474" y="1337154"/>
                    <a:pt x="2481926" y="1358825"/>
                    <a:pt x="2486570" y="1379981"/>
                  </a:cubicBezTo>
                  <a:cubicBezTo>
                    <a:pt x="2489666" y="1394428"/>
                    <a:pt x="2498437" y="1403200"/>
                    <a:pt x="2512885" y="1407843"/>
                  </a:cubicBezTo>
                  <a:cubicBezTo>
                    <a:pt x="2555711" y="1420743"/>
                    <a:pt x="2598537" y="1433642"/>
                    <a:pt x="2641363" y="1447058"/>
                  </a:cubicBezTo>
                  <a:cubicBezTo>
                    <a:pt x="2671290" y="1456345"/>
                    <a:pt x="2678514" y="1466665"/>
                    <a:pt x="2677998" y="1498139"/>
                  </a:cubicBezTo>
                  <a:cubicBezTo>
                    <a:pt x="2677998" y="1501235"/>
                    <a:pt x="2677998" y="1504331"/>
                    <a:pt x="2677998" y="1507427"/>
                  </a:cubicBezTo>
                  <a:cubicBezTo>
                    <a:pt x="2675934" y="1555929"/>
                    <a:pt x="2660454" y="1571408"/>
                    <a:pt x="2611952" y="1572956"/>
                  </a:cubicBezTo>
                  <a:cubicBezTo>
                    <a:pt x="2571190" y="1573988"/>
                    <a:pt x="2530944" y="1576052"/>
                    <a:pt x="2490182" y="1576568"/>
                  </a:cubicBezTo>
                  <a:cubicBezTo>
                    <a:pt x="2474702" y="1577084"/>
                    <a:pt x="2463867" y="1583792"/>
                    <a:pt x="2457675" y="1596691"/>
                  </a:cubicBezTo>
                  <a:cubicBezTo>
                    <a:pt x="2446324" y="1620942"/>
                    <a:pt x="2439100" y="1646225"/>
                    <a:pt x="2437036" y="1673056"/>
                  </a:cubicBezTo>
                  <a:cubicBezTo>
                    <a:pt x="2435488" y="1690083"/>
                    <a:pt x="2442712" y="1701435"/>
                    <a:pt x="2457159" y="1710206"/>
                  </a:cubicBezTo>
                  <a:cubicBezTo>
                    <a:pt x="2493278" y="1732393"/>
                    <a:pt x="2528880" y="1754580"/>
                    <a:pt x="2564483" y="1777283"/>
                  </a:cubicBezTo>
                  <a:cubicBezTo>
                    <a:pt x="2596989" y="1797406"/>
                    <a:pt x="2601117" y="1809790"/>
                    <a:pt x="2588733" y="1845908"/>
                  </a:cubicBezTo>
                  <a:cubicBezTo>
                    <a:pt x="2584606" y="1858292"/>
                    <a:pt x="2578930" y="1870159"/>
                    <a:pt x="2571706" y="1880995"/>
                  </a:cubicBezTo>
                  <a:cubicBezTo>
                    <a:pt x="2564998" y="1890798"/>
                    <a:pt x="2554163" y="1897506"/>
                    <a:pt x="2538684" y="1897506"/>
                  </a:cubicBezTo>
                  <a:cubicBezTo>
                    <a:pt x="2511337" y="1891314"/>
                    <a:pt x="2483990" y="1885122"/>
                    <a:pt x="2456643" y="1879447"/>
                  </a:cubicBezTo>
                  <a:cubicBezTo>
                    <a:pt x="2434456" y="1874287"/>
                    <a:pt x="2411753" y="1869643"/>
                    <a:pt x="2389566" y="1863967"/>
                  </a:cubicBezTo>
                  <a:cubicBezTo>
                    <a:pt x="2375119" y="1860355"/>
                    <a:pt x="2363767" y="1864483"/>
                    <a:pt x="2354479" y="1874803"/>
                  </a:cubicBezTo>
                  <a:cubicBezTo>
                    <a:pt x="2335389" y="1896990"/>
                    <a:pt x="2320425" y="1922273"/>
                    <a:pt x="2312170" y="1950652"/>
                  </a:cubicBezTo>
                  <a:cubicBezTo>
                    <a:pt x="2308042" y="1964067"/>
                    <a:pt x="2314234" y="1973870"/>
                    <a:pt x="2322489" y="1983158"/>
                  </a:cubicBezTo>
                  <a:cubicBezTo>
                    <a:pt x="2352416" y="2015665"/>
                    <a:pt x="2382858" y="2048171"/>
                    <a:pt x="2412785" y="2080162"/>
                  </a:cubicBezTo>
                  <a:cubicBezTo>
                    <a:pt x="2435488" y="2104413"/>
                    <a:pt x="2436520" y="2118860"/>
                    <a:pt x="2418461" y="2146723"/>
                  </a:cubicBezTo>
                  <a:cubicBezTo>
                    <a:pt x="2417429" y="2148271"/>
                    <a:pt x="2416397" y="2150335"/>
                    <a:pt x="2414849" y="2151883"/>
                  </a:cubicBezTo>
                  <a:cubicBezTo>
                    <a:pt x="2380795" y="2197805"/>
                    <a:pt x="2365831" y="2198321"/>
                    <a:pt x="2324037" y="2174586"/>
                  </a:cubicBezTo>
                  <a:cubicBezTo>
                    <a:pt x="2289982" y="2154979"/>
                    <a:pt x="2253864" y="2137435"/>
                    <a:pt x="2219294" y="2118860"/>
                  </a:cubicBezTo>
                  <a:cubicBezTo>
                    <a:pt x="2204846" y="2111121"/>
                    <a:pt x="2191431" y="2111121"/>
                    <a:pt x="2178531" y="2120408"/>
                  </a:cubicBezTo>
                  <a:cubicBezTo>
                    <a:pt x="2157892" y="2134856"/>
                    <a:pt x="2140349" y="2152399"/>
                    <a:pt x="2125386" y="2172522"/>
                  </a:cubicBezTo>
                  <a:cubicBezTo>
                    <a:pt x="2114550" y="2186969"/>
                    <a:pt x="2114034" y="2201417"/>
                    <a:pt x="2122806" y="2217412"/>
                  </a:cubicBezTo>
                  <a:cubicBezTo>
                    <a:pt x="2143961" y="2256110"/>
                    <a:pt x="2164600" y="2295324"/>
                    <a:pt x="2184723" y="2334539"/>
                  </a:cubicBezTo>
                  <a:cubicBezTo>
                    <a:pt x="2198655" y="2361886"/>
                    <a:pt x="2196591" y="2374269"/>
                    <a:pt x="2174404" y="2395424"/>
                  </a:cubicBezTo>
                  <a:cubicBezTo>
                    <a:pt x="2170792" y="2398520"/>
                    <a:pt x="2167696" y="2402132"/>
                    <a:pt x="2164084" y="2404712"/>
                  </a:cubicBezTo>
                  <a:cubicBezTo>
                    <a:pt x="2131062" y="2428963"/>
                    <a:pt x="2114034" y="2440830"/>
                    <a:pt x="2075336" y="2401616"/>
                  </a:cubicBezTo>
                  <a:cubicBezTo>
                    <a:pt x="2047473" y="2373237"/>
                    <a:pt x="2017547" y="2347954"/>
                    <a:pt x="1988652" y="2320607"/>
                  </a:cubicBezTo>
                  <a:cubicBezTo>
                    <a:pt x="1975236" y="2307708"/>
                    <a:pt x="1960789" y="2305128"/>
                    <a:pt x="1944277" y="2311836"/>
                  </a:cubicBezTo>
                  <a:cubicBezTo>
                    <a:pt x="1922607" y="2320607"/>
                    <a:pt x="1901968" y="2331959"/>
                    <a:pt x="1883392" y="2346406"/>
                  </a:cubicBezTo>
                  <a:cubicBezTo>
                    <a:pt x="1867913" y="2358274"/>
                    <a:pt x="1863785" y="2373237"/>
                    <a:pt x="1868429" y="2391812"/>
                  </a:cubicBezTo>
                  <a:cubicBezTo>
                    <a:pt x="1879264" y="2436702"/>
                    <a:pt x="1889584" y="2482108"/>
                    <a:pt x="1899388" y="2526998"/>
                  </a:cubicBezTo>
                  <a:cubicBezTo>
                    <a:pt x="1903516" y="2546605"/>
                    <a:pt x="1896808" y="2561569"/>
                    <a:pt x="1879264" y="2571888"/>
                  </a:cubicBezTo>
                  <a:cubicBezTo>
                    <a:pt x="1867397" y="2579112"/>
                    <a:pt x="1854498" y="2584788"/>
                    <a:pt x="1841082" y="2588916"/>
                  </a:cubicBezTo>
                  <a:cubicBezTo>
                    <a:pt x="1813736" y="2597687"/>
                    <a:pt x="1798256" y="2592527"/>
                    <a:pt x="1782777" y="2568277"/>
                  </a:cubicBezTo>
                  <a:cubicBezTo>
                    <a:pt x="1760074" y="2532158"/>
                    <a:pt x="1736855" y="2496556"/>
                    <a:pt x="1715184" y="2459405"/>
                  </a:cubicBezTo>
                  <a:cubicBezTo>
                    <a:pt x="1703316" y="2439282"/>
                    <a:pt x="1687837" y="2431543"/>
                    <a:pt x="1664618" y="2435670"/>
                  </a:cubicBezTo>
                  <a:cubicBezTo>
                    <a:pt x="1646043" y="2439282"/>
                    <a:pt x="1627984" y="2443926"/>
                    <a:pt x="1610440" y="2450118"/>
                  </a:cubicBezTo>
                  <a:cubicBezTo>
                    <a:pt x="1586190" y="2458889"/>
                    <a:pt x="1578450" y="2469209"/>
                    <a:pt x="1577418" y="2495008"/>
                  </a:cubicBezTo>
                  <a:cubicBezTo>
                    <a:pt x="1575870" y="2535770"/>
                    <a:pt x="1574838" y="2576016"/>
                    <a:pt x="1573806" y="2616778"/>
                  </a:cubicBezTo>
                  <a:cubicBezTo>
                    <a:pt x="1572774" y="2653929"/>
                    <a:pt x="1563487" y="2665796"/>
                    <a:pt x="1526852" y="2672504"/>
                  </a:cubicBezTo>
                  <a:cubicBezTo>
                    <a:pt x="1517049" y="2674568"/>
                    <a:pt x="1507245" y="2675600"/>
                    <a:pt x="1497441" y="2676116"/>
                  </a:cubicBezTo>
                  <a:cubicBezTo>
                    <a:pt x="1473191" y="2677664"/>
                    <a:pt x="1457711" y="2667860"/>
                    <a:pt x="1449972" y="2644125"/>
                  </a:cubicBezTo>
                  <a:cubicBezTo>
                    <a:pt x="1436040" y="2600783"/>
                    <a:pt x="1422624" y="2557957"/>
                    <a:pt x="1410241" y="2514615"/>
                  </a:cubicBezTo>
                  <a:cubicBezTo>
                    <a:pt x="1404565" y="2495008"/>
                    <a:pt x="1392698" y="2485720"/>
                    <a:pt x="1373091" y="2482624"/>
                  </a:cubicBezTo>
                  <a:cubicBezTo>
                    <a:pt x="1350388" y="2479528"/>
                    <a:pt x="1327685" y="2479528"/>
                    <a:pt x="1304982" y="2483140"/>
                  </a:cubicBezTo>
                  <a:cubicBezTo>
                    <a:pt x="1287955" y="2485720"/>
                    <a:pt x="1277119" y="2494492"/>
                    <a:pt x="1271959" y="2511519"/>
                  </a:cubicBezTo>
                  <a:cubicBezTo>
                    <a:pt x="1260092" y="2552281"/>
                    <a:pt x="1247192" y="2593043"/>
                    <a:pt x="1234293" y="2633806"/>
                  </a:cubicBezTo>
                  <a:cubicBezTo>
                    <a:pt x="1222941" y="2670440"/>
                    <a:pt x="1208494" y="2679728"/>
                    <a:pt x="1170828" y="2674568"/>
                  </a:cubicBezTo>
                  <a:cubicBezTo>
                    <a:pt x="1114070" y="2666828"/>
                    <a:pt x="1107362" y="2659088"/>
                    <a:pt x="1106847" y="2602331"/>
                  </a:cubicBezTo>
                  <a:cubicBezTo>
                    <a:pt x="1106331" y="2565181"/>
                    <a:pt x="1104783" y="2528546"/>
                    <a:pt x="1103751" y="2491396"/>
                  </a:cubicBezTo>
                  <a:cubicBezTo>
                    <a:pt x="1103234" y="2474369"/>
                    <a:pt x="1096527" y="2460953"/>
                    <a:pt x="1080532" y="2454245"/>
                  </a:cubicBezTo>
                  <a:cubicBezTo>
                    <a:pt x="1056281" y="2443926"/>
                    <a:pt x="1031514" y="2436702"/>
                    <a:pt x="1005199" y="2435154"/>
                  </a:cubicBezTo>
                  <a:cubicBezTo>
                    <a:pt x="989203" y="2434122"/>
                    <a:pt x="977852" y="2440314"/>
                    <a:pt x="969080" y="2454245"/>
                  </a:cubicBezTo>
                  <a:cubicBezTo>
                    <a:pt x="946894" y="2491396"/>
                    <a:pt x="923159" y="2527514"/>
                    <a:pt x="900456" y="2564149"/>
                  </a:cubicBezTo>
                  <a:cubicBezTo>
                    <a:pt x="882396" y="2593043"/>
                    <a:pt x="868465" y="2598203"/>
                    <a:pt x="836474" y="2587368"/>
                  </a:cubicBezTo>
                  <a:cubicBezTo>
                    <a:pt x="834926" y="2586852"/>
                    <a:pt x="833379" y="2586336"/>
                    <a:pt x="831830" y="2585820"/>
                  </a:cubicBezTo>
                  <a:cubicBezTo>
                    <a:pt x="782297" y="2565697"/>
                    <a:pt x="772493" y="2554345"/>
                    <a:pt x="785392" y="2504811"/>
                  </a:cubicBezTo>
                  <a:cubicBezTo>
                    <a:pt x="795196" y="2467145"/>
                    <a:pt x="802420" y="2428963"/>
                    <a:pt x="811707" y="2390780"/>
                  </a:cubicBezTo>
                  <a:cubicBezTo>
                    <a:pt x="816351" y="2371173"/>
                    <a:pt x="811191" y="2356210"/>
                    <a:pt x="794680" y="2344342"/>
                  </a:cubicBezTo>
                  <a:cubicBezTo>
                    <a:pt x="777137" y="2331959"/>
                    <a:pt x="759078" y="2321123"/>
                    <a:pt x="739470" y="2312352"/>
                  </a:cubicBezTo>
                  <a:cubicBezTo>
                    <a:pt x="720895" y="2304096"/>
                    <a:pt x="704900" y="2307192"/>
                    <a:pt x="689421" y="2321639"/>
                  </a:cubicBezTo>
                  <a:cubicBezTo>
                    <a:pt x="658462" y="2351050"/>
                    <a:pt x="626988" y="2379945"/>
                    <a:pt x="596029" y="2408839"/>
                  </a:cubicBezTo>
                  <a:cubicBezTo>
                    <a:pt x="572810" y="2431027"/>
                    <a:pt x="557847" y="2432058"/>
                    <a:pt x="530500" y="2415031"/>
                  </a:cubicBezTo>
                  <a:cubicBezTo>
                    <a:pt x="527404" y="2412967"/>
                    <a:pt x="524308" y="2410903"/>
                    <a:pt x="521212" y="2408839"/>
                  </a:cubicBezTo>
                  <a:cubicBezTo>
                    <a:pt x="481482" y="2380461"/>
                    <a:pt x="477870" y="2365497"/>
                    <a:pt x="500573" y="2322671"/>
                  </a:cubicBezTo>
                  <a:cubicBezTo>
                    <a:pt x="519148" y="2287585"/>
                    <a:pt x="537207" y="2252498"/>
                    <a:pt x="556298" y="2217928"/>
                  </a:cubicBezTo>
                  <a:cubicBezTo>
                    <a:pt x="566102" y="2199869"/>
                    <a:pt x="564555" y="2184389"/>
                    <a:pt x="552171" y="2168910"/>
                  </a:cubicBezTo>
                  <a:cubicBezTo>
                    <a:pt x="538756" y="2151883"/>
                    <a:pt x="523276" y="2136403"/>
                    <a:pt x="505733" y="2122988"/>
                  </a:cubicBezTo>
                  <a:cubicBezTo>
                    <a:pt x="490254" y="2111121"/>
                    <a:pt x="474774" y="2110089"/>
                    <a:pt x="457747" y="2119376"/>
                  </a:cubicBezTo>
                  <a:cubicBezTo>
                    <a:pt x="419564" y="2140015"/>
                    <a:pt x="380866" y="2160654"/>
                    <a:pt x="341652" y="2180778"/>
                  </a:cubicBezTo>
                  <a:cubicBezTo>
                    <a:pt x="314305" y="2195225"/>
                    <a:pt x="298310" y="2191613"/>
                    <a:pt x="278187" y="2168910"/>
                  </a:cubicBezTo>
                  <a:cubicBezTo>
                    <a:pt x="276639" y="2167362"/>
                    <a:pt x="275607" y="2165814"/>
                    <a:pt x="274059" y="2164266"/>
                  </a:cubicBezTo>
                  <a:cubicBezTo>
                    <a:pt x="238456" y="2122988"/>
                    <a:pt x="238972" y="2108541"/>
                    <a:pt x="276639" y="2069326"/>
                  </a:cubicBezTo>
                  <a:cubicBezTo>
                    <a:pt x="302954" y="2041464"/>
                    <a:pt x="327721" y="2013085"/>
                    <a:pt x="354551" y="1986254"/>
                  </a:cubicBezTo>
                  <a:cubicBezTo>
                    <a:pt x="367967" y="1972323"/>
                    <a:pt x="370547" y="1957875"/>
                    <a:pt x="363839" y="1940848"/>
                  </a:cubicBezTo>
                  <a:cubicBezTo>
                    <a:pt x="355067" y="1918661"/>
                    <a:pt x="342684" y="1898022"/>
                    <a:pt x="328237" y="1878931"/>
                  </a:cubicBezTo>
                  <a:cubicBezTo>
                    <a:pt x="316369" y="1863451"/>
                    <a:pt x="300374" y="1861903"/>
                    <a:pt x="283347" y="1866031"/>
                  </a:cubicBezTo>
                  <a:cubicBezTo>
                    <a:pt x="245680" y="1874803"/>
                    <a:pt x="208530" y="1883574"/>
                    <a:pt x="170864" y="1891830"/>
                  </a:cubicBezTo>
                  <a:cubicBezTo>
                    <a:pt x="165704" y="1892862"/>
                    <a:pt x="160544" y="1894410"/>
                    <a:pt x="155900" y="1895442"/>
                  </a:cubicBezTo>
                  <a:cubicBezTo>
                    <a:pt x="127521" y="1900602"/>
                    <a:pt x="113074" y="1893894"/>
                    <a:pt x="100175" y="1868095"/>
                  </a:cubicBezTo>
                  <a:cubicBezTo>
                    <a:pt x="95531" y="1858292"/>
                    <a:pt x="90887" y="1848488"/>
                    <a:pt x="87275" y="1838169"/>
                  </a:cubicBezTo>
                  <a:cubicBezTo>
                    <a:pt x="77988" y="1810822"/>
                    <a:pt x="83147" y="1795342"/>
                    <a:pt x="107915" y="1779863"/>
                  </a:cubicBezTo>
                  <a:cubicBezTo>
                    <a:pt x="143001" y="1757676"/>
                    <a:pt x="178603" y="1735489"/>
                    <a:pt x="213690" y="1713818"/>
                  </a:cubicBezTo>
                  <a:cubicBezTo>
                    <a:pt x="241552" y="1696275"/>
                    <a:pt x="245680" y="1686471"/>
                    <a:pt x="238972" y="1654481"/>
                  </a:cubicBezTo>
                  <a:cubicBezTo>
                    <a:pt x="234845" y="1636421"/>
                    <a:pt x="230201" y="1617846"/>
                    <a:pt x="222977" y="1600819"/>
                  </a:cubicBezTo>
                  <a:cubicBezTo>
                    <a:pt x="215753" y="1583792"/>
                    <a:pt x="203370" y="1575536"/>
                    <a:pt x="184279" y="1575020"/>
                  </a:cubicBezTo>
                  <a:cubicBezTo>
                    <a:pt x="142485" y="1574504"/>
                    <a:pt x="101207" y="1572956"/>
                    <a:pt x="59413" y="1571408"/>
                  </a:cubicBezTo>
                  <a:cubicBezTo>
                    <a:pt x="21746" y="1570376"/>
                    <a:pt x="10395" y="1560573"/>
                    <a:pt x="3687" y="1524454"/>
                  </a:cubicBezTo>
                  <a:cubicBezTo>
                    <a:pt x="3171" y="1520842"/>
                    <a:pt x="2139" y="1517231"/>
                    <a:pt x="1623" y="1513619"/>
                  </a:cubicBezTo>
                  <a:cubicBezTo>
                    <a:pt x="-4053" y="1467697"/>
                    <a:pt x="3687" y="1455829"/>
                    <a:pt x="48577" y="1442414"/>
                  </a:cubicBezTo>
                  <a:cubicBezTo>
                    <a:pt x="85727" y="1431062"/>
                    <a:pt x="122877" y="1418679"/>
                    <a:pt x="160544" y="1408359"/>
                  </a:cubicBezTo>
                  <a:cubicBezTo>
                    <a:pt x="181183" y="1402684"/>
                    <a:pt x="192018" y="1390816"/>
                    <a:pt x="194083" y="1370693"/>
                  </a:cubicBezTo>
                  <a:cubicBezTo>
                    <a:pt x="196147" y="1346958"/>
                    <a:pt x="197178" y="1322707"/>
                    <a:pt x="192534" y="1298972"/>
                  </a:cubicBezTo>
                  <a:cubicBezTo>
                    <a:pt x="189954" y="1283493"/>
                    <a:pt x="181183" y="1274205"/>
                    <a:pt x="166220" y="1269561"/>
                  </a:cubicBezTo>
                  <a:cubicBezTo>
                    <a:pt x="126490" y="1257694"/>
                    <a:pt x="86759" y="1245311"/>
                    <a:pt x="47029" y="1232927"/>
                  </a:cubicBezTo>
                  <a:cubicBezTo>
                    <a:pt x="3687" y="1219512"/>
                    <a:pt x="-957" y="1212288"/>
                    <a:pt x="1623" y="1166882"/>
                  </a:cubicBezTo>
                  <a:cubicBezTo>
                    <a:pt x="2139" y="1157594"/>
                    <a:pt x="4203" y="1148307"/>
                    <a:pt x="6267" y="1139535"/>
                  </a:cubicBezTo>
                  <a:cubicBezTo>
                    <a:pt x="12459" y="1116832"/>
                    <a:pt x="25358" y="1106513"/>
                    <a:pt x="49093" y="1105481"/>
                  </a:cubicBezTo>
                  <a:cubicBezTo>
                    <a:pt x="87791" y="1103933"/>
                    <a:pt x="125974" y="1102901"/>
                    <a:pt x="164672" y="1101869"/>
                  </a:cubicBezTo>
                  <a:cubicBezTo>
                    <a:pt x="170348" y="1101869"/>
                    <a:pt x="176023" y="1101353"/>
                    <a:pt x="181699" y="1101353"/>
                  </a:cubicBezTo>
                  <a:cubicBezTo>
                    <a:pt x="207498" y="1102385"/>
                    <a:pt x="220913" y="1087937"/>
                    <a:pt x="227621" y="1065234"/>
                  </a:cubicBezTo>
                  <a:cubicBezTo>
                    <a:pt x="232781" y="1048207"/>
                    <a:pt x="237425" y="1031180"/>
                    <a:pt x="241036" y="1014153"/>
                  </a:cubicBezTo>
                  <a:cubicBezTo>
                    <a:pt x="245680" y="990418"/>
                    <a:pt x="240005" y="979066"/>
                    <a:pt x="219366" y="965651"/>
                  </a:cubicBezTo>
                  <a:cubicBezTo>
                    <a:pt x="184279" y="943464"/>
                    <a:pt x="148676" y="921277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171731" y="385"/>
                    <a:pt x="1182083" y="-325"/>
                    <a:pt x="1190637" y="143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9D69F0-C990-4D1C-BCCE-71F3A0BA7632}"/>
              </a:ext>
            </a:extLst>
          </p:cNvPr>
          <p:cNvGrpSpPr/>
          <p:nvPr/>
        </p:nvGrpSpPr>
        <p:grpSpPr>
          <a:xfrm>
            <a:off x="4176739" y="4653587"/>
            <a:ext cx="1298170" cy="1298170"/>
            <a:chOff x="1089413" y="2131797"/>
            <a:chExt cx="2968238" cy="296823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65EA648-AA2A-4EAF-B24D-111A1DA94E89}"/>
                </a:ext>
              </a:extLst>
            </p:cNvPr>
            <p:cNvSpPr/>
            <p:nvPr/>
          </p:nvSpPr>
          <p:spPr>
            <a:xfrm>
              <a:off x="1089413" y="2131797"/>
              <a:ext cx="2968238" cy="2968238"/>
            </a:xfrm>
            <a:custGeom>
              <a:avLst/>
              <a:gdLst>
                <a:gd name="connsiteX0" fmla="*/ 1484119 w 2968238"/>
                <a:gd name="connsiteY0" fmla="*/ 1312669 h 2968238"/>
                <a:gd name="connsiteX1" fmla="*/ 1312669 w 2968238"/>
                <a:gd name="connsiteY1" fmla="*/ 1484119 h 2968238"/>
                <a:gd name="connsiteX2" fmla="*/ 1484119 w 2968238"/>
                <a:gd name="connsiteY2" fmla="*/ 1655569 h 2968238"/>
                <a:gd name="connsiteX3" fmla="*/ 1655569 w 2968238"/>
                <a:gd name="connsiteY3" fmla="*/ 1484119 h 2968238"/>
                <a:gd name="connsiteX4" fmla="*/ 1484119 w 2968238"/>
                <a:gd name="connsiteY4" fmla="*/ 1312669 h 2968238"/>
                <a:gd name="connsiteX5" fmla="*/ 1484119 w 2968238"/>
                <a:gd name="connsiteY5" fmla="*/ 0 h 2968238"/>
                <a:gd name="connsiteX6" fmla="*/ 2968238 w 2968238"/>
                <a:gd name="connsiteY6" fmla="*/ 1484119 h 2968238"/>
                <a:gd name="connsiteX7" fmla="*/ 1484119 w 2968238"/>
                <a:gd name="connsiteY7" fmla="*/ 2968238 h 2968238"/>
                <a:gd name="connsiteX8" fmla="*/ 0 w 2968238"/>
                <a:gd name="connsiteY8" fmla="*/ 1484119 h 2968238"/>
                <a:gd name="connsiteX9" fmla="*/ 1484119 w 2968238"/>
                <a:gd name="connsiteY9" fmla="*/ 0 h 2968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68238" h="2968238">
                  <a:moveTo>
                    <a:pt x="1484119" y="1312669"/>
                  </a:moveTo>
                  <a:cubicBezTo>
                    <a:pt x="1389430" y="1312669"/>
                    <a:pt x="1312669" y="1389430"/>
                    <a:pt x="1312669" y="1484119"/>
                  </a:cubicBezTo>
                  <a:cubicBezTo>
                    <a:pt x="1312669" y="1578808"/>
                    <a:pt x="1389430" y="1655569"/>
                    <a:pt x="1484119" y="1655569"/>
                  </a:cubicBezTo>
                  <a:cubicBezTo>
                    <a:pt x="1578808" y="1655569"/>
                    <a:pt x="1655569" y="1578808"/>
                    <a:pt x="1655569" y="1484119"/>
                  </a:cubicBezTo>
                  <a:cubicBezTo>
                    <a:pt x="1655569" y="1389430"/>
                    <a:pt x="1578808" y="1312669"/>
                    <a:pt x="1484119" y="1312669"/>
                  </a:cubicBezTo>
                  <a:close/>
                  <a:moveTo>
                    <a:pt x="1484119" y="0"/>
                  </a:moveTo>
                  <a:cubicBezTo>
                    <a:pt x="2303775" y="0"/>
                    <a:pt x="2968238" y="664463"/>
                    <a:pt x="2968238" y="1484119"/>
                  </a:cubicBezTo>
                  <a:cubicBezTo>
                    <a:pt x="2968238" y="2303775"/>
                    <a:pt x="2303775" y="2968238"/>
                    <a:pt x="1484119" y="2968238"/>
                  </a:cubicBezTo>
                  <a:cubicBezTo>
                    <a:pt x="664463" y="2968238"/>
                    <a:pt x="0" y="2303775"/>
                    <a:pt x="0" y="1484119"/>
                  </a:cubicBezTo>
                  <a:cubicBezTo>
                    <a:pt x="0" y="664463"/>
                    <a:pt x="664463" y="0"/>
                    <a:pt x="14841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C85BAB-4687-423F-8677-EBED505BF997}"/>
                </a:ext>
              </a:extLst>
            </p:cNvPr>
            <p:cNvSpPr/>
            <p:nvPr/>
          </p:nvSpPr>
          <p:spPr>
            <a:xfrm>
              <a:off x="1234570" y="2279534"/>
              <a:ext cx="2678023" cy="2676273"/>
            </a:xfrm>
            <a:custGeom>
              <a:avLst/>
              <a:gdLst>
                <a:gd name="connsiteX0" fmla="*/ 1338961 w 2678023"/>
                <a:gd name="connsiteY0" fmla="*/ 855269 h 2676273"/>
                <a:gd name="connsiteX1" fmla="*/ 857849 w 2678023"/>
                <a:gd name="connsiteY1" fmla="*/ 1336381 h 2676273"/>
                <a:gd name="connsiteX2" fmla="*/ 1338961 w 2678023"/>
                <a:gd name="connsiteY2" fmla="*/ 1817493 h 2676273"/>
                <a:gd name="connsiteX3" fmla="*/ 1820073 w 2678023"/>
                <a:gd name="connsiteY3" fmla="*/ 1336381 h 2676273"/>
                <a:gd name="connsiteX4" fmla="*/ 1338961 w 2678023"/>
                <a:gd name="connsiteY4" fmla="*/ 855269 h 2676273"/>
                <a:gd name="connsiteX5" fmla="*/ 1338961 w 2678023"/>
                <a:gd name="connsiteY5" fmla="*/ 545806 h 2676273"/>
                <a:gd name="connsiteX6" fmla="*/ 2129536 w 2678023"/>
                <a:gd name="connsiteY6" fmla="*/ 1336381 h 2676273"/>
                <a:gd name="connsiteX7" fmla="*/ 1338961 w 2678023"/>
                <a:gd name="connsiteY7" fmla="*/ 2126956 h 2676273"/>
                <a:gd name="connsiteX8" fmla="*/ 548386 w 2678023"/>
                <a:gd name="connsiteY8" fmla="*/ 1336381 h 2676273"/>
                <a:gd name="connsiteX9" fmla="*/ 1338961 w 2678023"/>
                <a:gd name="connsiteY9" fmla="*/ 545806 h 2676273"/>
                <a:gd name="connsiteX10" fmla="*/ 1340068 w 2678023"/>
                <a:gd name="connsiteY10" fmla="*/ 359376 h 2676273"/>
                <a:gd name="connsiteX11" fmla="*/ 361775 w 2678023"/>
                <a:gd name="connsiteY11" fmla="*/ 1331995 h 2676273"/>
                <a:gd name="connsiteX12" fmla="*/ 1338521 w 2678023"/>
                <a:gd name="connsiteY12" fmla="*/ 2312868 h 2676273"/>
                <a:gd name="connsiteX13" fmla="*/ 2316814 w 2678023"/>
                <a:gd name="connsiteY13" fmla="*/ 1335606 h 2676273"/>
                <a:gd name="connsiteX14" fmla="*/ 1340068 w 2678023"/>
                <a:gd name="connsiteY14" fmla="*/ 359376 h 2676273"/>
                <a:gd name="connsiteX15" fmla="*/ 1190637 w 2678023"/>
                <a:gd name="connsiteY15" fmla="*/ 143 h 2676273"/>
                <a:gd name="connsiteX16" fmla="*/ 1235841 w 2678023"/>
                <a:gd name="connsiteY16" fmla="*/ 48758 h 2676273"/>
                <a:gd name="connsiteX17" fmla="*/ 1269895 w 2678023"/>
                <a:gd name="connsiteY17" fmla="*/ 162273 h 2676273"/>
                <a:gd name="connsiteX18" fmla="*/ 1303434 w 2678023"/>
                <a:gd name="connsiteY18" fmla="*/ 192716 h 2676273"/>
                <a:gd name="connsiteX19" fmla="*/ 1376702 w 2678023"/>
                <a:gd name="connsiteY19" fmla="*/ 192716 h 2676273"/>
                <a:gd name="connsiteX20" fmla="*/ 1409209 w 2678023"/>
                <a:gd name="connsiteY20" fmla="*/ 163305 h 2676273"/>
                <a:gd name="connsiteX21" fmla="*/ 1447392 w 2678023"/>
                <a:gd name="connsiteY21" fmla="*/ 37922 h 2676273"/>
                <a:gd name="connsiteX22" fmla="*/ 1499505 w 2678023"/>
                <a:gd name="connsiteY22" fmla="*/ 256 h 2676273"/>
                <a:gd name="connsiteX23" fmla="*/ 1513436 w 2678023"/>
                <a:gd name="connsiteY23" fmla="*/ 772 h 2676273"/>
                <a:gd name="connsiteX24" fmla="*/ 1573290 w 2678023"/>
                <a:gd name="connsiteY24" fmla="*/ 65269 h 2676273"/>
                <a:gd name="connsiteX25" fmla="*/ 1576902 w 2678023"/>
                <a:gd name="connsiteY25" fmla="*/ 185492 h 2676273"/>
                <a:gd name="connsiteX26" fmla="*/ 1598057 w 2678023"/>
                <a:gd name="connsiteY26" fmla="*/ 220578 h 2676273"/>
                <a:gd name="connsiteX27" fmla="*/ 1674422 w 2678023"/>
                <a:gd name="connsiteY27" fmla="*/ 240702 h 2676273"/>
                <a:gd name="connsiteX28" fmla="*/ 1710540 w 2678023"/>
                <a:gd name="connsiteY28" fmla="*/ 221610 h 2676273"/>
                <a:gd name="connsiteX29" fmla="*/ 1779165 w 2678023"/>
                <a:gd name="connsiteY29" fmla="*/ 111707 h 2676273"/>
                <a:gd name="connsiteX30" fmla="*/ 1845726 w 2678023"/>
                <a:gd name="connsiteY30" fmla="*/ 88488 h 2676273"/>
                <a:gd name="connsiteX31" fmla="*/ 1857594 w 2678023"/>
                <a:gd name="connsiteY31" fmla="*/ 92616 h 2676273"/>
                <a:gd name="connsiteX32" fmla="*/ 1895260 w 2678023"/>
                <a:gd name="connsiteY32" fmla="*/ 166401 h 2676273"/>
                <a:gd name="connsiteX33" fmla="*/ 1868429 w 2678023"/>
                <a:gd name="connsiteY33" fmla="*/ 281980 h 2676273"/>
                <a:gd name="connsiteX34" fmla="*/ 1887004 w 2678023"/>
                <a:gd name="connsiteY34" fmla="*/ 332030 h 2676273"/>
                <a:gd name="connsiteX35" fmla="*/ 1946857 w 2678023"/>
                <a:gd name="connsiteY35" fmla="*/ 365052 h 2676273"/>
                <a:gd name="connsiteX36" fmla="*/ 1986588 w 2678023"/>
                <a:gd name="connsiteY36" fmla="*/ 355765 h 2676273"/>
                <a:gd name="connsiteX37" fmla="*/ 2081528 w 2678023"/>
                <a:gd name="connsiteY37" fmla="*/ 267532 h 2676273"/>
                <a:gd name="connsiteX38" fmla="*/ 2151701 w 2678023"/>
                <a:gd name="connsiteY38" fmla="*/ 261857 h 2676273"/>
                <a:gd name="connsiteX39" fmla="*/ 2155312 w 2678023"/>
                <a:gd name="connsiteY39" fmla="*/ 264437 h 2676273"/>
                <a:gd name="connsiteX40" fmla="*/ 2177500 w 2678023"/>
                <a:gd name="connsiteY40" fmla="*/ 353701 h 2676273"/>
                <a:gd name="connsiteX41" fmla="*/ 2122290 w 2678023"/>
                <a:gd name="connsiteY41" fmla="*/ 456896 h 2676273"/>
                <a:gd name="connsiteX42" fmla="*/ 2126934 w 2678023"/>
                <a:gd name="connsiteY42" fmla="*/ 505914 h 2676273"/>
                <a:gd name="connsiteX43" fmla="*/ 2173372 w 2678023"/>
                <a:gd name="connsiteY43" fmla="*/ 551836 h 2676273"/>
                <a:gd name="connsiteX44" fmla="*/ 2219810 w 2678023"/>
                <a:gd name="connsiteY44" fmla="*/ 555964 h 2676273"/>
                <a:gd name="connsiteX45" fmla="*/ 2336937 w 2678023"/>
                <a:gd name="connsiteY45" fmla="*/ 494046 h 2676273"/>
                <a:gd name="connsiteX46" fmla="*/ 2400917 w 2678023"/>
                <a:gd name="connsiteY46" fmla="*/ 507462 h 2676273"/>
                <a:gd name="connsiteX47" fmla="*/ 2420525 w 2678023"/>
                <a:gd name="connsiteY47" fmla="*/ 533777 h 2676273"/>
                <a:gd name="connsiteX48" fmla="*/ 2415365 w 2678023"/>
                <a:gd name="connsiteY48" fmla="*/ 591566 h 2676273"/>
                <a:gd name="connsiteX49" fmla="*/ 2321973 w 2678023"/>
                <a:gd name="connsiteY49" fmla="*/ 692182 h 2676273"/>
                <a:gd name="connsiteX50" fmla="*/ 2313718 w 2678023"/>
                <a:gd name="connsiteY50" fmla="*/ 733460 h 2676273"/>
                <a:gd name="connsiteX51" fmla="*/ 2349320 w 2678023"/>
                <a:gd name="connsiteY51" fmla="*/ 795377 h 2676273"/>
                <a:gd name="connsiteX52" fmla="*/ 2394726 w 2678023"/>
                <a:gd name="connsiteY52" fmla="*/ 810341 h 2676273"/>
                <a:gd name="connsiteX53" fmla="*/ 2526816 w 2678023"/>
                <a:gd name="connsiteY53" fmla="*/ 780414 h 2676273"/>
                <a:gd name="connsiteX54" fmla="*/ 2575834 w 2678023"/>
                <a:gd name="connsiteY54" fmla="*/ 803117 h 2676273"/>
                <a:gd name="connsiteX55" fmla="*/ 2591313 w 2678023"/>
                <a:gd name="connsiteY55" fmla="*/ 838719 h 2676273"/>
                <a:gd name="connsiteX56" fmla="*/ 2570158 w 2678023"/>
                <a:gd name="connsiteY56" fmla="*/ 896509 h 2676273"/>
                <a:gd name="connsiteX57" fmla="*/ 2461287 w 2678023"/>
                <a:gd name="connsiteY57" fmla="*/ 964103 h 2676273"/>
                <a:gd name="connsiteX58" fmla="*/ 2438068 w 2678023"/>
                <a:gd name="connsiteY58" fmla="*/ 1014669 h 2676273"/>
                <a:gd name="connsiteX59" fmla="*/ 2454063 w 2678023"/>
                <a:gd name="connsiteY59" fmla="*/ 1073490 h 2676273"/>
                <a:gd name="connsiteX60" fmla="*/ 2492762 w 2678023"/>
                <a:gd name="connsiteY60" fmla="*/ 1100837 h 2676273"/>
                <a:gd name="connsiteX61" fmla="*/ 2628464 w 2678023"/>
                <a:gd name="connsiteY61" fmla="*/ 1105997 h 2676273"/>
                <a:gd name="connsiteX62" fmla="*/ 2672322 w 2678023"/>
                <a:gd name="connsiteY62" fmla="*/ 1140567 h 2676273"/>
                <a:gd name="connsiteX63" fmla="*/ 2677998 w 2678023"/>
                <a:gd name="connsiteY63" fmla="*/ 1182361 h 2676273"/>
                <a:gd name="connsiteX64" fmla="*/ 2644459 w 2678023"/>
                <a:gd name="connsiteY64" fmla="*/ 1229831 h 2676273"/>
                <a:gd name="connsiteX65" fmla="*/ 2522172 w 2678023"/>
                <a:gd name="connsiteY65" fmla="*/ 1267498 h 2676273"/>
                <a:gd name="connsiteX66" fmla="*/ 2483990 w 2678023"/>
                <a:gd name="connsiteY66" fmla="*/ 1315999 h 2676273"/>
                <a:gd name="connsiteX67" fmla="*/ 2486570 w 2678023"/>
                <a:gd name="connsiteY67" fmla="*/ 1379981 h 2676273"/>
                <a:gd name="connsiteX68" fmla="*/ 2512885 w 2678023"/>
                <a:gd name="connsiteY68" fmla="*/ 1407843 h 2676273"/>
                <a:gd name="connsiteX69" fmla="*/ 2641363 w 2678023"/>
                <a:gd name="connsiteY69" fmla="*/ 1447058 h 2676273"/>
                <a:gd name="connsiteX70" fmla="*/ 2677998 w 2678023"/>
                <a:gd name="connsiteY70" fmla="*/ 1498139 h 2676273"/>
                <a:gd name="connsiteX71" fmla="*/ 2677998 w 2678023"/>
                <a:gd name="connsiteY71" fmla="*/ 1507427 h 2676273"/>
                <a:gd name="connsiteX72" fmla="*/ 2611952 w 2678023"/>
                <a:gd name="connsiteY72" fmla="*/ 1572956 h 2676273"/>
                <a:gd name="connsiteX73" fmla="*/ 2490182 w 2678023"/>
                <a:gd name="connsiteY73" fmla="*/ 1576568 h 2676273"/>
                <a:gd name="connsiteX74" fmla="*/ 2457675 w 2678023"/>
                <a:gd name="connsiteY74" fmla="*/ 1596691 h 2676273"/>
                <a:gd name="connsiteX75" fmla="*/ 2437036 w 2678023"/>
                <a:gd name="connsiteY75" fmla="*/ 1673056 h 2676273"/>
                <a:gd name="connsiteX76" fmla="*/ 2457159 w 2678023"/>
                <a:gd name="connsiteY76" fmla="*/ 1710206 h 2676273"/>
                <a:gd name="connsiteX77" fmla="*/ 2564483 w 2678023"/>
                <a:gd name="connsiteY77" fmla="*/ 1777283 h 2676273"/>
                <a:gd name="connsiteX78" fmla="*/ 2588733 w 2678023"/>
                <a:gd name="connsiteY78" fmla="*/ 1845908 h 2676273"/>
                <a:gd name="connsiteX79" fmla="*/ 2571706 w 2678023"/>
                <a:gd name="connsiteY79" fmla="*/ 1880995 h 2676273"/>
                <a:gd name="connsiteX80" fmla="*/ 2538684 w 2678023"/>
                <a:gd name="connsiteY80" fmla="*/ 1897506 h 2676273"/>
                <a:gd name="connsiteX81" fmla="*/ 2456643 w 2678023"/>
                <a:gd name="connsiteY81" fmla="*/ 1879447 h 2676273"/>
                <a:gd name="connsiteX82" fmla="*/ 2389566 w 2678023"/>
                <a:gd name="connsiteY82" fmla="*/ 1863967 h 2676273"/>
                <a:gd name="connsiteX83" fmla="*/ 2354479 w 2678023"/>
                <a:gd name="connsiteY83" fmla="*/ 1874803 h 2676273"/>
                <a:gd name="connsiteX84" fmla="*/ 2312170 w 2678023"/>
                <a:gd name="connsiteY84" fmla="*/ 1950652 h 2676273"/>
                <a:gd name="connsiteX85" fmla="*/ 2322489 w 2678023"/>
                <a:gd name="connsiteY85" fmla="*/ 1983158 h 2676273"/>
                <a:gd name="connsiteX86" fmla="*/ 2412785 w 2678023"/>
                <a:gd name="connsiteY86" fmla="*/ 2080162 h 2676273"/>
                <a:gd name="connsiteX87" fmla="*/ 2418461 w 2678023"/>
                <a:gd name="connsiteY87" fmla="*/ 2146723 h 2676273"/>
                <a:gd name="connsiteX88" fmla="*/ 2414849 w 2678023"/>
                <a:gd name="connsiteY88" fmla="*/ 2151883 h 2676273"/>
                <a:gd name="connsiteX89" fmla="*/ 2324037 w 2678023"/>
                <a:gd name="connsiteY89" fmla="*/ 2174586 h 2676273"/>
                <a:gd name="connsiteX90" fmla="*/ 2219294 w 2678023"/>
                <a:gd name="connsiteY90" fmla="*/ 2118860 h 2676273"/>
                <a:gd name="connsiteX91" fmla="*/ 2178531 w 2678023"/>
                <a:gd name="connsiteY91" fmla="*/ 2120408 h 2676273"/>
                <a:gd name="connsiteX92" fmla="*/ 2125386 w 2678023"/>
                <a:gd name="connsiteY92" fmla="*/ 2172522 h 2676273"/>
                <a:gd name="connsiteX93" fmla="*/ 2122806 w 2678023"/>
                <a:gd name="connsiteY93" fmla="*/ 2217412 h 2676273"/>
                <a:gd name="connsiteX94" fmla="*/ 2184723 w 2678023"/>
                <a:gd name="connsiteY94" fmla="*/ 2334539 h 2676273"/>
                <a:gd name="connsiteX95" fmla="*/ 2174404 w 2678023"/>
                <a:gd name="connsiteY95" fmla="*/ 2395424 h 2676273"/>
                <a:gd name="connsiteX96" fmla="*/ 2164084 w 2678023"/>
                <a:gd name="connsiteY96" fmla="*/ 2404712 h 2676273"/>
                <a:gd name="connsiteX97" fmla="*/ 2075336 w 2678023"/>
                <a:gd name="connsiteY97" fmla="*/ 2401616 h 2676273"/>
                <a:gd name="connsiteX98" fmla="*/ 1988652 w 2678023"/>
                <a:gd name="connsiteY98" fmla="*/ 2320607 h 2676273"/>
                <a:gd name="connsiteX99" fmla="*/ 1944277 w 2678023"/>
                <a:gd name="connsiteY99" fmla="*/ 2311836 h 2676273"/>
                <a:gd name="connsiteX100" fmla="*/ 1883392 w 2678023"/>
                <a:gd name="connsiteY100" fmla="*/ 2346406 h 2676273"/>
                <a:gd name="connsiteX101" fmla="*/ 1868429 w 2678023"/>
                <a:gd name="connsiteY101" fmla="*/ 2391812 h 2676273"/>
                <a:gd name="connsiteX102" fmla="*/ 1899388 w 2678023"/>
                <a:gd name="connsiteY102" fmla="*/ 2526998 h 2676273"/>
                <a:gd name="connsiteX103" fmla="*/ 1879264 w 2678023"/>
                <a:gd name="connsiteY103" fmla="*/ 2571888 h 2676273"/>
                <a:gd name="connsiteX104" fmla="*/ 1841082 w 2678023"/>
                <a:gd name="connsiteY104" fmla="*/ 2588916 h 2676273"/>
                <a:gd name="connsiteX105" fmla="*/ 1782777 w 2678023"/>
                <a:gd name="connsiteY105" fmla="*/ 2568277 h 2676273"/>
                <a:gd name="connsiteX106" fmla="*/ 1715184 w 2678023"/>
                <a:gd name="connsiteY106" fmla="*/ 2459405 h 2676273"/>
                <a:gd name="connsiteX107" fmla="*/ 1664618 w 2678023"/>
                <a:gd name="connsiteY107" fmla="*/ 2435670 h 2676273"/>
                <a:gd name="connsiteX108" fmla="*/ 1610440 w 2678023"/>
                <a:gd name="connsiteY108" fmla="*/ 2450118 h 2676273"/>
                <a:gd name="connsiteX109" fmla="*/ 1577418 w 2678023"/>
                <a:gd name="connsiteY109" fmla="*/ 2495008 h 2676273"/>
                <a:gd name="connsiteX110" fmla="*/ 1573806 w 2678023"/>
                <a:gd name="connsiteY110" fmla="*/ 2616778 h 2676273"/>
                <a:gd name="connsiteX111" fmla="*/ 1526852 w 2678023"/>
                <a:gd name="connsiteY111" fmla="*/ 2672504 h 2676273"/>
                <a:gd name="connsiteX112" fmla="*/ 1497441 w 2678023"/>
                <a:gd name="connsiteY112" fmla="*/ 2676116 h 2676273"/>
                <a:gd name="connsiteX113" fmla="*/ 1449972 w 2678023"/>
                <a:gd name="connsiteY113" fmla="*/ 2644125 h 2676273"/>
                <a:gd name="connsiteX114" fmla="*/ 1410241 w 2678023"/>
                <a:gd name="connsiteY114" fmla="*/ 2514615 h 2676273"/>
                <a:gd name="connsiteX115" fmla="*/ 1373091 w 2678023"/>
                <a:gd name="connsiteY115" fmla="*/ 2482624 h 2676273"/>
                <a:gd name="connsiteX116" fmla="*/ 1304982 w 2678023"/>
                <a:gd name="connsiteY116" fmla="*/ 2483140 h 2676273"/>
                <a:gd name="connsiteX117" fmla="*/ 1271959 w 2678023"/>
                <a:gd name="connsiteY117" fmla="*/ 2511519 h 2676273"/>
                <a:gd name="connsiteX118" fmla="*/ 1234293 w 2678023"/>
                <a:gd name="connsiteY118" fmla="*/ 2633806 h 2676273"/>
                <a:gd name="connsiteX119" fmla="*/ 1170828 w 2678023"/>
                <a:gd name="connsiteY119" fmla="*/ 2674568 h 2676273"/>
                <a:gd name="connsiteX120" fmla="*/ 1106847 w 2678023"/>
                <a:gd name="connsiteY120" fmla="*/ 2602331 h 2676273"/>
                <a:gd name="connsiteX121" fmla="*/ 1103751 w 2678023"/>
                <a:gd name="connsiteY121" fmla="*/ 2491396 h 2676273"/>
                <a:gd name="connsiteX122" fmla="*/ 1080532 w 2678023"/>
                <a:gd name="connsiteY122" fmla="*/ 2454245 h 2676273"/>
                <a:gd name="connsiteX123" fmla="*/ 1005199 w 2678023"/>
                <a:gd name="connsiteY123" fmla="*/ 2435154 h 2676273"/>
                <a:gd name="connsiteX124" fmla="*/ 969080 w 2678023"/>
                <a:gd name="connsiteY124" fmla="*/ 2454245 h 2676273"/>
                <a:gd name="connsiteX125" fmla="*/ 900456 w 2678023"/>
                <a:gd name="connsiteY125" fmla="*/ 2564149 h 2676273"/>
                <a:gd name="connsiteX126" fmla="*/ 836474 w 2678023"/>
                <a:gd name="connsiteY126" fmla="*/ 2587368 h 2676273"/>
                <a:gd name="connsiteX127" fmla="*/ 831830 w 2678023"/>
                <a:gd name="connsiteY127" fmla="*/ 2585820 h 2676273"/>
                <a:gd name="connsiteX128" fmla="*/ 785392 w 2678023"/>
                <a:gd name="connsiteY128" fmla="*/ 2504811 h 2676273"/>
                <a:gd name="connsiteX129" fmla="*/ 811707 w 2678023"/>
                <a:gd name="connsiteY129" fmla="*/ 2390780 h 2676273"/>
                <a:gd name="connsiteX130" fmla="*/ 794680 w 2678023"/>
                <a:gd name="connsiteY130" fmla="*/ 2344342 h 2676273"/>
                <a:gd name="connsiteX131" fmla="*/ 739470 w 2678023"/>
                <a:gd name="connsiteY131" fmla="*/ 2312352 h 2676273"/>
                <a:gd name="connsiteX132" fmla="*/ 689421 w 2678023"/>
                <a:gd name="connsiteY132" fmla="*/ 2321639 h 2676273"/>
                <a:gd name="connsiteX133" fmla="*/ 596029 w 2678023"/>
                <a:gd name="connsiteY133" fmla="*/ 2408839 h 2676273"/>
                <a:gd name="connsiteX134" fmla="*/ 530500 w 2678023"/>
                <a:gd name="connsiteY134" fmla="*/ 2415031 h 2676273"/>
                <a:gd name="connsiteX135" fmla="*/ 521212 w 2678023"/>
                <a:gd name="connsiteY135" fmla="*/ 2408839 h 2676273"/>
                <a:gd name="connsiteX136" fmla="*/ 500573 w 2678023"/>
                <a:gd name="connsiteY136" fmla="*/ 2322671 h 2676273"/>
                <a:gd name="connsiteX137" fmla="*/ 556298 w 2678023"/>
                <a:gd name="connsiteY137" fmla="*/ 2217928 h 2676273"/>
                <a:gd name="connsiteX138" fmla="*/ 552171 w 2678023"/>
                <a:gd name="connsiteY138" fmla="*/ 2168910 h 2676273"/>
                <a:gd name="connsiteX139" fmla="*/ 505733 w 2678023"/>
                <a:gd name="connsiteY139" fmla="*/ 2122988 h 2676273"/>
                <a:gd name="connsiteX140" fmla="*/ 457747 w 2678023"/>
                <a:gd name="connsiteY140" fmla="*/ 2119376 h 2676273"/>
                <a:gd name="connsiteX141" fmla="*/ 341652 w 2678023"/>
                <a:gd name="connsiteY141" fmla="*/ 2180778 h 2676273"/>
                <a:gd name="connsiteX142" fmla="*/ 278187 w 2678023"/>
                <a:gd name="connsiteY142" fmla="*/ 2168910 h 2676273"/>
                <a:gd name="connsiteX143" fmla="*/ 274059 w 2678023"/>
                <a:gd name="connsiteY143" fmla="*/ 2164266 h 2676273"/>
                <a:gd name="connsiteX144" fmla="*/ 276639 w 2678023"/>
                <a:gd name="connsiteY144" fmla="*/ 2069326 h 2676273"/>
                <a:gd name="connsiteX145" fmla="*/ 354551 w 2678023"/>
                <a:gd name="connsiteY145" fmla="*/ 1986254 h 2676273"/>
                <a:gd name="connsiteX146" fmla="*/ 363839 w 2678023"/>
                <a:gd name="connsiteY146" fmla="*/ 1940848 h 2676273"/>
                <a:gd name="connsiteX147" fmla="*/ 328237 w 2678023"/>
                <a:gd name="connsiteY147" fmla="*/ 1878931 h 2676273"/>
                <a:gd name="connsiteX148" fmla="*/ 283347 w 2678023"/>
                <a:gd name="connsiteY148" fmla="*/ 1866031 h 2676273"/>
                <a:gd name="connsiteX149" fmla="*/ 170864 w 2678023"/>
                <a:gd name="connsiteY149" fmla="*/ 1891830 h 2676273"/>
                <a:gd name="connsiteX150" fmla="*/ 155900 w 2678023"/>
                <a:gd name="connsiteY150" fmla="*/ 1895442 h 2676273"/>
                <a:gd name="connsiteX151" fmla="*/ 100175 w 2678023"/>
                <a:gd name="connsiteY151" fmla="*/ 1868095 h 2676273"/>
                <a:gd name="connsiteX152" fmla="*/ 87275 w 2678023"/>
                <a:gd name="connsiteY152" fmla="*/ 1838169 h 2676273"/>
                <a:gd name="connsiteX153" fmla="*/ 107915 w 2678023"/>
                <a:gd name="connsiteY153" fmla="*/ 1779863 h 2676273"/>
                <a:gd name="connsiteX154" fmla="*/ 213690 w 2678023"/>
                <a:gd name="connsiteY154" fmla="*/ 1713818 h 2676273"/>
                <a:gd name="connsiteX155" fmla="*/ 238972 w 2678023"/>
                <a:gd name="connsiteY155" fmla="*/ 1654481 h 2676273"/>
                <a:gd name="connsiteX156" fmla="*/ 222977 w 2678023"/>
                <a:gd name="connsiteY156" fmla="*/ 1600819 h 2676273"/>
                <a:gd name="connsiteX157" fmla="*/ 184279 w 2678023"/>
                <a:gd name="connsiteY157" fmla="*/ 1575020 h 2676273"/>
                <a:gd name="connsiteX158" fmla="*/ 59413 w 2678023"/>
                <a:gd name="connsiteY158" fmla="*/ 1571408 h 2676273"/>
                <a:gd name="connsiteX159" fmla="*/ 3687 w 2678023"/>
                <a:gd name="connsiteY159" fmla="*/ 1524454 h 2676273"/>
                <a:gd name="connsiteX160" fmla="*/ 1623 w 2678023"/>
                <a:gd name="connsiteY160" fmla="*/ 1513619 h 2676273"/>
                <a:gd name="connsiteX161" fmla="*/ 48577 w 2678023"/>
                <a:gd name="connsiteY161" fmla="*/ 1442414 h 2676273"/>
                <a:gd name="connsiteX162" fmla="*/ 160544 w 2678023"/>
                <a:gd name="connsiteY162" fmla="*/ 1408359 h 2676273"/>
                <a:gd name="connsiteX163" fmla="*/ 194083 w 2678023"/>
                <a:gd name="connsiteY163" fmla="*/ 1370693 h 2676273"/>
                <a:gd name="connsiteX164" fmla="*/ 192534 w 2678023"/>
                <a:gd name="connsiteY164" fmla="*/ 1298972 h 2676273"/>
                <a:gd name="connsiteX165" fmla="*/ 166220 w 2678023"/>
                <a:gd name="connsiteY165" fmla="*/ 1269561 h 2676273"/>
                <a:gd name="connsiteX166" fmla="*/ 47029 w 2678023"/>
                <a:gd name="connsiteY166" fmla="*/ 1232927 h 2676273"/>
                <a:gd name="connsiteX167" fmla="*/ 1623 w 2678023"/>
                <a:gd name="connsiteY167" fmla="*/ 1166882 h 2676273"/>
                <a:gd name="connsiteX168" fmla="*/ 6267 w 2678023"/>
                <a:gd name="connsiteY168" fmla="*/ 1139535 h 2676273"/>
                <a:gd name="connsiteX169" fmla="*/ 49093 w 2678023"/>
                <a:gd name="connsiteY169" fmla="*/ 1105481 h 2676273"/>
                <a:gd name="connsiteX170" fmla="*/ 164672 w 2678023"/>
                <a:gd name="connsiteY170" fmla="*/ 1101869 h 2676273"/>
                <a:gd name="connsiteX171" fmla="*/ 181699 w 2678023"/>
                <a:gd name="connsiteY171" fmla="*/ 1101353 h 2676273"/>
                <a:gd name="connsiteX172" fmla="*/ 227621 w 2678023"/>
                <a:gd name="connsiteY172" fmla="*/ 1065234 h 2676273"/>
                <a:gd name="connsiteX173" fmla="*/ 241036 w 2678023"/>
                <a:gd name="connsiteY173" fmla="*/ 1014153 h 2676273"/>
                <a:gd name="connsiteX174" fmla="*/ 219366 w 2678023"/>
                <a:gd name="connsiteY174" fmla="*/ 965651 h 2676273"/>
                <a:gd name="connsiteX175" fmla="*/ 113590 w 2678023"/>
                <a:gd name="connsiteY175" fmla="*/ 899605 h 2676273"/>
                <a:gd name="connsiteX176" fmla="*/ 89855 w 2678023"/>
                <a:gd name="connsiteY176" fmla="*/ 832012 h 2676273"/>
                <a:gd name="connsiteX177" fmla="*/ 104818 w 2678023"/>
                <a:gd name="connsiteY177" fmla="*/ 799505 h 2676273"/>
                <a:gd name="connsiteX178" fmla="*/ 151256 w 2678023"/>
                <a:gd name="connsiteY178" fmla="*/ 779898 h 2676273"/>
                <a:gd name="connsiteX179" fmla="*/ 283347 w 2678023"/>
                <a:gd name="connsiteY179" fmla="*/ 810341 h 2676273"/>
                <a:gd name="connsiteX180" fmla="*/ 331332 w 2678023"/>
                <a:gd name="connsiteY180" fmla="*/ 794345 h 2676273"/>
                <a:gd name="connsiteX181" fmla="*/ 363839 w 2678023"/>
                <a:gd name="connsiteY181" fmla="*/ 737588 h 2676273"/>
                <a:gd name="connsiteX182" fmla="*/ 354551 w 2678023"/>
                <a:gd name="connsiteY182" fmla="*/ 689086 h 2676273"/>
                <a:gd name="connsiteX183" fmla="*/ 266835 w 2678023"/>
                <a:gd name="connsiteY183" fmla="*/ 595694 h 2676273"/>
                <a:gd name="connsiteX184" fmla="*/ 261675 w 2678023"/>
                <a:gd name="connsiteY184" fmla="*/ 529133 h 2676273"/>
                <a:gd name="connsiteX185" fmla="*/ 270447 w 2678023"/>
                <a:gd name="connsiteY185" fmla="*/ 516233 h 2676273"/>
                <a:gd name="connsiteX186" fmla="*/ 349907 w 2678023"/>
                <a:gd name="connsiteY186" fmla="*/ 498690 h 2676273"/>
                <a:gd name="connsiteX187" fmla="*/ 457231 w 2678023"/>
                <a:gd name="connsiteY187" fmla="*/ 555964 h 2676273"/>
                <a:gd name="connsiteX188" fmla="*/ 507797 w 2678023"/>
                <a:gd name="connsiteY188" fmla="*/ 551320 h 2676273"/>
                <a:gd name="connsiteX189" fmla="*/ 551139 w 2678023"/>
                <a:gd name="connsiteY189" fmla="*/ 508494 h 2676273"/>
                <a:gd name="connsiteX190" fmla="*/ 556815 w 2678023"/>
                <a:gd name="connsiteY190" fmla="*/ 456896 h 2676273"/>
                <a:gd name="connsiteX191" fmla="*/ 494381 w 2678023"/>
                <a:gd name="connsiteY191" fmla="*/ 339769 h 2676273"/>
                <a:gd name="connsiteX192" fmla="*/ 505217 w 2678023"/>
                <a:gd name="connsiteY192" fmla="*/ 280432 h 2676273"/>
                <a:gd name="connsiteX193" fmla="*/ 537723 w 2678023"/>
                <a:gd name="connsiteY193" fmla="*/ 256181 h 2676273"/>
                <a:gd name="connsiteX194" fmla="*/ 590353 w 2678023"/>
                <a:gd name="connsiteY194" fmla="*/ 261857 h 2676273"/>
                <a:gd name="connsiteX195" fmla="*/ 679617 w 2678023"/>
                <a:gd name="connsiteY195" fmla="*/ 344929 h 2676273"/>
                <a:gd name="connsiteX196" fmla="*/ 754950 w 2678023"/>
                <a:gd name="connsiteY196" fmla="*/ 355765 h 2676273"/>
                <a:gd name="connsiteX197" fmla="*/ 797260 w 2678023"/>
                <a:gd name="connsiteY197" fmla="*/ 329450 h 2676273"/>
                <a:gd name="connsiteX198" fmla="*/ 811707 w 2678023"/>
                <a:gd name="connsiteY198" fmla="*/ 285076 h 2676273"/>
                <a:gd name="connsiteX199" fmla="*/ 781781 w 2678023"/>
                <a:gd name="connsiteY199" fmla="*/ 156081 h 2676273"/>
                <a:gd name="connsiteX200" fmla="*/ 807064 w 2678023"/>
                <a:gd name="connsiteY200" fmla="*/ 100872 h 2676273"/>
                <a:gd name="connsiteX201" fmla="*/ 841634 w 2678023"/>
                <a:gd name="connsiteY201" fmla="*/ 86424 h 2676273"/>
                <a:gd name="connsiteX202" fmla="*/ 896328 w 2678023"/>
                <a:gd name="connsiteY202" fmla="*/ 106031 h 2676273"/>
                <a:gd name="connsiteX203" fmla="*/ 965469 w 2678023"/>
                <a:gd name="connsiteY203" fmla="*/ 217483 h 2676273"/>
                <a:gd name="connsiteX204" fmla="*/ 1013455 w 2678023"/>
                <a:gd name="connsiteY204" fmla="*/ 240702 h 2676273"/>
                <a:gd name="connsiteX205" fmla="*/ 1077952 w 2678023"/>
                <a:gd name="connsiteY205" fmla="*/ 222642 h 2676273"/>
                <a:gd name="connsiteX206" fmla="*/ 1101687 w 2678023"/>
                <a:gd name="connsiteY206" fmla="*/ 188072 h 2676273"/>
                <a:gd name="connsiteX207" fmla="*/ 1106847 w 2678023"/>
                <a:gd name="connsiteY207" fmla="*/ 53918 h 2676273"/>
                <a:gd name="connsiteX208" fmla="*/ 1145029 w 2678023"/>
                <a:gd name="connsiteY208" fmla="*/ 4900 h 2676273"/>
                <a:gd name="connsiteX209" fmla="*/ 1158960 w 2678023"/>
                <a:gd name="connsiteY209" fmla="*/ 1804 h 2676273"/>
                <a:gd name="connsiteX210" fmla="*/ 1190637 w 2678023"/>
                <a:gd name="connsiteY210" fmla="*/ 143 h 2676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2678023" h="2676273">
                  <a:moveTo>
                    <a:pt x="1338961" y="855269"/>
                  </a:moveTo>
                  <a:cubicBezTo>
                    <a:pt x="1073250" y="855269"/>
                    <a:pt x="857849" y="1070670"/>
                    <a:pt x="857849" y="1336381"/>
                  </a:cubicBezTo>
                  <a:cubicBezTo>
                    <a:pt x="857849" y="1602092"/>
                    <a:pt x="1073250" y="1817493"/>
                    <a:pt x="1338961" y="1817493"/>
                  </a:cubicBezTo>
                  <a:cubicBezTo>
                    <a:pt x="1604672" y="1817493"/>
                    <a:pt x="1820073" y="1602092"/>
                    <a:pt x="1820073" y="1336381"/>
                  </a:cubicBezTo>
                  <a:cubicBezTo>
                    <a:pt x="1820073" y="1070670"/>
                    <a:pt x="1604672" y="855269"/>
                    <a:pt x="1338961" y="855269"/>
                  </a:cubicBezTo>
                  <a:close/>
                  <a:moveTo>
                    <a:pt x="1338961" y="545806"/>
                  </a:moveTo>
                  <a:cubicBezTo>
                    <a:pt x="1775584" y="545806"/>
                    <a:pt x="2129536" y="899758"/>
                    <a:pt x="2129536" y="1336381"/>
                  </a:cubicBezTo>
                  <a:cubicBezTo>
                    <a:pt x="2129536" y="1773004"/>
                    <a:pt x="1775584" y="2126956"/>
                    <a:pt x="1338961" y="2126956"/>
                  </a:cubicBezTo>
                  <a:cubicBezTo>
                    <a:pt x="902338" y="2126956"/>
                    <a:pt x="548386" y="1773004"/>
                    <a:pt x="548386" y="1336381"/>
                  </a:cubicBezTo>
                  <a:cubicBezTo>
                    <a:pt x="548386" y="899758"/>
                    <a:pt x="902338" y="545806"/>
                    <a:pt x="1338961" y="545806"/>
                  </a:cubicBezTo>
                  <a:close/>
                  <a:moveTo>
                    <a:pt x="1340068" y="359376"/>
                  </a:moveTo>
                  <a:cubicBezTo>
                    <a:pt x="796228" y="358860"/>
                    <a:pt x="363839" y="794861"/>
                    <a:pt x="361775" y="1331995"/>
                  </a:cubicBezTo>
                  <a:cubicBezTo>
                    <a:pt x="359711" y="1882027"/>
                    <a:pt x="806032" y="2314416"/>
                    <a:pt x="1338521" y="2312868"/>
                  </a:cubicBezTo>
                  <a:cubicBezTo>
                    <a:pt x="1869461" y="2314932"/>
                    <a:pt x="2317329" y="1887702"/>
                    <a:pt x="2316814" y="1335606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lose/>
                  <a:moveTo>
                    <a:pt x="1190637" y="143"/>
                  </a:moveTo>
                  <a:cubicBezTo>
                    <a:pt x="1216299" y="1546"/>
                    <a:pt x="1225780" y="13543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3"/>
                    <a:pt x="2498437" y="942948"/>
                    <a:pt x="2461287" y="964103"/>
                  </a:cubicBezTo>
                  <a:cubicBezTo>
                    <a:pt x="2440132" y="976486"/>
                    <a:pt x="2434456" y="992998"/>
                    <a:pt x="2438068" y="1014669"/>
                  </a:cubicBezTo>
                  <a:cubicBezTo>
                    <a:pt x="2441164" y="1034792"/>
                    <a:pt x="2446840" y="1054399"/>
                    <a:pt x="2454063" y="1073490"/>
                  </a:cubicBezTo>
                  <a:cubicBezTo>
                    <a:pt x="2460771" y="1091033"/>
                    <a:pt x="2472638" y="1100321"/>
                    <a:pt x="2492762" y="1100837"/>
                  </a:cubicBezTo>
                  <a:cubicBezTo>
                    <a:pt x="2538168" y="1101353"/>
                    <a:pt x="2583058" y="1104449"/>
                    <a:pt x="2628464" y="1105997"/>
                  </a:cubicBezTo>
                  <a:cubicBezTo>
                    <a:pt x="2653230" y="1107029"/>
                    <a:pt x="2665614" y="1116832"/>
                    <a:pt x="2672322" y="1140567"/>
                  </a:cubicBezTo>
                  <a:cubicBezTo>
                    <a:pt x="2676449" y="1153983"/>
                    <a:pt x="2677998" y="1167914"/>
                    <a:pt x="2677998" y="1182361"/>
                  </a:cubicBezTo>
                  <a:cubicBezTo>
                    <a:pt x="2677998" y="1210224"/>
                    <a:pt x="2670258" y="1221576"/>
                    <a:pt x="2644459" y="1229831"/>
                  </a:cubicBezTo>
                  <a:cubicBezTo>
                    <a:pt x="2603697" y="1242731"/>
                    <a:pt x="2562934" y="1255114"/>
                    <a:pt x="2522172" y="1267498"/>
                  </a:cubicBezTo>
                  <a:cubicBezTo>
                    <a:pt x="2492762" y="1276269"/>
                    <a:pt x="2485022" y="1285557"/>
                    <a:pt x="2483990" y="1315999"/>
                  </a:cubicBezTo>
                  <a:cubicBezTo>
                    <a:pt x="2483474" y="1337154"/>
                    <a:pt x="2481926" y="1358825"/>
                    <a:pt x="2486570" y="1379981"/>
                  </a:cubicBezTo>
                  <a:cubicBezTo>
                    <a:pt x="2489666" y="1394428"/>
                    <a:pt x="2498437" y="1403200"/>
                    <a:pt x="2512885" y="1407843"/>
                  </a:cubicBezTo>
                  <a:cubicBezTo>
                    <a:pt x="2555711" y="1420743"/>
                    <a:pt x="2598537" y="1433642"/>
                    <a:pt x="2641363" y="1447058"/>
                  </a:cubicBezTo>
                  <a:cubicBezTo>
                    <a:pt x="2671290" y="1456345"/>
                    <a:pt x="2678514" y="1466665"/>
                    <a:pt x="2677998" y="1498139"/>
                  </a:cubicBezTo>
                  <a:cubicBezTo>
                    <a:pt x="2677998" y="1501235"/>
                    <a:pt x="2677998" y="1504331"/>
                    <a:pt x="2677998" y="1507427"/>
                  </a:cubicBezTo>
                  <a:cubicBezTo>
                    <a:pt x="2675934" y="1555929"/>
                    <a:pt x="2660454" y="1571408"/>
                    <a:pt x="2611952" y="1572956"/>
                  </a:cubicBezTo>
                  <a:cubicBezTo>
                    <a:pt x="2571190" y="1573988"/>
                    <a:pt x="2530944" y="1576052"/>
                    <a:pt x="2490182" y="1576568"/>
                  </a:cubicBezTo>
                  <a:cubicBezTo>
                    <a:pt x="2474702" y="1577084"/>
                    <a:pt x="2463867" y="1583792"/>
                    <a:pt x="2457675" y="1596691"/>
                  </a:cubicBezTo>
                  <a:cubicBezTo>
                    <a:pt x="2446324" y="1620942"/>
                    <a:pt x="2439100" y="1646225"/>
                    <a:pt x="2437036" y="1673056"/>
                  </a:cubicBezTo>
                  <a:cubicBezTo>
                    <a:pt x="2435488" y="1690083"/>
                    <a:pt x="2442712" y="1701435"/>
                    <a:pt x="2457159" y="1710206"/>
                  </a:cubicBezTo>
                  <a:cubicBezTo>
                    <a:pt x="2493278" y="1732393"/>
                    <a:pt x="2528880" y="1754580"/>
                    <a:pt x="2564483" y="1777283"/>
                  </a:cubicBezTo>
                  <a:cubicBezTo>
                    <a:pt x="2596989" y="1797406"/>
                    <a:pt x="2601117" y="1809790"/>
                    <a:pt x="2588733" y="1845908"/>
                  </a:cubicBezTo>
                  <a:cubicBezTo>
                    <a:pt x="2584606" y="1858292"/>
                    <a:pt x="2578930" y="1870159"/>
                    <a:pt x="2571706" y="1880995"/>
                  </a:cubicBezTo>
                  <a:cubicBezTo>
                    <a:pt x="2564998" y="1890798"/>
                    <a:pt x="2554163" y="1897506"/>
                    <a:pt x="2538684" y="1897506"/>
                  </a:cubicBezTo>
                  <a:cubicBezTo>
                    <a:pt x="2511337" y="1891314"/>
                    <a:pt x="2483990" y="1885122"/>
                    <a:pt x="2456643" y="1879447"/>
                  </a:cubicBezTo>
                  <a:cubicBezTo>
                    <a:pt x="2434456" y="1874287"/>
                    <a:pt x="2411753" y="1869643"/>
                    <a:pt x="2389566" y="1863967"/>
                  </a:cubicBezTo>
                  <a:cubicBezTo>
                    <a:pt x="2375119" y="1860355"/>
                    <a:pt x="2363767" y="1864483"/>
                    <a:pt x="2354479" y="1874803"/>
                  </a:cubicBezTo>
                  <a:cubicBezTo>
                    <a:pt x="2335389" y="1896990"/>
                    <a:pt x="2320425" y="1922273"/>
                    <a:pt x="2312170" y="1950652"/>
                  </a:cubicBezTo>
                  <a:cubicBezTo>
                    <a:pt x="2308042" y="1964067"/>
                    <a:pt x="2314234" y="1973870"/>
                    <a:pt x="2322489" y="1983158"/>
                  </a:cubicBezTo>
                  <a:cubicBezTo>
                    <a:pt x="2352416" y="2015665"/>
                    <a:pt x="2382858" y="2048171"/>
                    <a:pt x="2412785" y="2080162"/>
                  </a:cubicBezTo>
                  <a:cubicBezTo>
                    <a:pt x="2435488" y="2104413"/>
                    <a:pt x="2436520" y="2118860"/>
                    <a:pt x="2418461" y="2146723"/>
                  </a:cubicBezTo>
                  <a:cubicBezTo>
                    <a:pt x="2417429" y="2148271"/>
                    <a:pt x="2416397" y="2150335"/>
                    <a:pt x="2414849" y="2151883"/>
                  </a:cubicBezTo>
                  <a:cubicBezTo>
                    <a:pt x="2380795" y="2197805"/>
                    <a:pt x="2365831" y="2198321"/>
                    <a:pt x="2324037" y="2174586"/>
                  </a:cubicBezTo>
                  <a:cubicBezTo>
                    <a:pt x="2289982" y="2154979"/>
                    <a:pt x="2253864" y="2137435"/>
                    <a:pt x="2219294" y="2118860"/>
                  </a:cubicBezTo>
                  <a:cubicBezTo>
                    <a:pt x="2204846" y="2111121"/>
                    <a:pt x="2191431" y="2111121"/>
                    <a:pt x="2178531" y="2120408"/>
                  </a:cubicBezTo>
                  <a:cubicBezTo>
                    <a:pt x="2157892" y="2134856"/>
                    <a:pt x="2140349" y="2152399"/>
                    <a:pt x="2125386" y="2172522"/>
                  </a:cubicBezTo>
                  <a:cubicBezTo>
                    <a:pt x="2114550" y="2186969"/>
                    <a:pt x="2114034" y="2201417"/>
                    <a:pt x="2122806" y="2217412"/>
                  </a:cubicBezTo>
                  <a:cubicBezTo>
                    <a:pt x="2143961" y="2256110"/>
                    <a:pt x="2164600" y="2295324"/>
                    <a:pt x="2184723" y="2334539"/>
                  </a:cubicBezTo>
                  <a:cubicBezTo>
                    <a:pt x="2198655" y="2361886"/>
                    <a:pt x="2196591" y="2374269"/>
                    <a:pt x="2174404" y="2395424"/>
                  </a:cubicBezTo>
                  <a:cubicBezTo>
                    <a:pt x="2170792" y="2398520"/>
                    <a:pt x="2167696" y="2402132"/>
                    <a:pt x="2164084" y="2404712"/>
                  </a:cubicBezTo>
                  <a:cubicBezTo>
                    <a:pt x="2131062" y="2428963"/>
                    <a:pt x="2114034" y="2440830"/>
                    <a:pt x="2075336" y="2401616"/>
                  </a:cubicBezTo>
                  <a:cubicBezTo>
                    <a:pt x="2047473" y="2373237"/>
                    <a:pt x="2017547" y="2347954"/>
                    <a:pt x="1988652" y="2320607"/>
                  </a:cubicBezTo>
                  <a:cubicBezTo>
                    <a:pt x="1975236" y="2307708"/>
                    <a:pt x="1960789" y="2305128"/>
                    <a:pt x="1944277" y="2311836"/>
                  </a:cubicBezTo>
                  <a:cubicBezTo>
                    <a:pt x="1922607" y="2320607"/>
                    <a:pt x="1901968" y="2331959"/>
                    <a:pt x="1883392" y="2346406"/>
                  </a:cubicBezTo>
                  <a:cubicBezTo>
                    <a:pt x="1867913" y="2358274"/>
                    <a:pt x="1863785" y="2373237"/>
                    <a:pt x="1868429" y="2391812"/>
                  </a:cubicBezTo>
                  <a:cubicBezTo>
                    <a:pt x="1879264" y="2436702"/>
                    <a:pt x="1889584" y="2482108"/>
                    <a:pt x="1899388" y="2526998"/>
                  </a:cubicBezTo>
                  <a:cubicBezTo>
                    <a:pt x="1903516" y="2546605"/>
                    <a:pt x="1896808" y="2561569"/>
                    <a:pt x="1879264" y="2571888"/>
                  </a:cubicBezTo>
                  <a:cubicBezTo>
                    <a:pt x="1867397" y="2579112"/>
                    <a:pt x="1854498" y="2584788"/>
                    <a:pt x="1841082" y="2588916"/>
                  </a:cubicBezTo>
                  <a:cubicBezTo>
                    <a:pt x="1813736" y="2597687"/>
                    <a:pt x="1798256" y="2592527"/>
                    <a:pt x="1782777" y="2568277"/>
                  </a:cubicBezTo>
                  <a:cubicBezTo>
                    <a:pt x="1760074" y="2532158"/>
                    <a:pt x="1736855" y="2496556"/>
                    <a:pt x="1715184" y="2459405"/>
                  </a:cubicBezTo>
                  <a:cubicBezTo>
                    <a:pt x="1703316" y="2439282"/>
                    <a:pt x="1687837" y="2431543"/>
                    <a:pt x="1664618" y="2435670"/>
                  </a:cubicBezTo>
                  <a:cubicBezTo>
                    <a:pt x="1646043" y="2439282"/>
                    <a:pt x="1627984" y="2443926"/>
                    <a:pt x="1610440" y="2450118"/>
                  </a:cubicBezTo>
                  <a:cubicBezTo>
                    <a:pt x="1586190" y="2458889"/>
                    <a:pt x="1578450" y="2469209"/>
                    <a:pt x="1577418" y="2495008"/>
                  </a:cubicBezTo>
                  <a:cubicBezTo>
                    <a:pt x="1575870" y="2535770"/>
                    <a:pt x="1574838" y="2576016"/>
                    <a:pt x="1573806" y="2616778"/>
                  </a:cubicBezTo>
                  <a:cubicBezTo>
                    <a:pt x="1572774" y="2653929"/>
                    <a:pt x="1563487" y="2665796"/>
                    <a:pt x="1526852" y="2672504"/>
                  </a:cubicBezTo>
                  <a:cubicBezTo>
                    <a:pt x="1517049" y="2674568"/>
                    <a:pt x="1507245" y="2675600"/>
                    <a:pt x="1497441" y="2676116"/>
                  </a:cubicBezTo>
                  <a:cubicBezTo>
                    <a:pt x="1473191" y="2677664"/>
                    <a:pt x="1457711" y="2667860"/>
                    <a:pt x="1449972" y="2644125"/>
                  </a:cubicBezTo>
                  <a:cubicBezTo>
                    <a:pt x="1436040" y="2600783"/>
                    <a:pt x="1422624" y="2557957"/>
                    <a:pt x="1410241" y="2514615"/>
                  </a:cubicBezTo>
                  <a:cubicBezTo>
                    <a:pt x="1404565" y="2495008"/>
                    <a:pt x="1392698" y="2485720"/>
                    <a:pt x="1373091" y="2482624"/>
                  </a:cubicBezTo>
                  <a:cubicBezTo>
                    <a:pt x="1350388" y="2479528"/>
                    <a:pt x="1327685" y="2479528"/>
                    <a:pt x="1304982" y="2483140"/>
                  </a:cubicBezTo>
                  <a:cubicBezTo>
                    <a:pt x="1287955" y="2485720"/>
                    <a:pt x="1277119" y="2494492"/>
                    <a:pt x="1271959" y="2511519"/>
                  </a:cubicBezTo>
                  <a:cubicBezTo>
                    <a:pt x="1260092" y="2552281"/>
                    <a:pt x="1247192" y="2593043"/>
                    <a:pt x="1234293" y="2633806"/>
                  </a:cubicBezTo>
                  <a:cubicBezTo>
                    <a:pt x="1222941" y="2670440"/>
                    <a:pt x="1208494" y="2679728"/>
                    <a:pt x="1170828" y="2674568"/>
                  </a:cubicBezTo>
                  <a:cubicBezTo>
                    <a:pt x="1114070" y="2666828"/>
                    <a:pt x="1107362" y="2659088"/>
                    <a:pt x="1106847" y="2602331"/>
                  </a:cubicBezTo>
                  <a:cubicBezTo>
                    <a:pt x="1106331" y="2565181"/>
                    <a:pt x="1104783" y="2528546"/>
                    <a:pt x="1103751" y="2491396"/>
                  </a:cubicBezTo>
                  <a:cubicBezTo>
                    <a:pt x="1103234" y="2474369"/>
                    <a:pt x="1096527" y="2460953"/>
                    <a:pt x="1080532" y="2454245"/>
                  </a:cubicBezTo>
                  <a:cubicBezTo>
                    <a:pt x="1056281" y="2443926"/>
                    <a:pt x="1031514" y="2436702"/>
                    <a:pt x="1005199" y="2435154"/>
                  </a:cubicBezTo>
                  <a:cubicBezTo>
                    <a:pt x="989203" y="2434122"/>
                    <a:pt x="977852" y="2440314"/>
                    <a:pt x="969080" y="2454245"/>
                  </a:cubicBezTo>
                  <a:cubicBezTo>
                    <a:pt x="946894" y="2491396"/>
                    <a:pt x="923159" y="2527514"/>
                    <a:pt x="900456" y="2564149"/>
                  </a:cubicBezTo>
                  <a:cubicBezTo>
                    <a:pt x="882396" y="2593043"/>
                    <a:pt x="868465" y="2598203"/>
                    <a:pt x="836474" y="2587368"/>
                  </a:cubicBezTo>
                  <a:cubicBezTo>
                    <a:pt x="834926" y="2586852"/>
                    <a:pt x="833379" y="2586336"/>
                    <a:pt x="831830" y="2585820"/>
                  </a:cubicBezTo>
                  <a:cubicBezTo>
                    <a:pt x="782297" y="2565697"/>
                    <a:pt x="772493" y="2554345"/>
                    <a:pt x="785392" y="2504811"/>
                  </a:cubicBezTo>
                  <a:cubicBezTo>
                    <a:pt x="795196" y="2467145"/>
                    <a:pt x="802420" y="2428963"/>
                    <a:pt x="811707" y="2390780"/>
                  </a:cubicBezTo>
                  <a:cubicBezTo>
                    <a:pt x="816351" y="2371173"/>
                    <a:pt x="811191" y="2356210"/>
                    <a:pt x="794680" y="2344342"/>
                  </a:cubicBezTo>
                  <a:cubicBezTo>
                    <a:pt x="777137" y="2331959"/>
                    <a:pt x="759078" y="2321123"/>
                    <a:pt x="739470" y="2312352"/>
                  </a:cubicBezTo>
                  <a:cubicBezTo>
                    <a:pt x="720895" y="2304096"/>
                    <a:pt x="704900" y="2307192"/>
                    <a:pt x="689421" y="2321639"/>
                  </a:cubicBezTo>
                  <a:cubicBezTo>
                    <a:pt x="658462" y="2351050"/>
                    <a:pt x="626988" y="2379945"/>
                    <a:pt x="596029" y="2408839"/>
                  </a:cubicBezTo>
                  <a:cubicBezTo>
                    <a:pt x="572810" y="2431027"/>
                    <a:pt x="557847" y="2432058"/>
                    <a:pt x="530500" y="2415031"/>
                  </a:cubicBezTo>
                  <a:cubicBezTo>
                    <a:pt x="527404" y="2412967"/>
                    <a:pt x="524308" y="2410903"/>
                    <a:pt x="521212" y="2408839"/>
                  </a:cubicBezTo>
                  <a:cubicBezTo>
                    <a:pt x="481482" y="2380461"/>
                    <a:pt x="477870" y="2365497"/>
                    <a:pt x="500573" y="2322671"/>
                  </a:cubicBezTo>
                  <a:cubicBezTo>
                    <a:pt x="519148" y="2287585"/>
                    <a:pt x="537207" y="2252498"/>
                    <a:pt x="556298" y="2217928"/>
                  </a:cubicBezTo>
                  <a:cubicBezTo>
                    <a:pt x="566102" y="2199869"/>
                    <a:pt x="564555" y="2184389"/>
                    <a:pt x="552171" y="2168910"/>
                  </a:cubicBezTo>
                  <a:cubicBezTo>
                    <a:pt x="538756" y="2151883"/>
                    <a:pt x="523276" y="2136403"/>
                    <a:pt x="505733" y="2122988"/>
                  </a:cubicBezTo>
                  <a:cubicBezTo>
                    <a:pt x="490254" y="2111121"/>
                    <a:pt x="474774" y="2110089"/>
                    <a:pt x="457747" y="2119376"/>
                  </a:cubicBezTo>
                  <a:cubicBezTo>
                    <a:pt x="419564" y="2140015"/>
                    <a:pt x="380866" y="2160654"/>
                    <a:pt x="341652" y="2180778"/>
                  </a:cubicBezTo>
                  <a:cubicBezTo>
                    <a:pt x="314305" y="2195225"/>
                    <a:pt x="298310" y="2191613"/>
                    <a:pt x="278187" y="2168910"/>
                  </a:cubicBezTo>
                  <a:cubicBezTo>
                    <a:pt x="276639" y="2167362"/>
                    <a:pt x="275607" y="2165814"/>
                    <a:pt x="274059" y="2164266"/>
                  </a:cubicBezTo>
                  <a:cubicBezTo>
                    <a:pt x="238456" y="2122988"/>
                    <a:pt x="238972" y="2108541"/>
                    <a:pt x="276639" y="2069326"/>
                  </a:cubicBezTo>
                  <a:cubicBezTo>
                    <a:pt x="302954" y="2041464"/>
                    <a:pt x="327721" y="2013085"/>
                    <a:pt x="354551" y="1986254"/>
                  </a:cubicBezTo>
                  <a:cubicBezTo>
                    <a:pt x="367967" y="1972323"/>
                    <a:pt x="370547" y="1957875"/>
                    <a:pt x="363839" y="1940848"/>
                  </a:cubicBezTo>
                  <a:cubicBezTo>
                    <a:pt x="355067" y="1918661"/>
                    <a:pt x="342684" y="1898022"/>
                    <a:pt x="328237" y="1878931"/>
                  </a:cubicBezTo>
                  <a:cubicBezTo>
                    <a:pt x="316369" y="1863451"/>
                    <a:pt x="300374" y="1861903"/>
                    <a:pt x="283347" y="1866031"/>
                  </a:cubicBezTo>
                  <a:cubicBezTo>
                    <a:pt x="245680" y="1874803"/>
                    <a:pt x="208530" y="1883574"/>
                    <a:pt x="170864" y="1891830"/>
                  </a:cubicBezTo>
                  <a:cubicBezTo>
                    <a:pt x="165704" y="1892862"/>
                    <a:pt x="160544" y="1894410"/>
                    <a:pt x="155900" y="1895442"/>
                  </a:cubicBezTo>
                  <a:cubicBezTo>
                    <a:pt x="127521" y="1900602"/>
                    <a:pt x="113074" y="1893894"/>
                    <a:pt x="100175" y="1868095"/>
                  </a:cubicBezTo>
                  <a:cubicBezTo>
                    <a:pt x="95531" y="1858292"/>
                    <a:pt x="90887" y="1848488"/>
                    <a:pt x="87275" y="1838169"/>
                  </a:cubicBezTo>
                  <a:cubicBezTo>
                    <a:pt x="77988" y="1810822"/>
                    <a:pt x="83147" y="1795342"/>
                    <a:pt x="107915" y="1779863"/>
                  </a:cubicBezTo>
                  <a:cubicBezTo>
                    <a:pt x="143001" y="1757676"/>
                    <a:pt x="178603" y="1735489"/>
                    <a:pt x="213690" y="1713818"/>
                  </a:cubicBezTo>
                  <a:cubicBezTo>
                    <a:pt x="241552" y="1696275"/>
                    <a:pt x="245680" y="1686471"/>
                    <a:pt x="238972" y="1654481"/>
                  </a:cubicBezTo>
                  <a:cubicBezTo>
                    <a:pt x="234845" y="1636421"/>
                    <a:pt x="230201" y="1617846"/>
                    <a:pt x="222977" y="1600819"/>
                  </a:cubicBezTo>
                  <a:cubicBezTo>
                    <a:pt x="215753" y="1583792"/>
                    <a:pt x="203370" y="1575536"/>
                    <a:pt x="184279" y="1575020"/>
                  </a:cubicBezTo>
                  <a:cubicBezTo>
                    <a:pt x="142485" y="1574504"/>
                    <a:pt x="101207" y="1572956"/>
                    <a:pt x="59413" y="1571408"/>
                  </a:cubicBezTo>
                  <a:cubicBezTo>
                    <a:pt x="21746" y="1570376"/>
                    <a:pt x="10395" y="1560573"/>
                    <a:pt x="3687" y="1524454"/>
                  </a:cubicBezTo>
                  <a:cubicBezTo>
                    <a:pt x="3171" y="1520842"/>
                    <a:pt x="2139" y="1517231"/>
                    <a:pt x="1623" y="1513619"/>
                  </a:cubicBezTo>
                  <a:cubicBezTo>
                    <a:pt x="-4053" y="1467697"/>
                    <a:pt x="3687" y="1455829"/>
                    <a:pt x="48577" y="1442414"/>
                  </a:cubicBezTo>
                  <a:cubicBezTo>
                    <a:pt x="85727" y="1431062"/>
                    <a:pt x="122877" y="1418679"/>
                    <a:pt x="160544" y="1408359"/>
                  </a:cubicBezTo>
                  <a:cubicBezTo>
                    <a:pt x="181183" y="1402684"/>
                    <a:pt x="192018" y="1390816"/>
                    <a:pt x="194083" y="1370693"/>
                  </a:cubicBezTo>
                  <a:cubicBezTo>
                    <a:pt x="196147" y="1346958"/>
                    <a:pt x="197178" y="1322707"/>
                    <a:pt x="192534" y="1298972"/>
                  </a:cubicBezTo>
                  <a:cubicBezTo>
                    <a:pt x="189954" y="1283493"/>
                    <a:pt x="181183" y="1274205"/>
                    <a:pt x="166220" y="1269561"/>
                  </a:cubicBezTo>
                  <a:cubicBezTo>
                    <a:pt x="126490" y="1257694"/>
                    <a:pt x="86759" y="1245311"/>
                    <a:pt x="47029" y="1232927"/>
                  </a:cubicBezTo>
                  <a:cubicBezTo>
                    <a:pt x="3687" y="1219512"/>
                    <a:pt x="-957" y="1212288"/>
                    <a:pt x="1623" y="1166882"/>
                  </a:cubicBezTo>
                  <a:cubicBezTo>
                    <a:pt x="2139" y="1157594"/>
                    <a:pt x="4203" y="1148307"/>
                    <a:pt x="6267" y="1139535"/>
                  </a:cubicBezTo>
                  <a:cubicBezTo>
                    <a:pt x="12459" y="1116832"/>
                    <a:pt x="25358" y="1106513"/>
                    <a:pt x="49093" y="1105481"/>
                  </a:cubicBezTo>
                  <a:cubicBezTo>
                    <a:pt x="87791" y="1103933"/>
                    <a:pt x="125974" y="1102901"/>
                    <a:pt x="164672" y="1101869"/>
                  </a:cubicBezTo>
                  <a:cubicBezTo>
                    <a:pt x="170348" y="1101869"/>
                    <a:pt x="176023" y="1101353"/>
                    <a:pt x="181699" y="1101353"/>
                  </a:cubicBezTo>
                  <a:cubicBezTo>
                    <a:pt x="207498" y="1102385"/>
                    <a:pt x="220913" y="1087937"/>
                    <a:pt x="227621" y="1065234"/>
                  </a:cubicBezTo>
                  <a:cubicBezTo>
                    <a:pt x="232781" y="1048207"/>
                    <a:pt x="237425" y="1031180"/>
                    <a:pt x="241036" y="1014153"/>
                  </a:cubicBezTo>
                  <a:cubicBezTo>
                    <a:pt x="245680" y="990418"/>
                    <a:pt x="240005" y="979066"/>
                    <a:pt x="219366" y="965651"/>
                  </a:cubicBezTo>
                  <a:cubicBezTo>
                    <a:pt x="184279" y="943464"/>
                    <a:pt x="148676" y="921277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171731" y="385"/>
                    <a:pt x="1182083" y="-325"/>
                    <a:pt x="1190637" y="143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DC365E9-E4B1-47BB-B7A1-094C3A3004A0}"/>
              </a:ext>
            </a:extLst>
          </p:cNvPr>
          <p:cNvSpPr txBox="1"/>
          <p:nvPr/>
        </p:nvSpPr>
        <p:spPr>
          <a:xfrm>
            <a:off x="5710405" y="1297194"/>
            <a:ext cx="6043290" cy="5442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Cơ sở dữ liệu: AdventureWorks2012 (SQL Server)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Nhóm bảng chính: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Production: Sản phẩm, quy trình sản xuất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Sales: Đơn hàng, khách hàng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Warehouse: Quản lý tồn kho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HumanResources: Nhân viên, phòng ban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Mối quan hệ: 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One-to-Many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: Customer -&gt; </a:t>
            </a:r>
            <a:r>
              <a:rPr lang="en-US" altLang="ko-K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SalesOrderHeader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, Product -&gt; </a:t>
            </a:r>
            <a:r>
              <a:rPr lang="en-US" altLang="ko-K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SalesOrderDetail</a:t>
            </a: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 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Many-to-Many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: Employee -&gt; Department qua </a:t>
            </a:r>
            <a:r>
              <a:rPr lang="en-US" altLang="ko-KR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EmployeeDepartmentHistory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Ghi chú: AdventureWorks là cơ sở dữ liệu mẫu, mô phỏng hoạt động thực tế.</a:t>
            </a:r>
            <a:endParaRPr lang="en-US" altLang="ko-K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97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Các Báo </a:t>
            </a:r>
            <a:r>
              <a:rPr lang="en-US" dirty="0" err="1"/>
              <a:t>cáo</a:t>
            </a:r>
            <a:r>
              <a:rPr lang="en-US" dirty="0"/>
              <a:t> Kho </a:t>
            </a:r>
            <a:r>
              <a:rPr lang="en-US" dirty="0" err="1"/>
              <a:t>vận</a:t>
            </a:r>
            <a:endParaRPr 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7E0A2826-8662-4C5F-8ECD-9228A0FA4B39}"/>
              </a:ext>
            </a:extLst>
          </p:cNvPr>
          <p:cNvSpPr/>
          <p:nvPr/>
        </p:nvSpPr>
        <p:spPr>
          <a:xfrm flipH="1">
            <a:off x="8188403" y="1911491"/>
            <a:ext cx="3970151" cy="3970151"/>
          </a:xfrm>
          <a:prstGeom prst="arc">
            <a:avLst>
              <a:gd name="adj1" fmla="val 16200000"/>
              <a:gd name="adj2" fmla="val 5433205"/>
            </a:avLst>
          </a:prstGeom>
          <a:ln w="53975">
            <a:gradFill>
              <a:gsLst>
                <a:gs pos="820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2000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4C4E4351-3005-4AD4-AE0F-779F2DFF1E47}"/>
              </a:ext>
            </a:extLst>
          </p:cNvPr>
          <p:cNvSpPr/>
          <p:nvPr/>
        </p:nvSpPr>
        <p:spPr>
          <a:xfrm flipH="1">
            <a:off x="9224163" y="2491410"/>
            <a:ext cx="2680192" cy="2626584"/>
          </a:xfrm>
          <a:custGeom>
            <a:avLst/>
            <a:gdLst>
              <a:gd name="connsiteX0" fmla="*/ 462439 w 476250"/>
              <a:gd name="connsiteY0" fmla="*/ 160496 h 466725"/>
              <a:gd name="connsiteX1" fmla="*/ 469106 w 476250"/>
              <a:gd name="connsiteY1" fmla="*/ 153829 h 466725"/>
              <a:gd name="connsiteX2" fmla="*/ 469106 w 476250"/>
              <a:gd name="connsiteY2" fmla="*/ 149066 h 466725"/>
              <a:gd name="connsiteX3" fmla="*/ 462439 w 476250"/>
              <a:gd name="connsiteY3" fmla="*/ 142399 h 466725"/>
              <a:gd name="connsiteX4" fmla="*/ 415766 w 476250"/>
              <a:gd name="connsiteY4" fmla="*/ 142399 h 466725"/>
              <a:gd name="connsiteX5" fmla="*/ 415766 w 476250"/>
              <a:gd name="connsiteY5" fmla="*/ 93821 h 466725"/>
              <a:gd name="connsiteX6" fmla="*/ 391954 w 476250"/>
              <a:gd name="connsiteY6" fmla="*/ 70009 h 466725"/>
              <a:gd name="connsiteX7" fmla="*/ 333851 w 476250"/>
              <a:gd name="connsiteY7" fmla="*/ 70009 h 466725"/>
              <a:gd name="connsiteX8" fmla="*/ 333851 w 476250"/>
              <a:gd name="connsiteY8" fmla="*/ 13811 h 466725"/>
              <a:gd name="connsiteX9" fmla="*/ 327184 w 476250"/>
              <a:gd name="connsiteY9" fmla="*/ 7144 h 466725"/>
              <a:gd name="connsiteX10" fmla="*/ 322421 w 476250"/>
              <a:gd name="connsiteY10" fmla="*/ 7144 h 466725"/>
              <a:gd name="connsiteX11" fmla="*/ 315754 w 476250"/>
              <a:gd name="connsiteY11" fmla="*/ 13811 h 466725"/>
              <a:gd name="connsiteX12" fmla="*/ 315754 w 476250"/>
              <a:gd name="connsiteY12" fmla="*/ 70009 h 466725"/>
              <a:gd name="connsiteX13" fmla="*/ 290989 w 476250"/>
              <a:gd name="connsiteY13" fmla="*/ 70009 h 466725"/>
              <a:gd name="connsiteX14" fmla="*/ 290989 w 476250"/>
              <a:gd name="connsiteY14" fmla="*/ 13811 h 466725"/>
              <a:gd name="connsiteX15" fmla="*/ 283369 w 476250"/>
              <a:gd name="connsiteY15" fmla="*/ 7144 h 466725"/>
              <a:gd name="connsiteX16" fmla="*/ 278606 w 476250"/>
              <a:gd name="connsiteY16" fmla="*/ 7144 h 466725"/>
              <a:gd name="connsiteX17" fmla="*/ 271939 w 476250"/>
              <a:gd name="connsiteY17" fmla="*/ 13811 h 466725"/>
              <a:gd name="connsiteX18" fmla="*/ 271939 w 476250"/>
              <a:gd name="connsiteY18" fmla="*/ 70009 h 466725"/>
              <a:gd name="connsiteX19" fmla="*/ 247174 w 476250"/>
              <a:gd name="connsiteY19" fmla="*/ 70009 h 466725"/>
              <a:gd name="connsiteX20" fmla="*/ 247174 w 476250"/>
              <a:gd name="connsiteY20" fmla="*/ 13811 h 466725"/>
              <a:gd name="connsiteX21" fmla="*/ 240506 w 476250"/>
              <a:gd name="connsiteY21" fmla="*/ 7144 h 466725"/>
              <a:gd name="connsiteX22" fmla="*/ 235744 w 476250"/>
              <a:gd name="connsiteY22" fmla="*/ 7144 h 466725"/>
              <a:gd name="connsiteX23" fmla="*/ 229076 w 476250"/>
              <a:gd name="connsiteY23" fmla="*/ 13811 h 466725"/>
              <a:gd name="connsiteX24" fmla="*/ 229076 w 476250"/>
              <a:gd name="connsiteY24" fmla="*/ 70009 h 466725"/>
              <a:gd name="connsiteX25" fmla="*/ 204311 w 476250"/>
              <a:gd name="connsiteY25" fmla="*/ 70009 h 466725"/>
              <a:gd name="connsiteX26" fmla="*/ 204311 w 476250"/>
              <a:gd name="connsiteY26" fmla="*/ 13811 h 466725"/>
              <a:gd name="connsiteX27" fmla="*/ 197644 w 476250"/>
              <a:gd name="connsiteY27" fmla="*/ 7144 h 466725"/>
              <a:gd name="connsiteX28" fmla="*/ 192881 w 476250"/>
              <a:gd name="connsiteY28" fmla="*/ 7144 h 466725"/>
              <a:gd name="connsiteX29" fmla="*/ 186214 w 476250"/>
              <a:gd name="connsiteY29" fmla="*/ 13811 h 466725"/>
              <a:gd name="connsiteX30" fmla="*/ 186214 w 476250"/>
              <a:gd name="connsiteY30" fmla="*/ 70009 h 466725"/>
              <a:gd name="connsiteX31" fmla="*/ 161449 w 476250"/>
              <a:gd name="connsiteY31" fmla="*/ 70009 h 466725"/>
              <a:gd name="connsiteX32" fmla="*/ 161449 w 476250"/>
              <a:gd name="connsiteY32" fmla="*/ 13811 h 466725"/>
              <a:gd name="connsiteX33" fmla="*/ 154781 w 476250"/>
              <a:gd name="connsiteY33" fmla="*/ 7144 h 466725"/>
              <a:gd name="connsiteX34" fmla="*/ 150019 w 476250"/>
              <a:gd name="connsiteY34" fmla="*/ 7144 h 466725"/>
              <a:gd name="connsiteX35" fmla="*/ 143351 w 476250"/>
              <a:gd name="connsiteY35" fmla="*/ 13811 h 466725"/>
              <a:gd name="connsiteX36" fmla="*/ 143351 w 476250"/>
              <a:gd name="connsiteY36" fmla="*/ 70009 h 466725"/>
              <a:gd name="connsiteX37" fmla="*/ 88106 w 476250"/>
              <a:gd name="connsiteY37" fmla="*/ 70009 h 466725"/>
              <a:gd name="connsiteX38" fmla="*/ 64294 w 476250"/>
              <a:gd name="connsiteY38" fmla="*/ 93821 h 466725"/>
              <a:gd name="connsiteX39" fmla="*/ 64294 w 476250"/>
              <a:gd name="connsiteY39" fmla="*/ 142399 h 466725"/>
              <a:gd name="connsiteX40" fmla="*/ 13811 w 476250"/>
              <a:gd name="connsiteY40" fmla="*/ 142399 h 466725"/>
              <a:gd name="connsiteX41" fmla="*/ 7144 w 476250"/>
              <a:gd name="connsiteY41" fmla="*/ 149066 h 466725"/>
              <a:gd name="connsiteX42" fmla="*/ 7144 w 476250"/>
              <a:gd name="connsiteY42" fmla="*/ 153829 h 466725"/>
              <a:gd name="connsiteX43" fmla="*/ 13811 w 476250"/>
              <a:gd name="connsiteY43" fmla="*/ 160496 h 466725"/>
              <a:gd name="connsiteX44" fmla="*/ 64294 w 476250"/>
              <a:gd name="connsiteY44" fmla="*/ 160496 h 466725"/>
              <a:gd name="connsiteX45" fmla="*/ 64294 w 476250"/>
              <a:gd name="connsiteY45" fmla="*/ 185261 h 466725"/>
              <a:gd name="connsiteX46" fmla="*/ 13811 w 476250"/>
              <a:gd name="connsiteY46" fmla="*/ 185261 h 466725"/>
              <a:gd name="connsiteX47" fmla="*/ 7144 w 476250"/>
              <a:gd name="connsiteY47" fmla="*/ 191929 h 466725"/>
              <a:gd name="connsiteX48" fmla="*/ 7144 w 476250"/>
              <a:gd name="connsiteY48" fmla="*/ 196691 h 466725"/>
              <a:gd name="connsiteX49" fmla="*/ 13811 w 476250"/>
              <a:gd name="connsiteY49" fmla="*/ 203359 h 466725"/>
              <a:gd name="connsiteX50" fmla="*/ 64294 w 476250"/>
              <a:gd name="connsiteY50" fmla="*/ 203359 h 466725"/>
              <a:gd name="connsiteX51" fmla="*/ 64294 w 476250"/>
              <a:gd name="connsiteY51" fmla="*/ 228124 h 466725"/>
              <a:gd name="connsiteX52" fmla="*/ 13811 w 476250"/>
              <a:gd name="connsiteY52" fmla="*/ 228124 h 466725"/>
              <a:gd name="connsiteX53" fmla="*/ 7144 w 476250"/>
              <a:gd name="connsiteY53" fmla="*/ 235744 h 466725"/>
              <a:gd name="connsiteX54" fmla="*/ 7144 w 476250"/>
              <a:gd name="connsiteY54" fmla="*/ 240506 h 466725"/>
              <a:gd name="connsiteX55" fmla="*/ 13811 w 476250"/>
              <a:gd name="connsiteY55" fmla="*/ 247174 h 466725"/>
              <a:gd name="connsiteX56" fmla="*/ 64294 w 476250"/>
              <a:gd name="connsiteY56" fmla="*/ 247174 h 466725"/>
              <a:gd name="connsiteX57" fmla="*/ 64294 w 476250"/>
              <a:gd name="connsiteY57" fmla="*/ 271939 h 466725"/>
              <a:gd name="connsiteX58" fmla="*/ 13811 w 476250"/>
              <a:gd name="connsiteY58" fmla="*/ 271939 h 466725"/>
              <a:gd name="connsiteX59" fmla="*/ 7144 w 476250"/>
              <a:gd name="connsiteY59" fmla="*/ 278606 h 466725"/>
              <a:gd name="connsiteX60" fmla="*/ 7144 w 476250"/>
              <a:gd name="connsiteY60" fmla="*/ 283369 h 466725"/>
              <a:gd name="connsiteX61" fmla="*/ 13811 w 476250"/>
              <a:gd name="connsiteY61" fmla="*/ 290036 h 466725"/>
              <a:gd name="connsiteX62" fmla="*/ 64294 w 476250"/>
              <a:gd name="connsiteY62" fmla="*/ 290036 h 466725"/>
              <a:gd name="connsiteX63" fmla="*/ 64294 w 476250"/>
              <a:gd name="connsiteY63" fmla="*/ 314801 h 466725"/>
              <a:gd name="connsiteX64" fmla="*/ 13811 w 476250"/>
              <a:gd name="connsiteY64" fmla="*/ 314801 h 466725"/>
              <a:gd name="connsiteX65" fmla="*/ 7144 w 476250"/>
              <a:gd name="connsiteY65" fmla="*/ 321469 h 466725"/>
              <a:gd name="connsiteX66" fmla="*/ 7144 w 476250"/>
              <a:gd name="connsiteY66" fmla="*/ 326231 h 466725"/>
              <a:gd name="connsiteX67" fmla="*/ 13811 w 476250"/>
              <a:gd name="connsiteY67" fmla="*/ 332899 h 466725"/>
              <a:gd name="connsiteX68" fmla="*/ 64294 w 476250"/>
              <a:gd name="connsiteY68" fmla="*/ 332899 h 466725"/>
              <a:gd name="connsiteX69" fmla="*/ 64294 w 476250"/>
              <a:gd name="connsiteY69" fmla="*/ 380524 h 466725"/>
              <a:gd name="connsiteX70" fmla="*/ 88106 w 476250"/>
              <a:gd name="connsiteY70" fmla="*/ 404336 h 466725"/>
              <a:gd name="connsiteX71" fmla="*/ 142399 w 476250"/>
              <a:gd name="connsiteY71" fmla="*/ 404336 h 466725"/>
              <a:gd name="connsiteX72" fmla="*/ 142399 w 476250"/>
              <a:gd name="connsiteY72" fmla="*/ 461486 h 466725"/>
              <a:gd name="connsiteX73" fmla="*/ 149066 w 476250"/>
              <a:gd name="connsiteY73" fmla="*/ 468154 h 466725"/>
              <a:gd name="connsiteX74" fmla="*/ 153829 w 476250"/>
              <a:gd name="connsiteY74" fmla="*/ 468154 h 466725"/>
              <a:gd name="connsiteX75" fmla="*/ 160496 w 476250"/>
              <a:gd name="connsiteY75" fmla="*/ 461486 h 466725"/>
              <a:gd name="connsiteX76" fmla="*/ 160496 w 476250"/>
              <a:gd name="connsiteY76" fmla="*/ 404336 h 466725"/>
              <a:gd name="connsiteX77" fmla="*/ 185261 w 476250"/>
              <a:gd name="connsiteY77" fmla="*/ 404336 h 466725"/>
              <a:gd name="connsiteX78" fmla="*/ 185261 w 476250"/>
              <a:gd name="connsiteY78" fmla="*/ 461486 h 466725"/>
              <a:gd name="connsiteX79" fmla="*/ 191929 w 476250"/>
              <a:gd name="connsiteY79" fmla="*/ 468154 h 466725"/>
              <a:gd name="connsiteX80" fmla="*/ 196691 w 476250"/>
              <a:gd name="connsiteY80" fmla="*/ 468154 h 466725"/>
              <a:gd name="connsiteX81" fmla="*/ 203359 w 476250"/>
              <a:gd name="connsiteY81" fmla="*/ 461486 h 466725"/>
              <a:gd name="connsiteX82" fmla="*/ 203359 w 476250"/>
              <a:gd name="connsiteY82" fmla="*/ 404336 h 466725"/>
              <a:gd name="connsiteX83" fmla="*/ 228124 w 476250"/>
              <a:gd name="connsiteY83" fmla="*/ 404336 h 466725"/>
              <a:gd name="connsiteX84" fmla="*/ 228124 w 476250"/>
              <a:gd name="connsiteY84" fmla="*/ 461486 h 466725"/>
              <a:gd name="connsiteX85" fmla="*/ 234791 w 476250"/>
              <a:gd name="connsiteY85" fmla="*/ 468154 h 466725"/>
              <a:gd name="connsiteX86" fmla="*/ 239554 w 476250"/>
              <a:gd name="connsiteY86" fmla="*/ 468154 h 466725"/>
              <a:gd name="connsiteX87" fmla="*/ 246221 w 476250"/>
              <a:gd name="connsiteY87" fmla="*/ 461486 h 466725"/>
              <a:gd name="connsiteX88" fmla="*/ 246221 w 476250"/>
              <a:gd name="connsiteY88" fmla="*/ 404336 h 466725"/>
              <a:gd name="connsiteX89" fmla="*/ 270986 w 476250"/>
              <a:gd name="connsiteY89" fmla="*/ 404336 h 466725"/>
              <a:gd name="connsiteX90" fmla="*/ 270986 w 476250"/>
              <a:gd name="connsiteY90" fmla="*/ 461486 h 466725"/>
              <a:gd name="connsiteX91" fmla="*/ 277654 w 476250"/>
              <a:gd name="connsiteY91" fmla="*/ 468154 h 466725"/>
              <a:gd name="connsiteX92" fmla="*/ 283369 w 476250"/>
              <a:gd name="connsiteY92" fmla="*/ 468154 h 466725"/>
              <a:gd name="connsiteX93" fmla="*/ 290036 w 476250"/>
              <a:gd name="connsiteY93" fmla="*/ 461486 h 466725"/>
              <a:gd name="connsiteX94" fmla="*/ 290036 w 476250"/>
              <a:gd name="connsiteY94" fmla="*/ 404336 h 466725"/>
              <a:gd name="connsiteX95" fmla="*/ 314801 w 476250"/>
              <a:gd name="connsiteY95" fmla="*/ 404336 h 466725"/>
              <a:gd name="connsiteX96" fmla="*/ 314801 w 476250"/>
              <a:gd name="connsiteY96" fmla="*/ 461486 h 466725"/>
              <a:gd name="connsiteX97" fmla="*/ 321469 w 476250"/>
              <a:gd name="connsiteY97" fmla="*/ 468154 h 466725"/>
              <a:gd name="connsiteX98" fmla="*/ 326231 w 476250"/>
              <a:gd name="connsiteY98" fmla="*/ 468154 h 466725"/>
              <a:gd name="connsiteX99" fmla="*/ 332899 w 476250"/>
              <a:gd name="connsiteY99" fmla="*/ 461486 h 466725"/>
              <a:gd name="connsiteX100" fmla="*/ 332899 w 476250"/>
              <a:gd name="connsiteY100" fmla="*/ 404336 h 466725"/>
              <a:gd name="connsiteX101" fmla="*/ 391001 w 476250"/>
              <a:gd name="connsiteY101" fmla="*/ 404336 h 466725"/>
              <a:gd name="connsiteX102" fmla="*/ 414814 w 476250"/>
              <a:gd name="connsiteY102" fmla="*/ 380524 h 466725"/>
              <a:gd name="connsiteX103" fmla="*/ 414814 w 476250"/>
              <a:gd name="connsiteY103" fmla="*/ 332899 h 466725"/>
              <a:gd name="connsiteX104" fmla="*/ 461486 w 476250"/>
              <a:gd name="connsiteY104" fmla="*/ 332899 h 466725"/>
              <a:gd name="connsiteX105" fmla="*/ 468154 w 476250"/>
              <a:gd name="connsiteY105" fmla="*/ 326231 h 466725"/>
              <a:gd name="connsiteX106" fmla="*/ 468154 w 476250"/>
              <a:gd name="connsiteY106" fmla="*/ 321469 h 466725"/>
              <a:gd name="connsiteX107" fmla="*/ 461486 w 476250"/>
              <a:gd name="connsiteY107" fmla="*/ 314801 h 466725"/>
              <a:gd name="connsiteX108" fmla="*/ 414814 w 476250"/>
              <a:gd name="connsiteY108" fmla="*/ 314801 h 466725"/>
              <a:gd name="connsiteX109" fmla="*/ 414814 w 476250"/>
              <a:gd name="connsiteY109" fmla="*/ 290036 h 466725"/>
              <a:gd name="connsiteX110" fmla="*/ 461486 w 476250"/>
              <a:gd name="connsiteY110" fmla="*/ 290036 h 466725"/>
              <a:gd name="connsiteX111" fmla="*/ 468154 w 476250"/>
              <a:gd name="connsiteY111" fmla="*/ 283369 h 466725"/>
              <a:gd name="connsiteX112" fmla="*/ 468154 w 476250"/>
              <a:gd name="connsiteY112" fmla="*/ 278606 h 466725"/>
              <a:gd name="connsiteX113" fmla="*/ 461486 w 476250"/>
              <a:gd name="connsiteY113" fmla="*/ 271939 h 466725"/>
              <a:gd name="connsiteX114" fmla="*/ 414814 w 476250"/>
              <a:gd name="connsiteY114" fmla="*/ 271939 h 466725"/>
              <a:gd name="connsiteX115" fmla="*/ 414814 w 476250"/>
              <a:gd name="connsiteY115" fmla="*/ 247174 h 466725"/>
              <a:gd name="connsiteX116" fmla="*/ 461486 w 476250"/>
              <a:gd name="connsiteY116" fmla="*/ 247174 h 466725"/>
              <a:gd name="connsiteX117" fmla="*/ 468154 w 476250"/>
              <a:gd name="connsiteY117" fmla="*/ 240506 h 466725"/>
              <a:gd name="connsiteX118" fmla="*/ 468154 w 476250"/>
              <a:gd name="connsiteY118" fmla="*/ 235744 h 466725"/>
              <a:gd name="connsiteX119" fmla="*/ 461486 w 476250"/>
              <a:gd name="connsiteY119" fmla="*/ 229076 h 466725"/>
              <a:gd name="connsiteX120" fmla="*/ 414814 w 476250"/>
              <a:gd name="connsiteY120" fmla="*/ 229076 h 466725"/>
              <a:gd name="connsiteX121" fmla="*/ 414814 w 476250"/>
              <a:gd name="connsiteY121" fmla="*/ 204311 h 466725"/>
              <a:gd name="connsiteX122" fmla="*/ 461486 w 476250"/>
              <a:gd name="connsiteY122" fmla="*/ 204311 h 466725"/>
              <a:gd name="connsiteX123" fmla="*/ 468154 w 476250"/>
              <a:gd name="connsiteY123" fmla="*/ 197644 h 466725"/>
              <a:gd name="connsiteX124" fmla="*/ 468154 w 476250"/>
              <a:gd name="connsiteY124" fmla="*/ 192881 h 466725"/>
              <a:gd name="connsiteX125" fmla="*/ 461486 w 476250"/>
              <a:gd name="connsiteY125" fmla="*/ 186214 h 466725"/>
              <a:gd name="connsiteX126" fmla="*/ 414814 w 476250"/>
              <a:gd name="connsiteY126" fmla="*/ 186214 h 466725"/>
              <a:gd name="connsiteX127" fmla="*/ 414814 w 476250"/>
              <a:gd name="connsiteY127" fmla="*/ 161449 h 466725"/>
              <a:gd name="connsiteX128" fmla="*/ 462439 w 476250"/>
              <a:gd name="connsiteY128" fmla="*/ 161449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476250" h="466725">
                <a:moveTo>
                  <a:pt x="462439" y="160496"/>
                </a:moveTo>
                <a:cubicBezTo>
                  <a:pt x="466249" y="160496"/>
                  <a:pt x="469106" y="157639"/>
                  <a:pt x="469106" y="153829"/>
                </a:cubicBezTo>
                <a:lnTo>
                  <a:pt x="469106" y="149066"/>
                </a:lnTo>
                <a:cubicBezTo>
                  <a:pt x="469106" y="145256"/>
                  <a:pt x="466249" y="142399"/>
                  <a:pt x="462439" y="142399"/>
                </a:cubicBezTo>
                <a:lnTo>
                  <a:pt x="415766" y="142399"/>
                </a:lnTo>
                <a:lnTo>
                  <a:pt x="415766" y="93821"/>
                </a:lnTo>
                <a:cubicBezTo>
                  <a:pt x="415766" y="80486"/>
                  <a:pt x="405289" y="70009"/>
                  <a:pt x="391954" y="70009"/>
                </a:cubicBezTo>
                <a:lnTo>
                  <a:pt x="333851" y="70009"/>
                </a:lnTo>
                <a:lnTo>
                  <a:pt x="333851" y="13811"/>
                </a:lnTo>
                <a:cubicBezTo>
                  <a:pt x="333851" y="10001"/>
                  <a:pt x="330994" y="7144"/>
                  <a:pt x="327184" y="7144"/>
                </a:cubicBezTo>
                <a:lnTo>
                  <a:pt x="322421" y="7144"/>
                </a:lnTo>
                <a:cubicBezTo>
                  <a:pt x="318611" y="7144"/>
                  <a:pt x="315754" y="10001"/>
                  <a:pt x="315754" y="13811"/>
                </a:cubicBezTo>
                <a:lnTo>
                  <a:pt x="315754" y="70009"/>
                </a:lnTo>
                <a:lnTo>
                  <a:pt x="290989" y="70009"/>
                </a:lnTo>
                <a:lnTo>
                  <a:pt x="290989" y="13811"/>
                </a:lnTo>
                <a:cubicBezTo>
                  <a:pt x="290989" y="10001"/>
                  <a:pt x="287179" y="7144"/>
                  <a:pt x="283369" y="7144"/>
                </a:cubicBezTo>
                <a:lnTo>
                  <a:pt x="278606" y="7144"/>
                </a:lnTo>
                <a:cubicBezTo>
                  <a:pt x="274796" y="7144"/>
                  <a:pt x="271939" y="10001"/>
                  <a:pt x="271939" y="13811"/>
                </a:cubicBezTo>
                <a:lnTo>
                  <a:pt x="271939" y="70009"/>
                </a:lnTo>
                <a:lnTo>
                  <a:pt x="247174" y="70009"/>
                </a:lnTo>
                <a:lnTo>
                  <a:pt x="247174" y="13811"/>
                </a:lnTo>
                <a:cubicBezTo>
                  <a:pt x="247174" y="10001"/>
                  <a:pt x="244316" y="7144"/>
                  <a:pt x="240506" y="7144"/>
                </a:cubicBezTo>
                <a:lnTo>
                  <a:pt x="235744" y="7144"/>
                </a:lnTo>
                <a:cubicBezTo>
                  <a:pt x="231934" y="7144"/>
                  <a:pt x="229076" y="10001"/>
                  <a:pt x="229076" y="13811"/>
                </a:cubicBezTo>
                <a:lnTo>
                  <a:pt x="229076" y="70009"/>
                </a:lnTo>
                <a:lnTo>
                  <a:pt x="204311" y="70009"/>
                </a:lnTo>
                <a:lnTo>
                  <a:pt x="204311" y="13811"/>
                </a:lnTo>
                <a:cubicBezTo>
                  <a:pt x="204311" y="10001"/>
                  <a:pt x="201454" y="7144"/>
                  <a:pt x="197644" y="7144"/>
                </a:cubicBezTo>
                <a:lnTo>
                  <a:pt x="192881" y="7144"/>
                </a:lnTo>
                <a:cubicBezTo>
                  <a:pt x="189071" y="7144"/>
                  <a:pt x="186214" y="10001"/>
                  <a:pt x="186214" y="13811"/>
                </a:cubicBezTo>
                <a:lnTo>
                  <a:pt x="186214" y="70009"/>
                </a:lnTo>
                <a:lnTo>
                  <a:pt x="161449" y="70009"/>
                </a:lnTo>
                <a:lnTo>
                  <a:pt x="161449" y="13811"/>
                </a:lnTo>
                <a:cubicBezTo>
                  <a:pt x="161449" y="10001"/>
                  <a:pt x="158591" y="7144"/>
                  <a:pt x="154781" y="7144"/>
                </a:cubicBezTo>
                <a:lnTo>
                  <a:pt x="150019" y="7144"/>
                </a:lnTo>
                <a:cubicBezTo>
                  <a:pt x="146209" y="7144"/>
                  <a:pt x="143351" y="10001"/>
                  <a:pt x="143351" y="13811"/>
                </a:cubicBezTo>
                <a:lnTo>
                  <a:pt x="143351" y="70009"/>
                </a:lnTo>
                <a:lnTo>
                  <a:pt x="88106" y="70009"/>
                </a:lnTo>
                <a:cubicBezTo>
                  <a:pt x="74771" y="70009"/>
                  <a:pt x="64294" y="81439"/>
                  <a:pt x="64294" y="93821"/>
                </a:cubicBezTo>
                <a:lnTo>
                  <a:pt x="64294" y="142399"/>
                </a:lnTo>
                <a:lnTo>
                  <a:pt x="13811" y="142399"/>
                </a:lnTo>
                <a:cubicBezTo>
                  <a:pt x="10001" y="142399"/>
                  <a:pt x="7144" y="145256"/>
                  <a:pt x="7144" y="149066"/>
                </a:cubicBezTo>
                <a:lnTo>
                  <a:pt x="7144" y="153829"/>
                </a:lnTo>
                <a:cubicBezTo>
                  <a:pt x="7144" y="157639"/>
                  <a:pt x="10001" y="160496"/>
                  <a:pt x="13811" y="160496"/>
                </a:cubicBezTo>
                <a:lnTo>
                  <a:pt x="64294" y="160496"/>
                </a:lnTo>
                <a:lnTo>
                  <a:pt x="64294" y="185261"/>
                </a:lnTo>
                <a:lnTo>
                  <a:pt x="13811" y="185261"/>
                </a:lnTo>
                <a:cubicBezTo>
                  <a:pt x="10001" y="185261"/>
                  <a:pt x="7144" y="188119"/>
                  <a:pt x="7144" y="191929"/>
                </a:cubicBezTo>
                <a:lnTo>
                  <a:pt x="7144" y="196691"/>
                </a:lnTo>
                <a:cubicBezTo>
                  <a:pt x="7144" y="200501"/>
                  <a:pt x="10001" y="203359"/>
                  <a:pt x="13811" y="203359"/>
                </a:cubicBezTo>
                <a:lnTo>
                  <a:pt x="64294" y="203359"/>
                </a:lnTo>
                <a:lnTo>
                  <a:pt x="64294" y="228124"/>
                </a:lnTo>
                <a:lnTo>
                  <a:pt x="13811" y="228124"/>
                </a:lnTo>
                <a:cubicBezTo>
                  <a:pt x="10001" y="229076"/>
                  <a:pt x="7144" y="231934"/>
                  <a:pt x="7144" y="235744"/>
                </a:cubicBezTo>
                <a:lnTo>
                  <a:pt x="7144" y="240506"/>
                </a:lnTo>
                <a:cubicBezTo>
                  <a:pt x="7144" y="244316"/>
                  <a:pt x="10001" y="247174"/>
                  <a:pt x="13811" y="247174"/>
                </a:cubicBezTo>
                <a:lnTo>
                  <a:pt x="64294" y="247174"/>
                </a:lnTo>
                <a:lnTo>
                  <a:pt x="64294" y="271939"/>
                </a:lnTo>
                <a:lnTo>
                  <a:pt x="13811" y="271939"/>
                </a:lnTo>
                <a:cubicBezTo>
                  <a:pt x="10001" y="271939"/>
                  <a:pt x="7144" y="274796"/>
                  <a:pt x="7144" y="278606"/>
                </a:cubicBezTo>
                <a:lnTo>
                  <a:pt x="7144" y="283369"/>
                </a:lnTo>
                <a:cubicBezTo>
                  <a:pt x="7144" y="287179"/>
                  <a:pt x="10001" y="290036"/>
                  <a:pt x="13811" y="290036"/>
                </a:cubicBezTo>
                <a:lnTo>
                  <a:pt x="64294" y="290036"/>
                </a:lnTo>
                <a:lnTo>
                  <a:pt x="64294" y="314801"/>
                </a:lnTo>
                <a:lnTo>
                  <a:pt x="13811" y="314801"/>
                </a:lnTo>
                <a:cubicBezTo>
                  <a:pt x="10001" y="314801"/>
                  <a:pt x="7144" y="317659"/>
                  <a:pt x="7144" y="321469"/>
                </a:cubicBezTo>
                <a:lnTo>
                  <a:pt x="7144" y="326231"/>
                </a:lnTo>
                <a:cubicBezTo>
                  <a:pt x="7144" y="330041"/>
                  <a:pt x="10001" y="332899"/>
                  <a:pt x="13811" y="332899"/>
                </a:cubicBezTo>
                <a:lnTo>
                  <a:pt x="64294" y="332899"/>
                </a:lnTo>
                <a:lnTo>
                  <a:pt x="64294" y="380524"/>
                </a:lnTo>
                <a:cubicBezTo>
                  <a:pt x="64294" y="393859"/>
                  <a:pt x="74771" y="404336"/>
                  <a:pt x="88106" y="404336"/>
                </a:cubicBezTo>
                <a:lnTo>
                  <a:pt x="142399" y="404336"/>
                </a:lnTo>
                <a:lnTo>
                  <a:pt x="142399" y="461486"/>
                </a:lnTo>
                <a:cubicBezTo>
                  <a:pt x="142399" y="465296"/>
                  <a:pt x="145256" y="468154"/>
                  <a:pt x="149066" y="468154"/>
                </a:cubicBezTo>
                <a:lnTo>
                  <a:pt x="153829" y="468154"/>
                </a:lnTo>
                <a:cubicBezTo>
                  <a:pt x="157639" y="468154"/>
                  <a:pt x="160496" y="465296"/>
                  <a:pt x="160496" y="461486"/>
                </a:cubicBezTo>
                <a:lnTo>
                  <a:pt x="160496" y="404336"/>
                </a:lnTo>
                <a:lnTo>
                  <a:pt x="185261" y="404336"/>
                </a:lnTo>
                <a:lnTo>
                  <a:pt x="185261" y="461486"/>
                </a:lnTo>
                <a:cubicBezTo>
                  <a:pt x="185261" y="465296"/>
                  <a:pt x="188119" y="468154"/>
                  <a:pt x="191929" y="468154"/>
                </a:cubicBezTo>
                <a:lnTo>
                  <a:pt x="196691" y="468154"/>
                </a:lnTo>
                <a:cubicBezTo>
                  <a:pt x="200501" y="468154"/>
                  <a:pt x="203359" y="465296"/>
                  <a:pt x="203359" y="461486"/>
                </a:cubicBezTo>
                <a:lnTo>
                  <a:pt x="203359" y="404336"/>
                </a:lnTo>
                <a:lnTo>
                  <a:pt x="228124" y="404336"/>
                </a:lnTo>
                <a:lnTo>
                  <a:pt x="228124" y="461486"/>
                </a:lnTo>
                <a:cubicBezTo>
                  <a:pt x="228124" y="465296"/>
                  <a:pt x="230981" y="468154"/>
                  <a:pt x="234791" y="468154"/>
                </a:cubicBezTo>
                <a:lnTo>
                  <a:pt x="239554" y="468154"/>
                </a:lnTo>
                <a:cubicBezTo>
                  <a:pt x="243364" y="468154"/>
                  <a:pt x="246221" y="465296"/>
                  <a:pt x="246221" y="461486"/>
                </a:cubicBezTo>
                <a:lnTo>
                  <a:pt x="246221" y="404336"/>
                </a:lnTo>
                <a:lnTo>
                  <a:pt x="270986" y="404336"/>
                </a:lnTo>
                <a:lnTo>
                  <a:pt x="270986" y="461486"/>
                </a:lnTo>
                <a:cubicBezTo>
                  <a:pt x="270986" y="465296"/>
                  <a:pt x="273844" y="468154"/>
                  <a:pt x="277654" y="468154"/>
                </a:cubicBezTo>
                <a:lnTo>
                  <a:pt x="283369" y="468154"/>
                </a:lnTo>
                <a:cubicBezTo>
                  <a:pt x="287179" y="468154"/>
                  <a:pt x="290036" y="465296"/>
                  <a:pt x="290036" y="461486"/>
                </a:cubicBezTo>
                <a:lnTo>
                  <a:pt x="290036" y="404336"/>
                </a:lnTo>
                <a:lnTo>
                  <a:pt x="314801" y="404336"/>
                </a:lnTo>
                <a:lnTo>
                  <a:pt x="314801" y="461486"/>
                </a:lnTo>
                <a:cubicBezTo>
                  <a:pt x="314801" y="465296"/>
                  <a:pt x="317659" y="468154"/>
                  <a:pt x="321469" y="468154"/>
                </a:cubicBezTo>
                <a:lnTo>
                  <a:pt x="326231" y="468154"/>
                </a:lnTo>
                <a:cubicBezTo>
                  <a:pt x="330041" y="468154"/>
                  <a:pt x="332899" y="465296"/>
                  <a:pt x="332899" y="461486"/>
                </a:cubicBezTo>
                <a:lnTo>
                  <a:pt x="332899" y="404336"/>
                </a:lnTo>
                <a:lnTo>
                  <a:pt x="391001" y="404336"/>
                </a:lnTo>
                <a:cubicBezTo>
                  <a:pt x="404336" y="404336"/>
                  <a:pt x="414814" y="393859"/>
                  <a:pt x="414814" y="380524"/>
                </a:cubicBezTo>
                <a:lnTo>
                  <a:pt x="414814" y="332899"/>
                </a:lnTo>
                <a:lnTo>
                  <a:pt x="461486" y="332899"/>
                </a:lnTo>
                <a:cubicBezTo>
                  <a:pt x="465296" y="332899"/>
                  <a:pt x="468154" y="330041"/>
                  <a:pt x="468154" y="326231"/>
                </a:cubicBezTo>
                <a:lnTo>
                  <a:pt x="468154" y="321469"/>
                </a:lnTo>
                <a:cubicBezTo>
                  <a:pt x="468154" y="317659"/>
                  <a:pt x="465296" y="314801"/>
                  <a:pt x="461486" y="314801"/>
                </a:cubicBezTo>
                <a:lnTo>
                  <a:pt x="414814" y="314801"/>
                </a:lnTo>
                <a:lnTo>
                  <a:pt x="414814" y="290036"/>
                </a:lnTo>
                <a:lnTo>
                  <a:pt x="461486" y="290036"/>
                </a:lnTo>
                <a:cubicBezTo>
                  <a:pt x="465296" y="290036"/>
                  <a:pt x="468154" y="287179"/>
                  <a:pt x="468154" y="283369"/>
                </a:cubicBezTo>
                <a:lnTo>
                  <a:pt x="468154" y="278606"/>
                </a:lnTo>
                <a:cubicBezTo>
                  <a:pt x="468154" y="274796"/>
                  <a:pt x="465296" y="271939"/>
                  <a:pt x="461486" y="271939"/>
                </a:cubicBezTo>
                <a:lnTo>
                  <a:pt x="414814" y="271939"/>
                </a:lnTo>
                <a:lnTo>
                  <a:pt x="414814" y="247174"/>
                </a:lnTo>
                <a:lnTo>
                  <a:pt x="461486" y="247174"/>
                </a:lnTo>
                <a:cubicBezTo>
                  <a:pt x="465296" y="247174"/>
                  <a:pt x="468154" y="244316"/>
                  <a:pt x="468154" y="240506"/>
                </a:cubicBezTo>
                <a:lnTo>
                  <a:pt x="468154" y="235744"/>
                </a:lnTo>
                <a:cubicBezTo>
                  <a:pt x="468154" y="231934"/>
                  <a:pt x="465296" y="229076"/>
                  <a:pt x="461486" y="229076"/>
                </a:cubicBezTo>
                <a:lnTo>
                  <a:pt x="414814" y="229076"/>
                </a:lnTo>
                <a:lnTo>
                  <a:pt x="414814" y="204311"/>
                </a:lnTo>
                <a:lnTo>
                  <a:pt x="461486" y="204311"/>
                </a:lnTo>
                <a:cubicBezTo>
                  <a:pt x="465296" y="204311"/>
                  <a:pt x="468154" y="201454"/>
                  <a:pt x="468154" y="197644"/>
                </a:cubicBezTo>
                <a:lnTo>
                  <a:pt x="468154" y="192881"/>
                </a:lnTo>
                <a:cubicBezTo>
                  <a:pt x="468154" y="189071"/>
                  <a:pt x="465296" y="186214"/>
                  <a:pt x="461486" y="186214"/>
                </a:cubicBezTo>
                <a:lnTo>
                  <a:pt x="414814" y="186214"/>
                </a:lnTo>
                <a:lnTo>
                  <a:pt x="414814" y="161449"/>
                </a:lnTo>
                <a:lnTo>
                  <a:pt x="462439" y="16144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1">
              <a:lnSpc>
                <a:spcPct val="200000"/>
              </a:lnSpc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150010-A241-40AE-B693-6CCF2FC60A07}"/>
              </a:ext>
            </a:extLst>
          </p:cNvPr>
          <p:cNvSpPr/>
          <p:nvPr/>
        </p:nvSpPr>
        <p:spPr>
          <a:xfrm flipH="1">
            <a:off x="9328066" y="1968456"/>
            <a:ext cx="216118" cy="21611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7161C5-F4E8-4DC9-8CE1-BC5029AB46B7}"/>
              </a:ext>
            </a:extLst>
          </p:cNvPr>
          <p:cNvSpPr/>
          <p:nvPr/>
        </p:nvSpPr>
        <p:spPr>
          <a:xfrm flipH="1">
            <a:off x="7067571" y="1825365"/>
            <a:ext cx="549613" cy="54961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5B7BB3-476B-4EFA-8B0B-AB3B5B24BC30}"/>
              </a:ext>
            </a:extLst>
          </p:cNvPr>
          <p:cNvSpPr txBox="1"/>
          <p:nvPr/>
        </p:nvSpPr>
        <p:spPr>
          <a:xfrm flipH="1">
            <a:off x="4583426" y="1929432"/>
            <a:ext cx="4616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Tồn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kho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theo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sản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phẩm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nhóm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779195-C1F9-46F6-BBB0-AC6619C7A224}"/>
              </a:ext>
            </a:extLst>
          </p:cNvPr>
          <p:cNvSpPr/>
          <p:nvPr/>
        </p:nvSpPr>
        <p:spPr>
          <a:xfrm flipH="1">
            <a:off x="6121944" y="3661611"/>
            <a:ext cx="549613" cy="5496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6F4CD0-08EC-4375-826C-A9E7EA1B4C50}"/>
              </a:ext>
            </a:extLst>
          </p:cNvPr>
          <p:cNvSpPr/>
          <p:nvPr/>
        </p:nvSpPr>
        <p:spPr>
          <a:xfrm flipH="1">
            <a:off x="7191398" y="5497857"/>
            <a:ext cx="549613" cy="5496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D80F9A0-6C85-4B37-922B-5F9E59754C20}"/>
              </a:ext>
            </a:extLst>
          </p:cNvPr>
          <p:cNvSpPr/>
          <p:nvPr/>
        </p:nvSpPr>
        <p:spPr>
          <a:xfrm flipH="1">
            <a:off x="6371876" y="2743488"/>
            <a:ext cx="549613" cy="5496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C9C49C-244A-4B48-BB07-7FB35C787A7B}"/>
              </a:ext>
            </a:extLst>
          </p:cNvPr>
          <p:cNvSpPr/>
          <p:nvPr/>
        </p:nvSpPr>
        <p:spPr>
          <a:xfrm flipH="1">
            <a:off x="6347493" y="4579734"/>
            <a:ext cx="549613" cy="54961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08EB5F7-2BF1-425F-9FE0-4DB072808ACC}"/>
              </a:ext>
            </a:extLst>
          </p:cNvPr>
          <p:cNvSpPr/>
          <p:nvPr/>
        </p:nvSpPr>
        <p:spPr>
          <a:xfrm flipH="1">
            <a:off x="8299010" y="2886580"/>
            <a:ext cx="216118" cy="21611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3A8781-0799-4F9D-B3FB-EF3D78C56C97}"/>
              </a:ext>
            </a:extLst>
          </p:cNvPr>
          <p:cNvSpPr/>
          <p:nvPr/>
        </p:nvSpPr>
        <p:spPr>
          <a:xfrm flipH="1">
            <a:off x="8066134" y="3804702"/>
            <a:ext cx="216118" cy="2161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67BBC88-3979-4C87-AD97-EFBA350194D3}"/>
              </a:ext>
            </a:extLst>
          </p:cNvPr>
          <p:cNvSpPr/>
          <p:nvPr/>
        </p:nvSpPr>
        <p:spPr>
          <a:xfrm flipH="1">
            <a:off x="8319462" y="4722826"/>
            <a:ext cx="216118" cy="2161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331C00F-62C0-4B7A-B4A2-51E59FC7DBFF}"/>
              </a:ext>
            </a:extLst>
          </p:cNvPr>
          <p:cNvSpPr/>
          <p:nvPr/>
        </p:nvSpPr>
        <p:spPr>
          <a:xfrm flipH="1">
            <a:off x="9328066" y="5640948"/>
            <a:ext cx="216118" cy="21611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1074C65-F3DF-4063-B704-263954B9D92F}"/>
              </a:ext>
            </a:extLst>
          </p:cNvPr>
          <p:cNvCxnSpPr>
            <a:cxnSpLocks/>
          </p:cNvCxnSpPr>
          <p:nvPr/>
        </p:nvCxnSpPr>
        <p:spPr>
          <a:xfrm flipH="1">
            <a:off x="7932202" y="2076563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120593-EBA9-4085-A4BE-56CE63874ED2}"/>
              </a:ext>
            </a:extLst>
          </p:cNvPr>
          <p:cNvCxnSpPr>
            <a:cxnSpLocks/>
          </p:cNvCxnSpPr>
          <p:nvPr/>
        </p:nvCxnSpPr>
        <p:spPr>
          <a:xfrm flipH="1">
            <a:off x="7069826" y="2994686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B14C15C-FE65-4F93-B089-3D1FAD5374D8}"/>
              </a:ext>
            </a:extLst>
          </p:cNvPr>
          <p:cNvCxnSpPr>
            <a:cxnSpLocks/>
          </p:cNvCxnSpPr>
          <p:nvPr/>
        </p:nvCxnSpPr>
        <p:spPr>
          <a:xfrm flipH="1">
            <a:off x="6828422" y="3912809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1F5839-AE34-4983-95D5-6D9987EDC886}"/>
              </a:ext>
            </a:extLst>
          </p:cNvPr>
          <p:cNvCxnSpPr>
            <a:cxnSpLocks/>
          </p:cNvCxnSpPr>
          <p:nvPr/>
        </p:nvCxnSpPr>
        <p:spPr>
          <a:xfrm flipH="1">
            <a:off x="7067860" y="4830932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0D08D4-C9F6-43C9-A062-3C4424A925CA}"/>
              </a:ext>
            </a:extLst>
          </p:cNvPr>
          <p:cNvCxnSpPr>
            <a:cxnSpLocks/>
          </p:cNvCxnSpPr>
          <p:nvPr/>
        </p:nvCxnSpPr>
        <p:spPr>
          <a:xfrm flipH="1">
            <a:off x="7994116" y="5749055"/>
            <a:ext cx="1080470" cy="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arallelogram 30">
            <a:extLst>
              <a:ext uri="{FF2B5EF4-FFF2-40B4-BE49-F238E27FC236}">
                <a16:creationId xmlns:a16="http://schemas.microsoft.com/office/drawing/2014/main" id="{CD034086-CB97-4A4D-919F-480F7EB8564D}"/>
              </a:ext>
            </a:extLst>
          </p:cNvPr>
          <p:cNvSpPr/>
          <p:nvPr/>
        </p:nvSpPr>
        <p:spPr>
          <a:xfrm>
            <a:off x="7306814" y="5628122"/>
            <a:ext cx="292786" cy="29351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6616C10E-D7D3-43EE-8D66-C0012CB4F4DE}"/>
              </a:ext>
            </a:extLst>
          </p:cNvPr>
          <p:cNvSpPr/>
          <p:nvPr/>
        </p:nvSpPr>
        <p:spPr>
          <a:xfrm flipH="1">
            <a:off x="7167760" y="1948963"/>
            <a:ext cx="355852" cy="287199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Oval 7">
            <a:extLst>
              <a:ext uri="{FF2B5EF4-FFF2-40B4-BE49-F238E27FC236}">
                <a16:creationId xmlns:a16="http://schemas.microsoft.com/office/drawing/2014/main" id="{6BC3204C-05F3-48B3-A693-02079ED89583}"/>
              </a:ext>
            </a:extLst>
          </p:cNvPr>
          <p:cNvSpPr/>
          <p:nvPr/>
        </p:nvSpPr>
        <p:spPr>
          <a:xfrm flipH="1">
            <a:off x="6485947" y="2864586"/>
            <a:ext cx="300772" cy="30077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Rounded Rectangle 25">
            <a:extLst>
              <a:ext uri="{FF2B5EF4-FFF2-40B4-BE49-F238E27FC236}">
                <a16:creationId xmlns:a16="http://schemas.microsoft.com/office/drawing/2014/main" id="{D3C53ADE-C1D2-4D23-B4D1-2347C61E8EE8}"/>
              </a:ext>
            </a:extLst>
          </p:cNvPr>
          <p:cNvSpPr/>
          <p:nvPr/>
        </p:nvSpPr>
        <p:spPr>
          <a:xfrm flipH="1">
            <a:off x="6458350" y="4719675"/>
            <a:ext cx="343140" cy="251467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Block Arc 25">
            <a:extLst>
              <a:ext uri="{FF2B5EF4-FFF2-40B4-BE49-F238E27FC236}">
                <a16:creationId xmlns:a16="http://schemas.microsoft.com/office/drawing/2014/main" id="{E6F50AF1-DAB1-4DF1-859C-EE3DE78CDEE2}"/>
              </a:ext>
            </a:extLst>
          </p:cNvPr>
          <p:cNvSpPr>
            <a:spLocks noChangeAspect="1"/>
          </p:cNvSpPr>
          <p:nvPr/>
        </p:nvSpPr>
        <p:spPr>
          <a:xfrm flipH="1">
            <a:off x="6271521" y="3756344"/>
            <a:ext cx="236253" cy="341315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A848A4-F205-E2D0-4B24-29A229459F65}"/>
              </a:ext>
            </a:extLst>
          </p:cNvPr>
          <p:cNvSpPr txBox="1"/>
          <p:nvPr/>
        </p:nvSpPr>
        <p:spPr>
          <a:xfrm>
            <a:off x="9692271" y="3369632"/>
            <a:ext cx="17439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dirty="0"/>
              <a:t>Danh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r>
              <a:rPr lang="en-US" sz="2400" dirty="0"/>
              <a:t>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B4D93F-3878-8B09-4377-77960D59D7DB}"/>
              </a:ext>
            </a:extLst>
          </p:cNvPr>
          <p:cNvSpPr txBox="1"/>
          <p:nvPr/>
        </p:nvSpPr>
        <p:spPr>
          <a:xfrm flipH="1">
            <a:off x="3810071" y="5718565"/>
            <a:ext cx="4616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Cảnh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báo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tồn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kho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thấp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(&lt;10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sản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phẩm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5F81EE-1CB6-6D14-5D48-5397819FB5D4}"/>
              </a:ext>
            </a:extLst>
          </p:cNvPr>
          <p:cNvSpPr txBox="1"/>
          <p:nvPr/>
        </p:nvSpPr>
        <p:spPr>
          <a:xfrm flipH="1">
            <a:off x="3977519" y="2873679"/>
            <a:ext cx="4616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Số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ngày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tồn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kho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bình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quân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F3F495-DE2D-B072-E160-DF80A2A85B3F}"/>
              </a:ext>
            </a:extLst>
          </p:cNvPr>
          <p:cNvSpPr txBox="1"/>
          <p:nvPr/>
        </p:nvSpPr>
        <p:spPr>
          <a:xfrm flipH="1">
            <a:off x="3837557" y="3791800"/>
            <a:ext cx="4616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Vòng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quay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hàng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tồn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kho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A6FD5D-4393-B67E-24AD-C5C022F4A961}"/>
              </a:ext>
            </a:extLst>
          </p:cNvPr>
          <p:cNvSpPr txBox="1"/>
          <p:nvPr/>
        </p:nvSpPr>
        <p:spPr>
          <a:xfrm flipH="1">
            <a:off x="3426266" y="4741550"/>
            <a:ext cx="4616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Sản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phẩm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tồn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kho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lâu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(&gt;100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ngày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그룹 39">
            <a:extLst>
              <a:ext uri="{FF2B5EF4-FFF2-40B4-BE49-F238E27FC236}">
                <a16:creationId xmlns:a16="http://schemas.microsoft.com/office/drawing/2014/main" id="{0D42AFA2-73E2-C900-4447-58CE50CC84EE}"/>
              </a:ext>
            </a:extLst>
          </p:cNvPr>
          <p:cNvGrpSpPr/>
          <p:nvPr/>
        </p:nvGrpSpPr>
        <p:grpSpPr>
          <a:xfrm>
            <a:off x="279248" y="2192993"/>
            <a:ext cx="2709012" cy="2937236"/>
            <a:chOff x="6975883" y="3736778"/>
            <a:chExt cx="4594794" cy="293723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40619DA-3840-8524-54AA-CFE520C82DCB}"/>
                </a:ext>
              </a:extLst>
            </p:cNvPr>
            <p:cNvSpPr txBox="1"/>
            <p:nvPr/>
          </p:nvSpPr>
          <p:spPr>
            <a:xfrm>
              <a:off x="6975883" y="4119469"/>
              <a:ext cx="4594794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>
                <a:buFont typeface="Arial" panose="020B0604020202020204" pitchFamily="34" charset="0"/>
                <a:buChar char="•"/>
              </a:pPr>
              <a:r>
                <a:rPr lang="vi-VN" sz="2000" b="1" dirty="0"/>
                <a:t>Mục tiêu</a:t>
              </a:r>
              <a:r>
                <a:rPr lang="vi-VN" sz="2000" dirty="0"/>
                <a:t>: Theo dõi và tối ưu hóa tồn kho</a:t>
              </a:r>
            </a:p>
            <a:p>
              <a:pPr rtl="0">
                <a:buFont typeface="Arial" panose="020B0604020202020204" pitchFamily="34" charset="0"/>
                <a:buChar char="•"/>
              </a:pPr>
              <a:r>
                <a:rPr lang="vi-VN" sz="2000" b="1" dirty="0"/>
                <a:t>Hình ảnh</a:t>
              </a:r>
              <a:r>
                <a:rPr lang="vi-VN" sz="2000" dirty="0"/>
                <a:t>: Biểu đồ cột hoặc bảng mẫu</a:t>
              </a:r>
            </a:p>
            <a:p>
              <a:pPr rtl="0">
                <a:buFont typeface="Arial" panose="020B0604020202020204" pitchFamily="34" charset="0"/>
                <a:buChar char="•"/>
              </a:pPr>
              <a:r>
                <a:rPr lang="vi-VN" sz="2000" b="1" dirty="0"/>
                <a:t>Ghi chú</a:t>
              </a:r>
              <a:r>
                <a:rPr lang="vi-VN" sz="2000" dirty="0"/>
                <a:t>: Mô tả ngắn gọn mục tiêu của từng báo cáo.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00BF5C5-495F-7D0E-D377-B448686853F9}"/>
                </a:ext>
              </a:extLst>
            </p:cNvPr>
            <p:cNvSpPr txBox="1"/>
            <p:nvPr/>
          </p:nvSpPr>
          <p:spPr>
            <a:xfrm>
              <a:off x="6975883" y="3736778"/>
              <a:ext cx="45947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2"/>
                  </a:solidFill>
                  <a:cs typeface="Arial" pitchFamily="34" charset="0"/>
                </a:rPr>
                <a:t>Note:</a:t>
              </a:r>
              <a:endParaRPr lang="ko-KR" altLang="en-US" sz="2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80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F90164C-F75A-473C-8BE3-40E686B0454A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780744" y="3701568"/>
            <a:ext cx="1315257" cy="1441004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1A6BFE4-00CC-4C4E-A882-4A010CA49CEF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164882" y="3676410"/>
            <a:ext cx="2956098" cy="1397004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8A49E5-4C35-46C7-9FCD-2E6169D24FC9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6096004" y="3676410"/>
            <a:ext cx="1300602" cy="1466162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FAF20A-17C8-4A03-A2AF-E2B4BB5B0020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7036780" y="3676410"/>
            <a:ext cx="2975689" cy="1397004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6C48238-CAA4-4DC9-B41D-67DAC049DB60}"/>
              </a:ext>
            </a:extLst>
          </p:cNvPr>
          <p:cNvSpPr/>
          <p:nvPr/>
        </p:nvSpPr>
        <p:spPr>
          <a:xfrm>
            <a:off x="5183610" y="4209724"/>
            <a:ext cx="1809042" cy="1809042"/>
          </a:xfrm>
          <a:prstGeom prst="ellipse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rgbClr val="FAB117"/>
              </a:solidFill>
              <a:cs typeface="Arial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5DAF22-1C44-40A8-8C51-DE3CB1237AB5}"/>
              </a:ext>
            </a:extLst>
          </p:cNvPr>
          <p:cNvGrpSpPr/>
          <p:nvPr/>
        </p:nvGrpSpPr>
        <p:grpSpPr>
          <a:xfrm>
            <a:off x="5432818" y="4865898"/>
            <a:ext cx="1326370" cy="765680"/>
            <a:chOff x="4601867" y="2220900"/>
            <a:chExt cx="2232247" cy="765680"/>
          </a:xfrm>
        </p:grpSpPr>
        <p:sp>
          <p:nvSpPr>
            <p:cNvPr id="15" name="Text Placeholder 12">
              <a:extLst>
                <a:ext uri="{FF2B5EF4-FFF2-40B4-BE49-F238E27FC236}">
                  <a16:creationId xmlns:a16="http://schemas.microsoft.com/office/drawing/2014/main" id="{23019457-4D51-4348-8AC7-B4C093AEEBE5}"/>
                </a:ext>
              </a:extLst>
            </p:cNvPr>
            <p:cNvSpPr txBox="1">
              <a:spLocks/>
            </p:cNvSpPr>
            <p:nvPr/>
          </p:nvSpPr>
          <p:spPr>
            <a:xfrm>
              <a:off x="4615812" y="2220900"/>
              <a:ext cx="2218302" cy="7656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 Placeholder 13">
              <a:extLst>
                <a:ext uri="{FF2B5EF4-FFF2-40B4-BE49-F238E27FC236}">
                  <a16:creationId xmlns:a16="http://schemas.microsoft.com/office/drawing/2014/main" id="{25588155-DB04-4CF5-A2A3-EBEC0AAB42EE}"/>
                </a:ext>
              </a:extLst>
            </p:cNvPr>
            <p:cNvSpPr txBox="1">
              <a:spLocks/>
            </p:cNvSpPr>
            <p:nvPr/>
          </p:nvSpPr>
          <p:spPr>
            <a:xfrm>
              <a:off x="4601867" y="2344911"/>
              <a:ext cx="2232247" cy="305326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cs typeface="Arial" pitchFamily="34" charset="0"/>
                </a:rPr>
                <a:t>Báo </a:t>
              </a:r>
              <a:r>
                <a:rPr lang="en-US" sz="1400" b="1" dirty="0" err="1">
                  <a:solidFill>
                    <a:schemeClr val="bg1"/>
                  </a:solidFill>
                  <a:cs typeface="Arial" pitchFamily="34" charset="0"/>
                </a:rPr>
                <a:t>cáo</a:t>
              </a:r>
              <a:endParaRPr 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2B32D0E-8907-4414-B311-060BD75AC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48850"/>
              </p:ext>
            </p:extLst>
          </p:nvPr>
        </p:nvGraphicFramePr>
        <p:xfrm>
          <a:off x="940780" y="1846404"/>
          <a:ext cx="2448205" cy="1830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Thống kê số lượng tồn kho hiện tại theo sản phẩm, nhóm sản phẩm và kho.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Tồn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kho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theo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Sản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phẩm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CB2DD5A-67FD-4480-AC12-0E9E36805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605285"/>
              </p:ext>
            </p:extLst>
          </p:nvPr>
        </p:nvGraphicFramePr>
        <p:xfrm>
          <a:off x="3556642" y="1846404"/>
          <a:ext cx="2448205" cy="1855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ko-KR" sz="1200" strike="noStrike" dirty="0">
                          <a:solidFill>
                            <a:schemeClr val="bg1"/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Liệt kê các sản phẩm còn hàng trong kho nhưng đã nằm quá lâu → cần xả hàng, giảm giá hoặc điều chuyển.</a:t>
                      </a:r>
                      <a:endParaRPr lang="en-US" altLang="ko-KR" sz="1200" b="0" strike="no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Tồn</a:t>
                      </a:r>
                      <a:r>
                        <a:rPr lang="en-US" altLang="ko-KR" sz="1200" b="0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kho</a:t>
                      </a:r>
                      <a:r>
                        <a:rPr lang="en-US" altLang="ko-KR" sz="1200" b="0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Lâu</a:t>
                      </a:r>
                      <a:r>
                        <a:rPr lang="en-US" altLang="ko-KR" sz="1200" b="0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ngày</a:t>
                      </a:r>
                      <a:r>
                        <a:rPr lang="en-US" altLang="ko-KR" sz="1200" b="0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 &amp; </a:t>
                      </a:r>
                      <a:r>
                        <a:rPr lang="en-US" altLang="ko-KR" sz="1200" b="0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Cảnh</a:t>
                      </a:r>
                      <a:r>
                        <a:rPr lang="en-US" altLang="ko-KR" sz="1200" b="0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báo</a:t>
                      </a:r>
                      <a:r>
                        <a:rPr lang="en-US" altLang="ko-KR" sz="1200" b="0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j-ea"/>
                          <a:cs typeface="Arial" pitchFamily="34" charset="0"/>
                        </a:rPr>
                        <a:t>Thấp</a:t>
                      </a:r>
                      <a:endParaRPr lang="en-US" altLang="ko-KR" sz="1200" b="0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trike="sngStrike" dirty="0">
                        <a:solidFill>
                          <a:schemeClr val="bg1"/>
                        </a:solidFill>
                        <a:latin typeface="+mn-lt"/>
                        <a:ea typeface="+mj-ea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C30D9D9-2687-4578-8D78-0A3269A7A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687148"/>
              </p:ext>
            </p:extLst>
          </p:nvPr>
        </p:nvGraphicFramePr>
        <p:xfrm>
          <a:off x="6172504" y="1846404"/>
          <a:ext cx="2448205" cy="1830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Đo hiệu quả sử dụng hàng tồn: hàng có được luân chuyển thường xuyên không?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Vòng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quay hang </a:t>
                      </a: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tồn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kho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EFCDA3D-A98A-466A-A368-0C0A6CAEE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196889"/>
              </p:ext>
            </p:extLst>
          </p:nvPr>
        </p:nvGraphicFramePr>
        <p:xfrm>
          <a:off x="8788367" y="1846404"/>
          <a:ext cx="2448205" cy="1830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2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Xác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định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trung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bình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một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mặt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hàng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đã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nằm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trong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kho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bao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lâu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,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nhằm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nhận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diện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hàng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tồn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lâu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.</a:t>
                      </a:r>
                      <a:endParaRPr lang="en-US" altLang="ko-KR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accent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Số</a:t>
                      </a: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ngày</a:t>
                      </a: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tồn</a:t>
                      </a: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kho</a:t>
                      </a: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bình</a:t>
                      </a: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en-US" altLang="ko-KR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quân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dirty="0">
                        <a:solidFill>
                          <a:srgbClr val="FAB117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66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1">
            <a:extLst>
              <a:ext uri="{FF2B5EF4-FFF2-40B4-BE49-F238E27FC236}">
                <a16:creationId xmlns:a16="http://schemas.microsoft.com/office/drawing/2014/main" id="{08DCC593-4808-4C3B-ACAD-043B68E61782}"/>
              </a:ext>
            </a:extLst>
          </p:cNvPr>
          <p:cNvGrpSpPr/>
          <p:nvPr/>
        </p:nvGrpSpPr>
        <p:grpSpPr>
          <a:xfrm>
            <a:off x="1938791" y="1469827"/>
            <a:ext cx="3272306" cy="1405176"/>
            <a:chOff x="395534" y="3681188"/>
            <a:chExt cx="3972999" cy="140517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6CDF58-0A2E-437C-A5D9-A61B883AB4A7}"/>
                </a:ext>
              </a:extLst>
            </p:cNvPr>
            <p:cNvSpPr txBox="1"/>
            <p:nvPr/>
          </p:nvSpPr>
          <p:spPr>
            <a:xfrm>
              <a:off x="395534" y="3681188"/>
              <a:ext cx="3972999" cy="389513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Mô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Hình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163D12-E1E8-4880-A976-5362EBBB28FF}"/>
                </a:ext>
              </a:extLst>
            </p:cNvPr>
            <p:cNvSpPr txBox="1"/>
            <p:nvPr/>
          </p:nvSpPr>
          <p:spPr>
            <a:xfrm>
              <a:off x="395536" y="4070701"/>
              <a:ext cx="39729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Star Schema:</a:t>
              </a:r>
            </a:p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•Trực quan, dễ xây dựng trong thời gian ngắn</a:t>
              </a:r>
            </a:p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•Tối ưu truy vấn phục vụ báo cáo</a:t>
              </a:r>
            </a:p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•Dễ ETL từ database AdventureWorks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24">
            <a:extLst>
              <a:ext uri="{FF2B5EF4-FFF2-40B4-BE49-F238E27FC236}">
                <a16:creationId xmlns:a16="http://schemas.microsoft.com/office/drawing/2014/main" id="{5D161A8B-0AF7-4458-9008-D3B31494C505}"/>
              </a:ext>
            </a:extLst>
          </p:cNvPr>
          <p:cNvGrpSpPr/>
          <p:nvPr/>
        </p:nvGrpSpPr>
        <p:grpSpPr>
          <a:xfrm>
            <a:off x="1938791" y="3264516"/>
            <a:ext cx="3272306" cy="851178"/>
            <a:chOff x="395534" y="3681188"/>
            <a:chExt cx="3972999" cy="8511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A3DE7E-448A-4D4F-83D2-9147952DB6AF}"/>
                </a:ext>
              </a:extLst>
            </p:cNvPr>
            <p:cNvSpPr txBox="1"/>
            <p:nvPr/>
          </p:nvSpPr>
          <p:spPr>
            <a:xfrm>
              <a:off x="395534" y="3681188"/>
              <a:ext cx="3972999" cy="38951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Bảng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Dimension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A48B5C-C8DD-4E12-8339-697DA33024C4}"/>
                </a:ext>
              </a:extLst>
            </p:cNvPr>
            <p:cNvSpPr txBox="1"/>
            <p:nvPr/>
          </p:nvSpPr>
          <p:spPr>
            <a:xfrm>
              <a:off x="395536" y="4070701"/>
              <a:ext cx="39729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en-US" sz="1200" dirty="0" err="1"/>
                <a:t>DimProduct</a:t>
              </a:r>
              <a:r>
                <a:rPr lang="en-US" sz="1200" dirty="0"/>
                <a:t>, </a:t>
              </a:r>
              <a:r>
                <a:rPr lang="en-US" sz="1200" dirty="0" err="1"/>
                <a:t>DimLocation</a:t>
              </a:r>
              <a:r>
                <a:rPr lang="en-US" sz="1200" dirty="0"/>
                <a:t>, </a:t>
              </a:r>
              <a:r>
                <a:rPr lang="en-US" sz="1200" dirty="0" err="1"/>
                <a:t>DimDate</a:t>
              </a:r>
              <a:r>
                <a:rPr lang="en-US" sz="1200" dirty="0"/>
                <a:t>, </a:t>
              </a:r>
              <a:r>
                <a:rPr lang="en-US" sz="1200" dirty="0" err="1"/>
                <a:t>DimTransactionType</a:t>
              </a:r>
              <a:endParaRPr lang="en-US" sz="1200" dirty="0"/>
            </a:p>
          </p:txBody>
        </p:sp>
      </p:grpSp>
      <p:grpSp>
        <p:nvGrpSpPr>
          <p:cNvPr id="17" name="Group 30">
            <a:extLst>
              <a:ext uri="{FF2B5EF4-FFF2-40B4-BE49-F238E27FC236}">
                <a16:creationId xmlns:a16="http://schemas.microsoft.com/office/drawing/2014/main" id="{D2261848-0D8A-4A4C-B5AE-100DDD2FBA4D}"/>
              </a:ext>
            </a:extLst>
          </p:cNvPr>
          <p:cNvGrpSpPr/>
          <p:nvPr/>
        </p:nvGrpSpPr>
        <p:grpSpPr>
          <a:xfrm>
            <a:off x="1938791" y="4736022"/>
            <a:ext cx="3272306" cy="666512"/>
            <a:chOff x="395534" y="3681188"/>
            <a:chExt cx="3972999" cy="6665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5CAFF0-230D-434C-8273-65593D9E4A2A}"/>
                </a:ext>
              </a:extLst>
            </p:cNvPr>
            <p:cNvSpPr txBox="1"/>
            <p:nvPr/>
          </p:nvSpPr>
          <p:spPr>
            <a:xfrm>
              <a:off x="395534" y="3681188"/>
              <a:ext cx="3972999" cy="389513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cs typeface="Arial" pitchFamily="34" charset="0"/>
                </a:rPr>
                <a:t>Bảng</a:t>
              </a:r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 Fact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788A28-B324-4EE8-9C29-291F282B8D00}"/>
                </a:ext>
              </a:extLst>
            </p:cNvPr>
            <p:cNvSpPr txBox="1"/>
            <p:nvPr/>
          </p:nvSpPr>
          <p:spPr>
            <a:xfrm>
              <a:off x="395536" y="4070701"/>
              <a:ext cx="39729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FactInventory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,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FactTransaction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18">
            <a:extLst>
              <a:ext uri="{FF2B5EF4-FFF2-40B4-BE49-F238E27FC236}">
                <a16:creationId xmlns:a16="http://schemas.microsoft.com/office/drawing/2014/main" id="{C4ECCAC9-B273-4010-9739-26B5E11CE14A}"/>
              </a:ext>
            </a:extLst>
          </p:cNvPr>
          <p:cNvGrpSpPr/>
          <p:nvPr/>
        </p:nvGrpSpPr>
        <p:grpSpPr>
          <a:xfrm>
            <a:off x="10079901" y="4375982"/>
            <a:ext cx="3096001" cy="2668364"/>
            <a:chOff x="4822352" y="1916832"/>
            <a:chExt cx="3422056" cy="2668364"/>
          </a:xfrm>
        </p:grpSpPr>
        <p:sp>
          <p:nvSpPr>
            <p:cNvPr id="24" name="Text Placeholder 10">
              <a:extLst>
                <a:ext uri="{FF2B5EF4-FFF2-40B4-BE49-F238E27FC236}">
                  <a16:creationId xmlns:a16="http://schemas.microsoft.com/office/drawing/2014/main" id="{65BC88E0-3983-4862-8884-C66B4199CE1F}"/>
                </a:ext>
              </a:extLst>
            </p:cNvPr>
            <p:cNvSpPr txBox="1">
              <a:spLocks/>
            </p:cNvSpPr>
            <p:nvPr/>
          </p:nvSpPr>
          <p:spPr>
            <a:xfrm>
              <a:off x="4822352" y="1916832"/>
              <a:ext cx="3422056" cy="36004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buNone/>
              </a:pPr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Portfolio  Designed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A1F4A1-DFE6-4E79-ADA9-A88D4C20B8C3}"/>
                </a:ext>
              </a:extLst>
            </p:cNvPr>
            <p:cNvSpPr txBox="1"/>
            <p:nvPr/>
          </p:nvSpPr>
          <p:spPr>
            <a:xfrm>
              <a:off x="4822352" y="2276872"/>
              <a:ext cx="342205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Get a modern PowerPoint  Presentation that is beautifully designed. You can simply impress your audience and add a unique zing and appeal to your Presentations.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  </a:t>
              </a:r>
            </a:p>
          </p:txBody>
        </p:sp>
      </p:grpSp>
      <p:pic>
        <p:nvPicPr>
          <p:cNvPr id="2" name="Picture Placeholder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DA0D9A-4996-0BD2-CAF0-DA7BBC976736}"/>
              </a:ext>
            </a:extLst>
          </p:cNvPr>
          <p:cNvPicPr>
            <a:picLocks noGrp="1" noChangeAspect="1"/>
          </p:cNvPicPr>
          <p:nvPr>
            <p:ph type="pic" sz="quarter" idx="65"/>
          </p:nvPr>
        </p:nvPicPr>
        <p:blipFill>
          <a:blip r:embed="rId2"/>
          <a:srcRect l="-655" t="-46838" r="-1548" b="-31317"/>
          <a:stretch/>
        </p:blipFill>
        <p:spPr>
          <a:xfrm>
            <a:off x="6477712" y="580629"/>
            <a:ext cx="5714288" cy="6941061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EDED052-901B-42CE-A5EF-E4B3DADC9E6A}"/>
              </a:ext>
            </a:extLst>
          </p:cNvPr>
          <p:cNvSpPr txBox="1">
            <a:spLocks/>
          </p:cNvSpPr>
          <p:nvPr/>
        </p:nvSpPr>
        <p:spPr>
          <a:xfrm>
            <a:off x="6448125" y="580629"/>
            <a:ext cx="5024284" cy="148072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ko-KR" sz="6000" dirty="0" err="1">
                <a:solidFill>
                  <a:schemeClr val="accent1"/>
                </a:solidFill>
                <a:latin typeface="+mj-lt"/>
                <a:cs typeface="Arial" pitchFamily="34" charset="0"/>
              </a:rPr>
              <a:t>Thiết</a:t>
            </a:r>
            <a:r>
              <a:rPr lang="en-US" altLang="ko-KR" sz="6000" dirty="0">
                <a:solidFill>
                  <a:schemeClr val="accent1"/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sz="6000" dirty="0" err="1">
                <a:solidFill>
                  <a:schemeClr val="accent1"/>
                </a:solidFill>
                <a:latin typeface="+mj-lt"/>
                <a:cs typeface="Arial" pitchFamily="34" charset="0"/>
              </a:rPr>
              <a:t>kế</a:t>
            </a:r>
            <a:r>
              <a:rPr lang="en-US" altLang="ko-KR" sz="6000" dirty="0">
                <a:solidFill>
                  <a:schemeClr val="accent1"/>
                </a:solidFill>
                <a:latin typeface="+mj-lt"/>
                <a:cs typeface="Arial" pitchFamily="34" charset="0"/>
              </a:rPr>
              <a:t> Data Warehouse</a:t>
            </a:r>
          </a:p>
        </p:txBody>
      </p:sp>
    </p:spTree>
    <p:extLst>
      <p:ext uri="{BB962C8B-B14F-4D97-AF65-F5344CB8AC3E}">
        <p14:creationId xmlns:p14="http://schemas.microsoft.com/office/powerpoint/2010/main" val="52444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4183" y="876568"/>
            <a:ext cx="11573197" cy="724247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b="1" dirty="0"/>
              <a:t>Quy </a:t>
            </a:r>
            <a:r>
              <a:rPr lang="en-US" b="1" dirty="0" err="1"/>
              <a:t>trình</a:t>
            </a:r>
            <a:r>
              <a:rPr lang="en-US" b="1" dirty="0"/>
              <a:t> ETL</a:t>
            </a:r>
          </a:p>
        </p:txBody>
      </p:sp>
      <p:grpSp>
        <p:nvGrpSpPr>
          <p:cNvPr id="19" name="그룹 43">
            <a:extLst>
              <a:ext uri="{FF2B5EF4-FFF2-40B4-BE49-F238E27FC236}">
                <a16:creationId xmlns:a16="http://schemas.microsoft.com/office/drawing/2014/main" id="{97238C91-39C3-4C50-B6C2-A509D639F0F5}"/>
              </a:ext>
            </a:extLst>
          </p:cNvPr>
          <p:cNvGrpSpPr/>
          <p:nvPr/>
        </p:nvGrpSpPr>
        <p:grpSpPr>
          <a:xfrm>
            <a:off x="408526" y="2980881"/>
            <a:ext cx="11374947" cy="1264883"/>
            <a:chOff x="416082" y="1777618"/>
            <a:chExt cx="8503279" cy="1264883"/>
          </a:xfrm>
        </p:grpSpPr>
        <p:sp>
          <p:nvSpPr>
            <p:cNvPr id="20" name="Right Arrow Callout 4">
              <a:extLst>
                <a:ext uri="{FF2B5EF4-FFF2-40B4-BE49-F238E27FC236}">
                  <a16:creationId xmlns:a16="http://schemas.microsoft.com/office/drawing/2014/main" id="{FCFD924B-CE0F-4AAE-AC99-B7BDCFE9E269}"/>
                </a:ext>
              </a:extLst>
            </p:cNvPr>
            <p:cNvSpPr/>
            <p:nvPr/>
          </p:nvSpPr>
          <p:spPr>
            <a:xfrm>
              <a:off x="6652653" y="1816502"/>
              <a:ext cx="2266708" cy="1225999"/>
            </a:xfrm>
            <a:prstGeom prst="rightArrowCallout">
              <a:avLst>
                <a:gd name="adj1" fmla="val 30293"/>
                <a:gd name="adj2" fmla="val 25630"/>
                <a:gd name="adj3" fmla="val 24276"/>
                <a:gd name="adj4" fmla="val 70595"/>
              </a:avLst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</a:rPr>
                <a:t>Nạp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vào</a:t>
              </a:r>
              <a:r>
                <a:rPr lang="en-US" sz="1600" dirty="0">
                  <a:solidFill>
                    <a:schemeClr val="tx1"/>
                  </a:solidFill>
                </a:rPr>
                <a:t> Data Warehouse (</a:t>
              </a:r>
              <a:r>
                <a:rPr lang="en-US" sz="1600" dirty="0" err="1">
                  <a:solidFill>
                    <a:schemeClr val="tx1"/>
                  </a:solidFill>
                </a:rPr>
                <a:t>DW_KhoVan_ETL</a:t>
              </a:r>
              <a:r>
                <a:rPr lang="en-US" sz="1600" dirty="0">
                  <a:solidFill>
                    <a:schemeClr val="tx1"/>
                  </a:solidFill>
                </a:rPr>
                <a:t>)</a:t>
              </a:r>
            </a:p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Right Arrow Callout 5">
              <a:extLst>
                <a:ext uri="{FF2B5EF4-FFF2-40B4-BE49-F238E27FC236}">
                  <a16:creationId xmlns:a16="http://schemas.microsoft.com/office/drawing/2014/main" id="{AD4F5DD1-3523-4E78-A087-5CEB87F97355}"/>
                </a:ext>
              </a:extLst>
            </p:cNvPr>
            <p:cNvSpPr/>
            <p:nvPr/>
          </p:nvSpPr>
          <p:spPr>
            <a:xfrm>
              <a:off x="4581591" y="1778945"/>
              <a:ext cx="2266708" cy="1225999"/>
            </a:xfrm>
            <a:prstGeom prst="rightArrowCallout">
              <a:avLst>
                <a:gd name="adj1" fmla="val 30293"/>
                <a:gd name="adj2" fmla="val 25630"/>
                <a:gd name="adj3" fmla="val 24276"/>
                <a:gd name="adj4" fmla="val 70272"/>
              </a:avLst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tx1"/>
                  </a:solidFill>
                </a:rPr>
                <a:t>Biến</a:t>
              </a:r>
              <a:r>
                <a:rPr lang="en-US" sz="2000" dirty="0">
                  <a:solidFill>
                    <a:schemeClr val="tx1"/>
                  </a:solidFill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</a:rPr>
                <a:t>đổi</a:t>
              </a:r>
              <a:r>
                <a:rPr lang="en-US" sz="2000" dirty="0">
                  <a:solidFill>
                    <a:schemeClr val="tx1"/>
                  </a:solidFill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</a:rPr>
                <a:t>dữ</a:t>
              </a:r>
              <a:r>
                <a:rPr lang="en-US" sz="2000" dirty="0">
                  <a:solidFill>
                    <a:schemeClr val="tx1"/>
                  </a:solidFill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</a:rPr>
                <a:t>liệu</a:t>
              </a:r>
              <a:endParaRPr lang="en-US" sz="2000" dirty="0">
                <a:solidFill>
                  <a:schemeClr val="tx1"/>
                </a:solidFill>
              </a:endParaRPr>
            </a:p>
            <a:p>
              <a:pPr algn="ctr"/>
              <a:endParaRPr lang="ko-KR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2" name="Right Arrow Callout 6">
              <a:extLst>
                <a:ext uri="{FF2B5EF4-FFF2-40B4-BE49-F238E27FC236}">
                  <a16:creationId xmlns:a16="http://schemas.microsoft.com/office/drawing/2014/main" id="{1915F009-AEE8-4443-89A2-1BB6A5862A92}"/>
                </a:ext>
              </a:extLst>
            </p:cNvPr>
            <p:cNvSpPr/>
            <p:nvPr/>
          </p:nvSpPr>
          <p:spPr>
            <a:xfrm>
              <a:off x="2474448" y="1777618"/>
              <a:ext cx="2266708" cy="1225999"/>
            </a:xfrm>
            <a:prstGeom prst="rightArrowCallout">
              <a:avLst>
                <a:gd name="adj1" fmla="val 27838"/>
                <a:gd name="adj2" fmla="val 25630"/>
                <a:gd name="adj3" fmla="val 34095"/>
                <a:gd name="adj4" fmla="val 71258"/>
              </a:avLst>
            </a:prstGeom>
            <a:solidFill>
              <a:schemeClr val="bg1"/>
            </a:solidFill>
            <a:ln w="63500">
              <a:solidFill>
                <a:schemeClr val="accent2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</a:rPr>
                <a:t>Trích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xuất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dirty="0" err="1">
                  <a:solidFill>
                    <a:schemeClr val="tx1"/>
                  </a:solidFill>
                </a:rPr>
                <a:t>từ</a:t>
              </a:r>
              <a:r>
                <a:rPr lang="en-US" sz="1600" dirty="0">
                  <a:solidFill>
                    <a:schemeClr val="tx1"/>
                  </a:solidFill>
                </a:rPr>
                <a:t> AdventureWorks2012 (SSIS)</a:t>
              </a:r>
            </a:p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3" name="Right Arrow Callout 7">
              <a:extLst>
                <a:ext uri="{FF2B5EF4-FFF2-40B4-BE49-F238E27FC236}">
                  <a16:creationId xmlns:a16="http://schemas.microsoft.com/office/drawing/2014/main" id="{0317B4CC-8150-49AF-8F0D-4D21F2461FB5}"/>
                </a:ext>
              </a:extLst>
            </p:cNvPr>
            <p:cNvSpPr/>
            <p:nvPr/>
          </p:nvSpPr>
          <p:spPr>
            <a:xfrm>
              <a:off x="416082" y="1786141"/>
              <a:ext cx="2139840" cy="1208952"/>
            </a:xfrm>
            <a:prstGeom prst="rightArrowCallout">
              <a:avLst>
                <a:gd name="adj1" fmla="val 29066"/>
                <a:gd name="adj2" fmla="val 28085"/>
                <a:gd name="adj3" fmla="val 27759"/>
                <a:gd name="adj4" fmla="val 76156"/>
              </a:avLst>
            </a:prstGeom>
            <a:solidFill>
              <a:schemeClr val="bg1"/>
            </a:solidFill>
            <a:ln w="63500">
              <a:solidFill>
                <a:schemeClr val="accent1"/>
              </a:solidFill>
            </a:ln>
            <a:effectLst>
              <a:outerShdw blurRad="25400" dist="25400" algn="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dirty="0">
                  <a:solidFill>
                    <a:schemeClr val="tx1"/>
                  </a:solidFill>
                </a:rPr>
                <a:t>Tạo DB Staging (DW_KhoVan_Staging)</a:t>
              </a:r>
            </a:p>
            <a:p>
              <a:pPr algn="ctr"/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87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8DB46C1-3ECC-2BCC-68E8-1BFCBE802F43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 rotWithShape="1">
          <a:blip r:embed="rId2"/>
          <a:srcRect l="-9618" t="-1559" r="-11291" b="117"/>
          <a:stretch/>
        </p:blipFill>
        <p:spPr>
          <a:xfrm>
            <a:off x="5334000" y="0"/>
            <a:ext cx="6858000" cy="6858000"/>
          </a:xfrm>
        </p:spPr>
      </p:pic>
      <p:sp>
        <p:nvSpPr>
          <p:cNvPr id="94" name="Frame 93">
            <a:extLst>
              <a:ext uri="{FF2B5EF4-FFF2-40B4-BE49-F238E27FC236}">
                <a16:creationId xmlns:a16="http://schemas.microsoft.com/office/drawing/2014/main" id="{6532D564-CBB0-4CB7-87C6-F325D5646487}"/>
              </a:ext>
            </a:extLst>
          </p:cNvPr>
          <p:cNvSpPr/>
          <p:nvPr/>
        </p:nvSpPr>
        <p:spPr>
          <a:xfrm>
            <a:off x="5668108" y="334108"/>
            <a:ext cx="6189784" cy="6189784"/>
          </a:xfrm>
          <a:prstGeom prst="frame">
            <a:avLst>
              <a:gd name="adj1" fmla="val 7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5B143A5-C0B8-4825-AEA5-97D5345BBB1E}"/>
              </a:ext>
            </a:extLst>
          </p:cNvPr>
          <p:cNvSpPr txBox="1"/>
          <p:nvPr/>
        </p:nvSpPr>
        <p:spPr>
          <a:xfrm>
            <a:off x="6009961" y="5158608"/>
            <a:ext cx="47694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29C097-0A7B-426D-8A68-D03CA47C5BA6}"/>
              </a:ext>
            </a:extLst>
          </p:cNvPr>
          <p:cNvSpPr txBox="1"/>
          <p:nvPr/>
        </p:nvSpPr>
        <p:spPr>
          <a:xfrm>
            <a:off x="613249" y="334108"/>
            <a:ext cx="425354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GB" altLang="ko-KR" sz="3200" b="1" dirty="0">
                <a:cs typeface="Arial" pitchFamily="34" charset="0"/>
              </a:rPr>
              <a:t>Staging</a:t>
            </a:r>
            <a:endParaRPr lang="ko-KR" altLang="en-US" sz="3200" b="1" dirty="0">
              <a:cs typeface="Arial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E9ED50-A57C-D6C5-B716-8F105AED9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8" y="1223158"/>
            <a:ext cx="3778042" cy="584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C4FF03-BEC2-B7C1-177A-F4D3F3F4C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21" y="2038457"/>
            <a:ext cx="4124901" cy="657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A8943E-59B0-8A15-51FD-10D7C37B3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08" y="2816595"/>
            <a:ext cx="4976124" cy="9378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F6D564-963B-4732-DD5E-526EB27E3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543" y="3815348"/>
            <a:ext cx="4736349" cy="9011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5545DF-7E3D-5EDB-5082-26A834C27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960" y="4922910"/>
            <a:ext cx="4976124" cy="75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6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7A218-B7A6-C858-FDCB-CAE9EDA4B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ame 93">
            <a:extLst>
              <a:ext uri="{FF2B5EF4-FFF2-40B4-BE49-F238E27FC236}">
                <a16:creationId xmlns:a16="http://schemas.microsoft.com/office/drawing/2014/main" id="{B1F2BE60-9570-B08C-F7B9-0AA8350550A5}"/>
              </a:ext>
            </a:extLst>
          </p:cNvPr>
          <p:cNvSpPr/>
          <p:nvPr/>
        </p:nvSpPr>
        <p:spPr>
          <a:xfrm>
            <a:off x="5668108" y="334108"/>
            <a:ext cx="6189784" cy="6189784"/>
          </a:xfrm>
          <a:prstGeom prst="frame">
            <a:avLst>
              <a:gd name="adj1" fmla="val 7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010C64A-032A-49AF-0909-5C7CF3A4E8CC}"/>
              </a:ext>
            </a:extLst>
          </p:cNvPr>
          <p:cNvSpPr txBox="1"/>
          <p:nvPr/>
        </p:nvSpPr>
        <p:spPr>
          <a:xfrm>
            <a:off x="6009961" y="5158608"/>
            <a:ext cx="47694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49B2A-5B80-5EC6-9221-C58C6E73ADF4}"/>
              </a:ext>
            </a:extLst>
          </p:cNvPr>
          <p:cNvSpPr txBox="1"/>
          <p:nvPr/>
        </p:nvSpPr>
        <p:spPr>
          <a:xfrm>
            <a:off x="613249" y="87887"/>
            <a:ext cx="4253546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3200" b="1" dirty="0">
                <a:cs typeface="Arial" pitchFamily="34" charset="0"/>
              </a:rPr>
              <a:t>Data Warehouse (</a:t>
            </a:r>
            <a:r>
              <a:rPr lang="en-US" altLang="ko-KR" sz="3200" b="1" dirty="0" err="1">
                <a:cs typeface="Arial" pitchFamily="34" charset="0"/>
              </a:rPr>
              <a:t>DW_KhoVan_ETL</a:t>
            </a:r>
            <a:r>
              <a:rPr lang="en-US" altLang="ko-KR" sz="3200" b="1" dirty="0">
                <a:cs typeface="Arial" pitchFamily="34" charset="0"/>
              </a:rPr>
              <a:t>)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C01DC90-F1B5-091F-A5A5-72FE9C61C867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2"/>
          <a:srcRect t="3447" b="7042"/>
          <a:stretch/>
        </p:blipFill>
        <p:spPr>
          <a:xfrm>
            <a:off x="5334000" y="0"/>
            <a:ext cx="6858000" cy="6858000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360C16-7AA8-E967-F281-949D9D25C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87" y="1821514"/>
            <a:ext cx="3845889" cy="4545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7D4EB2-8E76-2FAA-222C-7263F77EA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87" y="2577669"/>
            <a:ext cx="3442987" cy="5347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D27DAD-C9CD-363B-FDAD-5E98BBF27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87" y="3340933"/>
            <a:ext cx="4195947" cy="5089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79F481B-ADE4-7F90-EF1F-E24D08BBA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87" y="4183420"/>
            <a:ext cx="3682106" cy="7487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968ABC8-14E5-6495-4B10-0C017F482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688" y="5214341"/>
            <a:ext cx="4011817" cy="5634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9398886-9219-F181-A28F-1CC1648E1C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687" y="6065089"/>
            <a:ext cx="4011818" cy="5261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17AB911-95CF-90DA-D09E-93E4DE3AE289}"/>
              </a:ext>
            </a:extLst>
          </p:cNvPr>
          <p:cNvSpPr txBox="1"/>
          <p:nvPr/>
        </p:nvSpPr>
        <p:spPr>
          <a:xfrm>
            <a:off x="395687" y="1539350"/>
            <a:ext cx="3049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DimProduct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221415-85A8-F78A-8166-3E5E19CFC6C2}"/>
              </a:ext>
            </a:extLst>
          </p:cNvPr>
          <p:cNvSpPr txBox="1"/>
          <p:nvPr/>
        </p:nvSpPr>
        <p:spPr>
          <a:xfrm>
            <a:off x="395687" y="2295670"/>
            <a:ext cx="3049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DimLocation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235343-8FFA-C8BD-2EDF-F2F4004521F1}"/>
              </a:ext>
            </a:extLst>
          </p:cNvPr>
          <p:cNvSpPr txBox="1"/>
          <p:nvPr/>
        </p:nvSpPr>
        <p:spPr>
          <a:xfrm>
            <a:off x="349607" y="3083608"/>
            <a:ext cx="3049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DimDate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19356F-A77E-D971-C6F0-4407F79CD2DC}"/>
              </a:ext>
            </a:extLst>
          </p:cNvPr>
          <p:cNvSpPr txBox="1"/>
          <p:nvPr/>
        </p:nvSpPr>
        <p:spPr>
          <a:xfrm>
            <a:off x="355706" y="3839928"/>
            <a:ext cx="3049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FactInventory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715455-81F7-2E90-20CA-55B25C0AA9C4}"/>
              </a:ext>
            </a:extLst>
          </p:cNvPr>
          <p:cNvSpPr txBox="1"/>
          <p:nvPr/>
        </p:nvSpPr>
        <p:spPr>
          <a:xfrm>
            <a:off x="401062" y="4914733"/>
            <a:ext cx="3049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FactTransaction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1719FF-3EDB-8BEB-285A-3C749909C862}"/>
              </a:ext>
            </a:extLst>
          </p:cNvPr>
          <p:cNvSpPr txBox="1"/>
          <p:nvPr/>
        </p:nvSpPr>
        <p:spPr>
          <a:xfrm>
            <a:off x="372658" y="5768147"/>
            <a:ext cx="3049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DimTransactionType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051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36AA-C4C5-D21F-0A4D-82D072D9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9EC4FC22-80BB-1DE6-F741-E2B88F3428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54633-3D45-F2E9-065F-5B299009E954}"/>
              </a:ext>
            </a:extLst>
          </p:cNvPr>
          <p:cNvSpPr txBox="1"/>
          <p:nvPr/>
        </p:nvSpPr>
        <p:spPr>
          <a:xfrm>
            <a:off x="814559" y="2281409"/>
            <a:ext cx="47160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KPI: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Tổng giá trị xuất kho (COGS): $48.57028K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Số lượng sản phẩm: 504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Số lượng giao dịch: 79.58K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Biểu đồ: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Bar Chart: Tồn kho theo LocationID (Location 5 có tồn kho cao nhất ~1.2M).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Pie Chart: Tồn kho theo ProductNumber (Blade, Chainring Nut, Chainring Bolts chiếm tỷ lệ lớn).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Table: Danh sách sản phẩm và số lượng tồn (Blade: 1064, Chain: 384, Chain Stays: 1136… Tổng: 52274).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Slicer: Lọc theo LocationID, ProductID.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6768FDB7-C425-0D27-29A2-1B9B6D0D9962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324" b="324"/>
          <a:stretch/>
        </p:blipFill>
        <p:spPr/>
      </p:pic>
      <p:grpSp>
        <p:nvGrpSpPr>
          <p:cNvPr id="49" name="그룹 21">
            <a:extLst>
              <a:ext uri="{FF2B5EF4-FFF2-40B4-BE49-F238E27FC236}">
                <a16:creationId xmlns:a16="http://schemas.microsoft.com/office/drawing/2014/main" id="{284AC145-54BE-8E5D-C2CD-6E7A07E416CD}"/>
              </a:ext>
            </a:extLst>
          </p:cNvPr>
          <p:cNvGrpSpPr/>
          <p:nvPr/>
        </p:nvGrpSpPr>
        <p:grpSpPr>
          <a:xfrm>
            <a:off x="1951670" y="5718338"/>
            <a:ext cx="7929750" cy="461665"/>
            <a:chOff x="959011" y="2597626"/>
            <a:chExt cx="9028922" cy="46166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48E8CB1-7570-050A-98D7-ABABA027153F}"/>
                </a:ext>
              </a:extLst>
            </p:cNvPr>
            <p:cNvSpPr txBox="1"/>
            <p:nvPr/>
          </p:nvSpPr>
          <p:spPr>
            <a:xfrm>
              <a:off x="959011" y="2691895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Ý Nghĩa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A1A270A-B767-3130-445A-B3A2A0F34368}"/>
                </a:ext>
              </a:extLst>
            </p:cNvPr>
            <p:cNvSpPr txBox="1"/>
            <p:nvPr/>
          </p:nvSpPr>
          <p:spPr>
            <a:xfrm>
              <a:off x="2968085" y="2597626"/>
              <a:ext cx="7019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Giúp</a:t>
              </a:r>
              <a:r>
                <a:rPr lang="en-US" sz="1200" dirty="0"/>
                <a:t> </a:t>
              </a:r>
              <a:r>
                <a:rPr lang="en-US" sz="1200" dirty="0" err="1"/>
                <a:t>quản</a:t>
              </a:r>
              <a:r>
                <a:rPr lang="en-US" sz="1200" dirty="0"/>
                <a:t> </a:t>
              </a:r>
              <a:r>
                <a:rPr lang="en-US" sz="1200" dirty="0" err="1"/>
                <a:t>lý</a:t>
              </a:r>
              <a:r>
                <a:rPr lang="en-US" sz="1200" dirty="0"/>
                <a:t> </a:t>
              </a:r>
              <a:r>
                <a:rPr lang="en-US" sz="1200" dirty="0" err="1"/>
                <a:t>nhanh</a:t>
              </a:r>
              <a:r>
                <a:rPr lang="en-US" sz="1200" dirty="0"/>
                <a:t> </a:t>
              </a:r>
              <a:r>
                <a:rPr lang="en-US" sz="1200" dirty="0" err="1"/>
                <a:t>chóng</a:t>
              </a:r>
              <a:r>
                <a:rPr lang="en-US" sz="1200" dirty="0"/>
                <a:t> </a:t>
              </a:r>
              <a:r>
                <a:rPr lang="en-US" sz="1200" dirty="0" err="1"/>
                <a:t>nắm</a:t>
              </a:r>
              <a:r>
                <a:rPr lang="en-US" sz="1200" dirty="0"/>
                <a:t> </a:t>
              </a:r>
              <a:r>
                <a:rPr lang="en-US" sz="1200" dirty="0" err="1"/>
                <a:t>bắt</a:t>
              </a:r>
              <a:r>
                <a:rPr lang="en-US" sz="1200" dirty="0"/>
                <a:t> </a:t>
              </a:r>
              <a:r>
                <a:rPr lang="en-US" sz="1200" dirty="0" err="1"/>
                <a:t>tình</a:t>
              </a:r>
              <a:r>
                <a:rPr lang="en-US" sz="1200" dirty="0"/>
                <a:t> </a:t>
              </a:r>
              <a:r>
                <a:rPr lang="en-US" sz="1200" dirty="0" err="1"/>
                <a:t>hình</a:t>
              </a:r>
              <a:r>
                <a:rPr lang="en-US" sz="1200" dirty="0"/>
                <a:t> </a:t>
              </a:r>
              <a:r>
                <a:rPr lang="en-US" sz="1200" dirty="0" err="1"/>
                <a:t>tồn</a:t>
              </a:r>
              <a:r>
                <a:rPr lang="en-US" sz="1200" dirty="0"/>
                <a:t> </a:t>
              </a:r>
              <a:r>
                <a:rPr lang="en-US" sz="1200" dirty="0" err="1"/>
                <a:t>kho</a:t>
              </a:r>
              <a:r>
                <a:rPr lang="en-US" sz="1200" dirty="0"/>
                <a:t> </a:t>
              </a:r>
              <a:r>
                <a:rPr lang="en-US" sz="1200" dirty="0" err="1"/>
                <a:t>theo</a:t>
              </a:r>
              <a:r>
                <a:rPr lang="en-US" sz="1200" dirty="0"/>
                <a:t> </a:t>
              </a:r>
              <a:r>
                <a:rPr lang="en-US" sz="1200" dirty="0" err="1"/>
                <a:t>địa</a:t>
              </a:r>
              <a:r>
                <a:rPr lang="en-US" sz="1200" dirty="0"/>
                <a:t> </a:t>
              </a:r>
              <a:r>
                <a:rPr lang="en-US" sz="1200" dirty="0" err="1"/>
                <a:t>điểm</a:t>
              </a:r>
              <a:r>
                <a:rPr lang="en-US" sz="1200" dirty="0"/>
                <a:t> </a:t>
              </a:r>
              <a:r>
                <a:rPr lang="en-US" sz="1200" dirty="0" err="1"/>
                <a:t>và</a:t>
              </a:r>
              <a:r>
                <a:rPr lang="en-US" sz="1200" dirty="0"/>
                <a:t> </a:t>
              </a:r>
              <a:r>
                <a:rPr lang="en-US" sz="1200" dirty="0" err="1"/>
                <a:t>sản</a:t>
              </a:r>
              <a:r>
                <a:rPr lang="en-US" sz="1200" dirty="0"/>
                <a:t> </a:t>
              </a:r>
              <a:r>
                <a:rPr lang="en-US" sz="1200" dirty="0" err="1"/>
                <a:t>phẩm</a:t>
              </a:r>
              <a:r>
                <a:rPr lang="en-US" sz="1200" dirty="0"/>
                <a:t>, </a:t>
              </a:r>
              <a:r>
                <a:rPr lang="en-US" sz="1200" dirty="0" err="1"/>
                <a:t>hỗ</a:t>
              </a:r>
              <a:r>
                <a:rPr lang="en-US" sz="1200" dirty="0"/>
                <a:t> </a:t>
              </a:r>
              <a:r>
                <a:rPr lang="en-US" sz="1200" dirty="0" err="1"/>
                <a:t>trợ</a:t>
              </a:r>
              <a:r>
                <a:rPr lang="en-US" sz="1200" dirty="0"/>
                <a:t> </a:t>
              </a:r>
              <a:r>
                <a:rPr lang="en-US" sz="1200" dirty="0" err="1"/>
                <a:t>điều</a:t>
              </a:r>
              <a:r>
                <a:rPr lang="en-US" sz="1200" dirty="0"/>
                <a:t> </a:t>
              </a:r>
              <a:r>
                <a:rPr lang="en-US" sz="1200" dirty="0" err="1"/>
                <a:t>phối</a:t>
              </a:r>
              <a:r>
                <a:rPr lang="en-US" sz="1200" dirty="0"/>
                <a:t> </a:t>
              </a:r>
              <a:r>
                <a:rPr lang="en-US" sz="1200" dirty="0" err="1"/>
                <a:t>hàng</a:t>
              </a:r>
              <a:r>
                <a:rPr lang="en-US" sz="1200" dirty="0"/>
                <a:t> </a:t>
              </a:r>
              <a:r>
                <a:rPr lang="en-US" sz="1200" dirty="0" err="1"/>
                <a:t>hóa</a:t>
              </a:r>
              <a:r>
                <a:rPr lang="en-US" sz="1200" dirty="0"/>
                <a:t>.</a:t>
              </a:r>
            </a:p>
          </p:txBody>
        </p:sp>
        <p:sp>
          <p:nvSpPr>
            <p:cNvPr id="52" name="Chevron 25">
              <a:extLst>
                <a:ext uri="{FF2B5EF4-FFF2-40B4-BE49-F238E27FC236}">
                  <a16:creationId xmlns:a16="http://schemas.microsoft.com/office/drawing/2014/main" id="{6AF0ADF4-8E98-40B7-5E80-F4EA1E0A908E}"/>
                </a:ext>
              </a:extLst>
            </p:cNvPr>
            <p:cNvSpPr/>
            <p:nvPr/>
          </p:nvSpPr>
          <p:spPr>
            <a:xfrm>
              <a:off x="2601327" y="273203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3740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C66F-ACFE-2DEA-99D7-5043F653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0BB30CCF-7C4B-28D9-BBF5-3645946F0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lâu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4BD728-AFBE-1BD9-3C24-3B8D9CEB18B1}"/>
              </a:ext>
            </a:extLst>
          </p:cNvPr>
          <p:cNvSpPr txBox="1"/>
          <p:nvPr/>
        </p:nvSpPr>
        <p:spPr>
          <a:xfrm>
            <a:off x="775230" y="2090172"/>
            <a:ext cx="471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KPI: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Số sản phẩm tồn thấp: 21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Số sản phẩm tồn lâu: 441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Biểu đồ: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Bar Chart: Số sản phẩm tồn thấp theo ProductID (Chainring: 3480, Chainring Bolts: 177…).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Bar Chart: Tồn kho theo LocationID (Location 1 có tồn kho cao nhất).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Table: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Sản phẩm tồn thấp: Cable Lock, Full-Finger Gloves… (tổng 21 sản phẩm).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Sản phẩm tồn lâu: Classic Vest (975304), Chainring (46953)…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Slicer: Lọc theo LocationID, ProductName,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LocationID</a:t>
            </a: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CE1DF0D-E307-5795-F638-5B22BC5ECFC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344" r="344"/>
          <a:stretch/>
        </p:blipFill>
        <p:spPr/>
      </p:pic>
      <p:grpSp>
        <p:nvGrpSpPr>
          <p:cNvPr id="7" name="그룹 21">
            <a:extLst>
              <a:ext uri="{FF2B5EF4-FFF2-40B4-BE49-F238E27FC236}">
                <a16:creationId xmlns:a16="http://schemas.microsoft.com/office/drawing/2014/main" id="{271DD0AA-488C-2B1B-316A-B33BAEC92C7A}"/>
              </a:ext>
            </a:extLst>
          </p:cNvPr>
          <p:cNvGrpSpPr/>
          <p:nvPr/>
        </p:nvGrpSpPr>
        <p:grpSpPr>
          <a:xfrm>
            <a:off x="1951670" y="5718338"/>
            <a:ext cx="7929750" cy="375525"/>
            <a:chOff x="959011" y="2597626"/>
            <a:chExt cx="9028922" cy="37552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D5C89C-BB00-1FF4-EBBB-BEE307A312E7}"/>
                </a:ext>
              </a:extLst>
            </p:cNvPr>
            <p:cNvSpPr txBox="1"/>
            <p:nvPr/>
          </p:nvSpPr>
          <p:spPr>
            <a:xfrm>
              <a:off x="959011" y="2691895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Ý Nghĩa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4E1E35-9973-B453-0D2F-589BE308887B}"/>
                </a:ext>
              </a:extLst>
            </p:cNvPr>
            <p:cNvSpPr txBox="1"/>
            <p:nvPr/>
          </p:nvSpPr>
          <p:spPr>
            <a:xfrm>
              <a:off x="2968085" y="2597626"/>
              <a:ext cx="70198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Hỗ</a:t>
              </a:r>
              <a:r>
                <a:rPr lang="en-US" sz="1200" dirty="0"/>
                <a:t> </a:t>
              </a:r>
              <a:r>
                <a:rPr lang="en-US" sz="1200" dirty="0" err="1"/>
                <a:t>trợ</a:t>
              </a:r>
              <a:r>
                <a:rPr lang="en-US" sz="1200" dirty="0"/>
                <a:t> </a:t>
              </a:r>
              <a:r>
                <a:rPr lang="en-US" sz="1200" dirty="0" err="1"/>
                <a:t>phát</a:t>
              </a:r>
              <a:r>
                <a:rPr lang="en-US" sz="1200" dirty="0"/>
                <a:t> </a:t>
              </a:r>
              <a:r>
                <a:rPr lang="en-US" sz="1200" dirty="0" err="1"/>
                <a:t>hiện</a:t>
              </a:r>
              <a:r>
                <a:rPr lang="en-US" sz="1200" dirty="0"/>
                <a:t> </a:t>
              </a:r>
              <a:r>
                <a:rPr lang="en-US" sz="1200" dirty="0" err="1"/>
                <a:t>sản</a:t>
              </a:r>
              <a:r>
                <a:rPr lang="en-US" sz="1200" dirty="0"/>
                <a:t> </a:t>
              </a:r>
              <a:r>
                <a:rPr lang="en-US" sz="1200" dirty="0" err="1"/>
                <a:t>phẩm</a:t>
              </a:r>
              <a:r>
                <a:rPr lang="en-US" sz="1200" dirty="0"/>
                <a:t> </a:t>
              </a:r>
              <a:r>
                <a:rPr lang="en-US" sz="1200" dirty="0" err="1"/>
                <a:t>cần</a:t>
              </a:r>
              <a:r>
                <a:rPr lang="en-US" sz="1200" dirty="0"/>
                <a:t> </a:t>
              </a:r>
              <a:r>
                <a:rPr lang="en-US" sz="1200" dirty="0" err="1"/>
                <a:t>nhập</a:t>
              </a:r>
              <a:r>
                <a:rPr lang="en-US" sz="1200" dirty="0"/>
                <a:t> </a:t>
              </a:r>
              <a:r>
                <a:rPr lang="en-US" sz="1200" dirty="0" err="1"/>
                <a:t>thêm</a:t>
              </a:r>
              <a:r>
                <a:rPr lang="en-US" sz="1200" dirty="0"/>
                <a:t> </a:t>
              </a:r>
              <a:r>
                <a:rPr lang="en-US" sz="1200" dirty="0" err="1"/>
                <a:t>hoặc</a:t>
              </a:r>
              <a:r>
                <a:rPr lang="en-US" sz="1200" dirty="0"/>
                <a:t> </a:t>
              </a:r>
              <a:r>
                <a:rPr lang="en-US" sz="1200" dirty="0" err="1"/>
                <a:t>xả</a:t>
              </a:r>
              <a:r>
                <a:rPr lang="en-US" sz="1200" dirty="0"/>
                <a:t> </a:t>
              </a:r>
              <a:r>
                <a:rPr lang="en-US" sz="1200" dirty="0" err="1"/>
                <a:t>hàng</a:t>
              </a:r>
              <a:r>
                <a:rPr lang="en-US" sz="1200" dirty="0"/>
                <a:t>, </a:t>
              </a:r>
              <a:r>
                <a:rPr lang="en-US" sz="1200" dirty="0" err="1"/>
                <a:t>tránh</a:t>
              </a:r>
              <a:r>
                <a:rPr lang="en-US" sz="1200" dirty="0"/>
                <a:t> </a:t>
              </a:r>
              <a:r>
                <a:rPr lang="en-US" sz="1200" dirty="0" err="1"/>
                <a:t>thiếu</a:t>
              </a:r>
              <a:r>
                <a:rPr lang="en-US" sz="1200" dirty="0"/>
                <a:t> </a:t>
              </a:r>
              <a:r>
                <a:rPr lang="en-US" sz="1200" dirty="0" err="1"/>
                <a:t>hụt</a:t>
              </a:r>
              <a:r>
                <a:rPr lang="en-US" sz="1200" dirty="0"/>
                <a:t> </a:t>
              </a:r>
              <a:r>
                <a:rPr lang="en-US" sz="1200" dirty="0" err="1"/>
                <a:t>hoặc</a:t>
              </a:r>
              <a:r>
                <a:rPr lang="en-US" sz="1200" dirty="0"/>
                <a:t> </a:t>
              </a:r>
              <a:r>
                <a:rPr lang="en-US" sz="1200" dirty="0" err="1"/>
                <a:t>tồn</a:t>
              </a:r>
              <a:r>
                <a:rPr lang="en-US" sz="1200" dirty="0"/>
                <a:t> </a:t>
              </a:r>
              <a:r>
                <a:rPr lang="en-US" sz="1200" dirty="0" err="1"/>
                <a:t>đọng</a:t>
              </a:r>
              <a:r>
                <a:rPr lang="en-US" sz="1200" dirty="0"/>
                <a:t>.</a:t>
              </a:r>
            </a:p>
          </p:txBody>
        </p:sp>
        <p:sp>
          <p:nvSpPr>
            <p:cNvPr id="11" name="Chevron 25">
              <a:extLst>
                <a:ext uri="{FF2B5EF4-FFF2-40B4-BE49-F238E27FC236}">
                  <a16:creationId xmlns:a16="http://schemas.microsoft.com/office/drawing/2014/main" id="{CE919C1D-4D09-C95A-4DBC-587557A13080}"/>
                </a:ext>
              </a:extLst>
            </p:cNvPr>
            <p:cNvSpPr/>
            <p:nvPr/>
          </p:nvSpPr>
          <p:spPr>
            <a:xfrm>
              <a:off x="2601327" y="273203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16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E81F-5974-46F7-E093-E5349628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DC46AE28-D2A7-E76A-5D16-D0B10D372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D81C7-AC8E-53A4-1B2B-4E41BE7CEEB1}"/>
              </a:ext>
            </a:extLst>
          </p:cNvPr>
          <p:cNvSpPr txBox="1"/>
          <p:nvPr/>
        </p:nvSpPr>
        <p:spPr>
          <a:xfrm>
            <a:off x="775230" y="2090172"/>
            <a:ext cx="471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KPI: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Tổng tồn kho: 975304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Tuổi tồn kho trung bình: 4.17K ngày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Tuổi tồn kho trung bình tháng: 108.3K ngày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Biểu đồ: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Line Chart: Tồn kho theo TransactionDate (cao nhất vào tháng 8/2013, giảm mạnh vào 9/2013).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Histogram: Tồn kho theo MonthName (cao nhất vào tháng 8, thấp nhất vào tháng 7).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Table: Tuổi tồn kho theo sản phẩm (AWC Logo Cap: -354, Classic Vest M: 975304…).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Slicer: Lọc theo MonthName, Year, ProductName, LocationID.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7AEC9D7-0B0C-2804-326A-D9482582A37C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802" r="802"/>
          <a:stretch/>
        </p:blipFill>
        <p:spPr/>
      </p:pic>
      <p:grpSp>
        <p:nvGrpSpPr>
          <p:cNvPr id="11" name="그룹 21">
            <a:extLst>
              <a:ext uri="{FF2B5EF4-FFF2-40B4-BE49-F238E27FC236}">
                <a16:creationId xmlns:a16="http://schemas.microsoft.com/office/drawing/2014/main" id="{3009576D-50B8-8DD8-53DB-DB7AFD85D1A2}"/>
              </a:ext>
            </a:extLst>
          </p:cNvPr>
          <p:cNvGrpSpPr/>
          <p:nvPr/>
        </p:nvGrpSpPr>
        <p:grpSpPr>
          <a:xfrm>
            <a:off x="1951670" y="5718338"/>
            <a:ext cx="7929750" cy="461665"/>
            <a:chOff x="959011" y="2597626"/>
            <a:chExt cx="9028922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F47A84-B742-A6D6-3E5D-592888B3F603}"/>
                </a:ext>
              </a:extLst>
            </p:cNvPr>
            <p:cNvSpPr txBox="1"/>
            <p:nvPr/>
          </p:nvSpPr>
          <p:spPr>
            <a:xfrm>
              <a:off x="959011" y="2691895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Ý Nghĩa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004424-3AD5-D3FB-36C4-41B6FDF7368A}"/>
                </a:ext>
              </a:extLst>
            </p:cNvPr>
            <p:cNvSpPr txBox="1"/>
            <p:nvPr/>
          </p:nvSpPr>
          <p:spPr>
            <a:xfrm>
              <a:off x="2968085" y="2597626"/>
              <a:ext cx="7019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dirty="0"/>
                <a:t>Giúp quản lý phân tích xu hướng tồn kho, nhận diện thời điểm tồn kho cao/thấp để điều chỉnh.</a:t>
              </a:r>
            </a:p>
          </p:txBody>
        </p:sp>
        <p:sp>
          <p:nvSpPr>
            <p:cNvPr id="14" name="Chevron 25">
              <a:extLst>
                <a:ext uri="{FF2B5EF4-FFF2-40B4-BE49-F238E27FC236}">
                  <a16:creationId xmlns:a16="http://schemas.microsoft.com/office/drawing/2014/main" id="{85C93724-9BB8-4CB4-9B08-FD14FCF6E0C7}"/>
                </a:ext>
              </a:extLst>
            </p:cNvPr>
            <p:cNvSpPr/>
            <p:nvPr/>
          </p:nvSpPr>
          <p:spPr>
            <a:xfrm>
              <a:off x="2601327" y="273203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8002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E1786-D58C-42C4-19AC-D10ECDD0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48A83CF6-CF8C-BC23-6795-97C445F4D2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quay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4C46E-AB3A-B0B8-F562-AF157144D501}"/>
              </a:ext>
            </a:extLst>
          </p:cNvPr>
          <p:cNvSpPr txBox="1"/>
          <p:nvPr/>
        </p:nvSpPr>
        <p:spPr>
          <a:xfrm>
            <a:off x="775230" y="2090172"/>
            <a:ext cx="4716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KPI: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Vòng quay tồn kho trung bình: 0.54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Tuổi tồn kho trung bình: 4.25K ngày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Biểu đồ: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Line Chart: Tuổi tồn kho trung bình theo MonthName (cao nhất vào tháng 7, giảm dần đến tháng 3).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Histogram: Tuổi tồn kho theo ProductName (Mountain Tire Tube: ~4K ngày, Patch Kit: ~3K ngày…).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Histogram: Vòng quay tồn kho theo LocationID và ProductID.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Slicer: Lọc theo TransactionType, MonthName, LocationID.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FC32AD2-78AE-FAC1-9E42-7C5DCEDBCE1B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430" r="430"/>
          <a:stretch/>
        </p:blipFill>
        <p:spPr/>
      </p:pic>
      <p:grpSp>
        <p:nvGrpSpPr>
          <p:cNvPr id="8" name="그룹 21">
            <a:extLst>
              <a:ext uri="{FF2B5EF4-FFF2-40B4-BE49-F238E27FC236}">
                <a16:creationId xmlns:a16="http://schemas.microsoft.com/office/drawing/2014/main" id="{580F7701-7715-213E-CC37-A943FFE8FC84}"/>
              </a:ext>
            </a:extLst>
          </p:cNvPr>
          <p:cNvGrpSpPr/>
          <p:nvPr/>
        </p:nvGrpSpPr>
        <p:grpSpPr>
          <a:xfrm>
            <a:off x="1951670" y="5718338"/>
            <a:ext cx="7929750" cy="375525"/>
            <a:chOff x="959011" y="2597626"/>
            <a:chExt cx="9028922" cy="37552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E36146-6D2D-3FD3-8D57-17C4819E6C59}"/>
                </a:ext>
              </a:extLst>
            </p:cNvPr>
            <p:cNvSpPr txBox="1"/>
            <p:nvPr/>
          </p:nvSpPr>
          <p:spPr>
            <a:xfrm>
              <a:off x="959011" y="2691895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Ý Nghĩa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9D2B7A-FB6A-5B03-741C-5CC1CD31E512}"/>
                </a:ext>
              </a:extLst>
            </p:cNvPr>
            <p:cNvSpPr txBox="1"/>
            <p:nvPr/>
          </p:nvSpPr>
          <p:spPr>
            <a:xfrm>
              <a:off x="2968085" y="2597626"/>
              <a:ext cx="70198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dirty="0"/>
                <a:t>Đánh giá hiệu quả lưu kho, hỗ trợ tối ưu hóa vòng quay hàng hóa.</a:t>
              </a:r>
            </a:p>
          </p:txBody>
        </p:sp>
        <p:sp>
          <p:nvSpPr>
            <p:cNvPr id="12" name="Chevron 25">
              <a:extLst>
                <a:ext uri="{FF2B5EF4-FFF2-40B4-BE49-F238E27FC236}">
                  <a16:creationId xmlns:a16="http://schemas.microsoft.com/office/drawing/2014/main" id="{2F035E90-32A2-6911-8DED-43E1D22322E6}"/>
                </a:ext>
              </a:extLst>
            </p:cNvPr>
            <p:cNvSpPr/>
            <p:nvPr/>
          </p:nvSpPr>
          <p:spPr>
            <a:xfrm>
              <a:off x="2601327" y="273203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508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65F2-A130-D573-0AEE-28ABAA11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02DDEB0F-1CA0-176F-ACD2-156D0DAE18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r>
              <a:rPr lang="en-US" dirty="0"/>
              <a:t>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29144-EAB6-57C1-B07A-580CE82CFB18}"/>
              </a:ext>
            </a:extLst>
          </p:cNvPr>
          <p:cNvSpPr txBox="1"/>
          <p:nvPr/>
        </p:nvSpPr>
        <p:spPr>
          <a:xfrm>
            <a:off x="775230" y="2090172"/>
            <a:ext cx="471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KPI: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Tuổi tồn kho trung bình: 4.25K ngày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Biểu đồ: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Line Chart: Tuổi tồn kho trung bình theo MonthName (cao nhất vào tháng 7 ~4.3K ngày, giảm dần đến tháng 3 ~3.9K ngày).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Histogram: Tuổi tồn kho theo ProductName (Mountain Tire Tube: ~4K ngày, Patch Kit: ~3.5K ngày, AWC Logo Cap: ~3K ngày…).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Slicer: Lọc theo TransactionType, MonthName, LocationID.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BAE2D4C-7D5A-7414-7D75-7D2ECD8B77D7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l="775" r="775"/>
          <a:stretch/>
        </p:blipFill>
        <p:spPr/>
      </p:pic>
      <p:grpSp>
        <p:nvGrpSpPr>
          <p:cNvPr id="11" name="그룹 21">
            <a:extLst>
              <a:ext uri="{FF2B5EF4-FFF2-40B4-BE49-F238E27FC236}">
                <a16:creationId xmlns:a16="http://schemas.microsoft.com/office/drawing/2014/main" id="{A9331F79-5B80-7987-3025-2E56167B06A0}"/>
              </a:ext>
            </a:extLst>
          </p:cNvPr>
          <p:cNvGrpSpPr/>
          <p:nvPr/>
        </p:nvGrpSpPr>
        <p:grpSpPr>
          <a:xfrm>
            <a:off x="1951670" y="5718338"/>
            <a:ext cx="7929750" cy="461665"/>
            <a:chOff x="959011" y="2597626"/>
            <a:chExt cx="9028922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E28587-6DCC-E7FC-3485-D5CB9D948C79}"/>
                </a:ext>
              </a:extLst>
            </p:cNvPr>
            <p:cNvSpPr txBox="1"/>
            <p:nvPr/>
          </p:nvSpPr>
          <p:spPr>
            <a:xfrm>
              <a:off x="959011" y="2691895"/>
              <a:ext cx="1513664" cy="281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Ý Nghĩa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7BE4C8-0DF7-3CE8-3D47-FBA9881A9DD8}"/>
                </a:ext>
              </a:extLst>
            </p:cNvPr>
            <p:cNvSpPr txBox="1"/>
            <p:nvPr/>
          </p:nvSpPr>
          <p:spPr>
            <a:xfrm>
              <a:off x="2968085" y="2597626"/>
              <a:ext cx="7019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Hỗ trợ quản lý nhận diện sản phẩm có tuổi tồn kho cao, từ đó đưa ra kế hoạch xả hàng hoặc điều chỉnh nhập kho.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Chevron 25">
              <a:extLst>
                <a:ext uri="{FF2B5EF4-FFF2-40B4-BE49-F238E27FC236}">
                  <a16:creationId xmlns:a16="http://schemas.microsoft.com/office/drawing/2014/main" id="{26921D98-1D80-28EB-6598-556D72281163}"/>
                </a:ext>
              </a:extLst>
            </p:cNvPr>
            <p:cNvSpPr/>
            <p:nvPr/>
          </p:nvSpPr>
          <p:spPr>
            <a:xfrm>
              <a:off x="2601327" y="2732031"/>
              <a:ext cx="194565" cy="200987"/>
            </a:xfrm>
            <a:prstGeom prst="chevron">
              <a:avLst>
                <a:gd name="adj" fmla="val 54864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08679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8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680C3"/>
      </a:accent1>
      <a:accent2>
        <a:srgbClr val="07A398"/>
      </a:accent2>
      <a:accent3>
        <a:srgbClr val="90C221"/>
      </a:accent3>
      <a:accent4>
        <a:srgbClr val="FBA200"/>
      </a:accent4>
      <a:accent5>
        <a:srgbClr val="E62601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3842</TotalTime>
  <Words>1233</Words>
  <Application>Microsoft Office PowerPoint</Application>
  <PresentationFormat>Widescreen</PresentationFormat>
  <Paragraphs>129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Aharoni</vt:lpstr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Nguyễn Minh Sang</cp:lastModifiedBy>
  <cp:revision>129</cp:revision>
  <dcterms:created xsi:type="dcterms:W3CDTF">2019-01-14T06:35:35Z</dcterms:created>
  <dcterms:modified xsi:type="dcterms:W3CDTF">2025-04-22T12:36:40Z</dcterms:modified>
</cp:coreProperties>
</file>